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slides/slide15.xml" ContentType="application/vnd.openxmlformats-officedocument.presentationml.slide+xml"/>
  <Override PartName="/ppt/slides/charts/chart6.xml" ContentType="application/vnd.openxmlformats-officedocument.drawingml.chart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charts/chart8.xml" ContentType="application/vnd.openxmlformats-officedocument.drawingml.chart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charts/chart9.xml" ContentType="application/vnd.openxmlformats-officedocument.drawingml.chart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charts/chart10.xml" ContentType="application/vnd.openxmlformats-officedocument.drawingml.chart+xml"/>
  <Override PartName="/ppt/slides/slide33.xml" ContentType="application/vnd.openxmlformats-officedocument.presentationml.slide+xml"/>
  <Override PartName="/ppt/slides/charts/chart11.xml" ContentType="application/vnd.openxmlformats-officedocument.drawingml.chart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charts/chart12.xml" ContentType="application/vnd.openxmlformats-officedocument.drawingml.chart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e461ab01164a43" /><Relationship Type="http://schemas.openxmlformats.org/officeDocument/2006/relationships/extended-properties" Target="/docProps/app.xml" Id="Rf38a29df1765496c" /><Relationship Type="http://schemas.openxmlformats.org/officeDocument/2006/relationships/officeDocument" Target="/ppt/presentation.xml" Id="R0a96c355d8c34e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989915220a490a"/>
  </p:sldMasterIdLst>
  <p:sldIdLst>
    <p:sldId xmlns:r="http://schemas.openxmlformats.org/officeDocument/2006/relationships" id="256" r:id="Rb48d5d5925074a02"/>
    <p:sldId xmlns:r="http://schemas.openxmlformats.org/officeDocument/2006/relationships" id="257" r:id="Ra2323cbbe80f43eb"/>
    <p:sldId xmlns:r="http://schemas.openxmlformats.org/officeDocument/2006/relationships" id="258" r:id="R6c4601d04453408b"/>
    <p:sldId xmlns:r="http://schemas.openxmlformats.org/officeDocument/2006/relationships" id="259" r:id="R2561f66137754c56"/>
    <p:sldId xmlns:r="http://schemas.openxmlformats.org/officeDocument/2006/relationships" id="260" r:id="Rda0f4cbf02e54472"/>
    <p:sldId xmlns:r="http://schemas.openxmlformats.org/officeDocument/2006/relationships" id="261" r:id="Rc5fe64a8d70d4109"/>
    <p:sldId xmlns:r="http://schemas.openxmlformats.org/officeDocument/2006/relationships" id="262" r:id="Re3c6c907fdf24f88"/>
    <p:sldId xmlns:r="http://schemas.openxmlformats.org/officeDocument/2006/relationships" id="263" r:id="Raa34267e1e9d454c"/>
    <p:sldId xmlns:r="http://schemas.openxmlformats.org/officeDocument/2006/relationships" id="264" r:id="R9c6003eb15d84643"/>
    <p:sldId xmlns:r="http://schemas.openxmlformats.org/officeDocument/2006/relationships" id="265" r:id="R5578c328262248d0"/>
    <p:sldId xmlns:r="http://schemas.openxmlformats.org/officeDocument/2006/relationships" id="266" r:id="R123a658e55414757"/>
    <p:sldId xmlns:r="http://schemas.openxmlformats.org/officeDocument/2006/relationships" id="267" r:id="R83592eb745c4439e"/>
    <p:sldId xmlns:r="http://schemas.openxmlformats.org/officeDocument/2006/relationships" id="268" r:id="Rfd99a3a81acd487e"/>
    <p:sldId xmlns:r="http://schemas.openxmlformats.org/officeDocument/2006/relationships" id="269" r:id="R5cbfdeb3aba347a7"/>
    <p:sldId xmlns:r="http://schemas.openxmlformats.org/officeDocument/2006/relationships" id="270" r:id="R416e6ba34efe4915"/>
    <p:sldId xmlns:r="http://schemas.openxmlformats.org/officeDocument/2006/relationships" id="271" r:id="R30f655a6f4b94e26"/>
    <p:sldId xmlns:r="http://schemas.openxmlformats.org/officeDocument/2006/relationships" id="272" r:id="Ref5aca4189b5445d"/>
    <p:sldId xmlns:r="http://schemas.openxmlformats.org/officeDocument/2006/relationships" id="273" r:id="R886c8cfd7a6c4920"/>
    <p:sldId xmlns:r="http://schemas.openxmlformats.org/officeDocument/2006/relationships" id="274" r:id="R9d2a7336844c46a6"/>
    <p:sldId xmlns:r="http://schemas.openxmlformats.org/officeDocument/2006/relationships" id="275" r:id="R57aedac639704650"/>
    <p:sldId xmlns:r="http://schemas.openxmlformats.org/officeDocument/2006/relationships" id="276" r:id="R59030b977107452d"/>
    <p:sldId xmlns:r="http://schemas.openxmlformats.org/officeDocument/2006/relationships" id="277" r:id="Rb933035dd6d94f95"/>
    <p:sldId xmlns:r="http://schemas.openxmlformats.org/officeDocument/2006/relationships" id="278" r:id="R28bca6df6c7e4ff0"/>
    <p:sldId xmlns:r="http://schemas.openxmlformats.org/officeDocument/2006/relationships" id="279" r:id="R667d48b38926430c"/>
    <p:sldId xmlns:r="http://schemas.openxmlformats.org/officeDocument/2006/relationships" id="280" r:id="R12f9e4da933243c7"/>
    <p:sldId xmlns:r="http://schemas.openxmlformats.org/officeDocument/2006/relationships" id="281" r:id="Rf9899142cb9343dc"/>
    <p:sldId xmlns:r="http://schemas.openxmlformats.org/officeDocument/2006/relationships" id="282" r:id="R25a352eba2cd4b3b"/>
    <p:sldId xmlns:r="http://schemas.openxmlformats.org/officeDocument/2006/relationships" id="283" r:id="R5e7fae8316364ab3"/>
    <p:sldId xmlns:r="http://schemas.openxmlformats.org/officeDocument/2006/relationships" id="284" r:id="R1a54b28150af4227"/>
    <p:sldId xmlns:r="http://schemas.openxmlformats.org/officeDocument/2006/relationships" id="285" r:id="R2e95cb5814734c2d"/>
    <p:sldId xmlns:r="http://schemas.openxmlformats.org/officeDocument/2006/relationships" id="286" r:id="R0d6838e051e346ed"/>
    <p:sldId xmlns:r="http://schemas.openxmlformats.org/officeDocument/2006/relationships" id="287" r:id="Rec463d346be14f4b"/>
    <p:sldId xmlns:r="http://schemas.openxmlformats.org/officeDocument/2006/relationships" id="288" r:id="R8e81f8654eac4e53"/>
    <p:sldId xmlns:r="http://schemas.openxmlformats.org/officeDocument/2006/relationships" id="289" r:id="R5b462985248c4ec7"/>
    <p:sldId xmlns:r="http://schemas.openxmlformats.org/officeDocument/2006/relationships" id="290" r:id="Rd2968fa006084e53"/>
    <p:sldId xmlns:r="http://schemas.openxmlformats.org/officeDocument/2006/relationships" id="291" r:id="Re780490b9a9043df"/>
    <p:sldId xmlns:r="http://schemas.openxmlformats.org/officeDocument/2006/relationships" id="292" r:id="R175c42bc237b4871"/>
    <p:sldId xmlns:r="http://schemas.openxmlformats.org/officeDocument/2006/relationships" id="293" r:id="R9c9115345a714dbd"/>
    <p:sldId xmlns:r="http://schemas.openxmlformats.org/officeDocument/2006/relationships" id="294" r:id="Rb49c08c27e06478b"/>
    <p:sldId xmlns:r="http://schemas.openxmlformats.org/officeDocument/2006/relationships" id="295" r:id="Re9686115879a40d5"/>
    <p:sldId xmlns:r="http://schemas.openxmlformats.org/officeDocument/2006/relationships" id="296" r:id="R1382223e5f534f4c"/>
    <p:sldId xmlns:r="http://schemas.openxmlformats.org/officeDocument/2006/relationships" id="297" r:id="R936b15bd79c54b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ac2afc72390041e4"/><Relationship Type="http://schemas.openxmlformats.org/officeDocument/2006/relationships/slideMaster" Target="/ppt/slideMasters/slideMaster1.xml" Id="R98989915220a490a"/><Relationship Type="http://schemas.openxmlformats.org/officeDocument/2006/relationships/presProps" Target="/ppt/presProps.xml" Id="R3a24316059934810"/><Relationship Type="http://schemas.openxmlformats.org/officeDocument/2006/relationships/tableStyles" Target="/ppt/tableStyles.xml" Id="Rd97ab9905c404f97"/><Relationship Type="http://schemas.openxmlformats.org/officeDocument/2006/relationships/slide" Target="/ppt/slides/slide1.xml" Id="Rb48d5d5925074a02"/><Relationship Type="http://schemas.openxmlformats.org/officeDocument/2006/relationships/slide" Target="/ppt/slides/slide2.xml" Id="Ra2323cbbe80f43eb"/><Relationship Type="http://schemas.openxmlformats.org/officeDocument/2006/relationships/slide" Target="/ppt/slides/slide3.xml" Id="R6c4601d04453408b"/><Relationship Type="http://schemas.openxmlformats.org/officeDocument/2006/relationships/slide" Target="/ppt/slides/slide4.xml" Id="R2561f66137754c56"/><Relationship Type="http://schemas.openxmlformats.org/officeDocument/2006/relationships/slide" Target="/ppt/slides/slide5.xml" Id="Rda0f4cbf02e54472"/><Relationship Type="http://schemas.openxmlformats.org/officeDocument/2006/relationships/slide" Target="/ppt/slides/slide6.xml" Id="Rc5fe64a8d70d4109"/><Relationship Type="http://schemas.openxmlformats.org/officeDocument/2006/relationships/slide" Target="/ppt/slides/slide7.xml" Id="Re3c6c907fdf24f88"/><Relationship Type="http://schemas.openxmlformats.org/officeDocument/2006/relationships/slide" Target="/ppt/slides/slide8.xml" Id="Raa34267e1e9d454c"/><Relationship Type="http://schemas.openxmlformats.org/officeDocument/2006/relationships/slide" Target="/ppt/slides/slide9.xml" Id="R9c6003eb15d84643"/><Relationship Type="http://schemas.openxmlformats.org/officeDocument/2006/relationships/slide" Target="/ppt/slides/slide10.xml" Id="R5578c328262248d0"/><Relationship Type="http://schemas.openxmlformats.org/officeDocument/2006/relationships/slide" Target="/ppt/slides/slide11.xml" Id="R123a658e55414757"/><Relationship Type="http://schemas.openxmlformats.org/officeDocument/2006/relationships/slide" Target="/ppt/slides/slide12.xml" Id="R83592eb745c4439e"/><Relationship Type="http://schemas.openxmlformats.org/officeDocument/2006/relationships/slide" Target="/ppt/slides/slide13.xml" Id="Rfd99a3a81acd487e"/><Relationship Type="http://schemas.openxmlformats.org/officeDocument/2006/relationships/slide" Target="/ppt/slides/slide14.xml" Id="R5cbfdeb3aba347a7"/><Relationship Type="http://schemas.openxmlformats.org/officeDocument/2006/relationships/slide" Target="/ppt/slides/slide15.xml" Id="R416e6ba34efe4915"/><Relationship Type="http://schemas.openxmlformats.org/officeDocument/2006/relationships/slide" Target="/ppt/slides/slide16.xml" Id="R30f655a6f4b94e26"/><Relationship Type="http://schemas.openxmlformats.org/officeDocument/2006/relationships/slide" Target="/ppt/slides/slide17.xml" Id="Ref5aca4189b5445d"/><Relationship Type="http://schemas.openxmlformats.org/officeDocument/2006/relationships/slide" Target="/ppt/slides/slide18.xml" Id="R886c8cfd7a6c4920"/><Relationship Type="http://schemas.openxmlformats.org/officeDocument/2006/relationships/slide" Target="/ppt/slides/slide19.xml" Id="R9d2a7336844c46a6"/><Relationship Type="http://schemas.openxmlformats.org/officeDocument/2006/relationships/slide" Target="/ppt/slides/slide20.xml" Id="R57aedac639704650"/><Relationship Type="http://schemas.openxmlformats.org/officeDocument/2006/relationships/slide" Target="/ppt/slides/slide21.xml" Id="R59030b977107452d"/><Relationship Type="http://schemas.openxmlformats.org/officeDocument/2006/relationships/slide" Target="/ppt/slides/slide22.xml" Id="Rb933035dd6d94f95"/><Relationship Type="http://schemas.openxmlformats.org/officeDocument/2006/relationships/slide" Target="/ppt/slides/slide23.xml" Id="R28bca6df6c7e4ff0"/><Relationship Type="http://schemas.openxmlformats.org/officeDocument/2006/relationships/slide" Target="/ppt/slides/slide24.xml" Id="R667d48b38926430c"/><Relationship Type="http://schemas.openxmlformats.org/officeDocument/2006/relationships/slide" Target="/ppt/slides/slide25.xml" Id="R12f9e4da933243c7"/><Relationship Type="http://schemas.openxmlformats.org/officeDocument/2006/relationships/slide" Target="/ppt/slides/slide26.xml" Id="Rf9899142cb9343dc"/><Relationship Type="http://schemas.openxmlformats.org/officeDocument/2006/relationships/slide" Target="/ppt/slides/slide27.xml" Id="R25a352eba2cd4b3b"/><Relationship Type="http://schemas.openxmlformats.org/officeDocument/2006/relationships/slide" Target="/ppt/slides/slide28.xml" Id="R5e7fae8316364ab3"/><Relationship Type="http://schemas.openxmlformats.org/officeDocument/2006/relationships/slide" Target="/ppt/slides/slide29.xml" Id="R1a54b28150af4227"/><Relationship Type="http://schemas.openxmlformats.org/officeDocument/2006/relationships/slide" Target="/ppt/slides/slide30.xml" Id="R2e95cb5814734c2d"/><Relationship Type="http://schemas.openxmlformats.org/officeDocument/2006/relationships/slide" Target="/ppt/slides/slide31.xml" Id="R0d6838e051e346ed"/><Relationship Type="http://schemas.openxmlformats.org/officeDocument/2006/relationships/slide" Target="/ppt/slides/slide32.xml" Id="Rec463d346be14f4b"/><Relationship Type="http://schemas.openxmlformats.org/officeDocument/2006/relationships/slide" Target="/ppt/slides/slide33.xml" Id="R8e81f8654eac4e53"/><Relationship Type="http://schemas.openxmlformats.org/officeDocument/2006/relationships/slide" Target="/ppt/slides/slide34.xml" Id="R5b462985248c4ec7"/><Relationship Type="http://schemas.openxmlformats.org/officeDocument/2006/relationships/slide" Target="/ppt/slides/slide35.xml" Id="Rd2968fa006084e53"/><Relationship Type="http://schemas.openxmlformats.org/officeDocument/2006/relationships/slide" Target="/ppt/slides/slide36.xml" Id="Re780490b9a9043df"/><Relationship Type="http://schemas.openxmlformats.org/officeDocument/2006/relationships/slide" Target="/ppt/slides/slide37.xml" Id="R175c42bc237b4871"/><Relationship Type="http://schemas.openxmlformats.org/officeDocument/2006/relationships/slide" Target="/ppt/slides/slide38.xml" Id="R9c9115345a714dbd"/><Relationship Type="http://schemas.openxmlformats.org/officeDocument/2006/relationships/slide" Target="/ppt/slides/slide39.xml" Id="Rb49c08c27e06478b"/><Relationship Type="http://schemas.openxmlformats.org/officeDocument/2006/relationships/slide" Target="/ppt/slides/slide40.xml" Id="Re9686115879a40d5"/><Relationship Type="http://schemas.openxmlformats.org/officeDocument/2006/relationships/slide" Target="/ppt/slides/slide41.xml" Id="R1382223e5f534f4c"/><Relationship Type="http://schemas.openxmlformats.org/officeDocument/2006/relationships/slide" Target="/ppt/slides/slide42.xml" Id="R936b15bd79c54be2"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559ba38b445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e3e2ab0c64610" /><Relationship Type="http://schemas.openxmlformats.org/officeDocument/2006/relationships/slideLayout" Target="/ppt/slideLayouts/slideLayout1.xml" Id="R2ee7686127c247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e7686127c247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1515b9e5759414b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464cde4849a4e7a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d6a40599e934871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6940e671ea24540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18d824765894477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4cc11a8e162409f"/><Relationship Type="http://schemas.openxmlformats.org/officeDocument/2006/relationships/chart" Target="/ppt/slides/charts/chart1.xml" Id="R570fd76d19784cc0"/><Relationship Type="http://schemas.openxmlformats.org/officeDocument/2006/relationships/chart" Target="/ppt/slides/charts/chart2.xml" Id="R74ae36b50f894b90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44260060cdd4149"/><Relationship Type="http://schemas.openxmlformats.org/officeDocument/2006/relationships/chart" Target="/ppt/slides/charts/chart3.xml" Id="Re3fc7e734f654083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e57c1e44bad40a7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e3d5f6b95ee4fd4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991860183fd4024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bf07cb9c64943c5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87cf31129794639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09d206572a84545"/><Relationship Type="http://schemas.openxmlformats.org/officeDocument/2006/relationships/chart" Target="/ppt/slides/charts/chart4.xml" Id="Rd516ec61273a4eaa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017a188e21b4ce8"/><Relationship Type="http://schemas.openxmlformats.org/officeDocument/2006/relationships/chart" Target="/ppt/slides/charts/chart5.xml" Id="R1b9f6fcffc6f4f3d"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a3a23d22e174714"/><Relationship Type="http://schemas.openxmlformats.org/officeDocument/2006/relationships/chart" Target="/ppt/slides/charts/chart6.xml" Id="Ree7da42904ff44b5"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e5a21aecfe7441b"/><Relationship Type="http://schemas.openxmlformats.org/officeDocument/2006/relationships/chart" Target="/ppt/slides/charts/chart7.xml" Id="R59f69c8429f74e6c"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3704c476cdf4ae8"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89083a02a2f4bfc"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f56eca383454290"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a659d227ab84ecc"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ac5c0435ade4a15"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3179e6216a449ce"/><Relationship Type="http://schemas.openxmlformats.org/officeDocument/2006/relationships/chart" Target="/ppt/slides/charts/chart8.xml" Id="R47d68b20f6604c78"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a3bc10b14654193"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2f51dba6eee4745"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06f309000db45ec"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70517b93ad14e47"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fc5444010b94467"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af1e8459c424432"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c70d601bddf4e9b"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97fc828a3a84aeb"/><Relationship Type="http://schemas.openxmlformats.org/officeDocument/2006/relationships/chart" Target="/ppt/slides/charts/chart9.xml" Id="Raa04d9c4472d4933"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2d0aad6f2d44008"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f25bf2c52c8496f"/><Relationship Type="http://schemas.openxmlformats.org/officeDocument/2006/relationships/chart" Target="/ppt/slides/charts/chart10.xml" Id="Rcd0a0aa6caff40ee"/></Relationships>
</file>

<file path=ppt/slides/_rels/slide3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4467a0ad80b43bb"/><Relationship Type="http://schemas.openxmlformats.org/officeDocument/2006/relationships/chart" Target="/ppt/slides/charts/chart11.xml" Id="Ree2bd4f1f8304574"/></Relationships>
</file>

<file path=ppt/slides/_rels/slide3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28d7b6f225a4900"/></Relationships>
</file>

<file path=ppt/slides/_rels/slide3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9acde9013d34787"/><Relationship Type="http://schemas.openxmlformats.org/officeDocument/2006/relationships/chart" Target="/ppt/slides/charts/chart12.xml" Id="R655bb4d024624779"/></Relationships>
</file>

<file path=ppt/slides/_rels/slide3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263f927e4a54a80"/></Relationships>
</file>

<file path=ppt/slides/_rels/slide3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50ea239db674ea7"/></Relationships>
</file>

<file path=ppt/slides/_rels/slide3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0449436a5c844d0"/></Relationships>
</file>

<file path=ppt/slides/_rels/slide3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da9380a04214727"/></Relationships>
</file>

<file path=ppt/slides/_rels/slide4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a386090de7349ae"/></Relationships>
</file>

<file path=ppt/slides/_rels/slide4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790c936bd8649ab"/></Relationships>
</file>

<file path=ppt/slides/_rels/slide4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f1cc4928af64e12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class 0</c:v>
          </c:tx>
          <c:spPr>
            <a:solidFill>
              <a:srgbClr val="246B8E"/>
            </a:solidFill>
            <a:ln w="0">
              <a:noFill/>
            </a:ln>
          </c:spPr>
          <c:marker>
            <c:symbol val="circle"/>
            <c:size val="12"/>
            <c:spPr>
              <a:solidFill>
                <a:srgbClr val="246B8E"/>
              </a:solidFill>
            </c:spPr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xVal>
          <c:yVal>
            <c:numRef>
              <c:f>'Chart Data'!$B$2:$B$4</c:f>
              <c:numCache>
                <c:formatCode>0.##</c:formatCode>
                <c:ptCount val="3"/>
                <c:pt idx="0">
                  <c:v>0</c:v>
                </c:pt>
                <c:pt idx="1">
                  <c:v>1</c:v>
                </c:pt>
                <c:pt idx="2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class 1</c:v>
          </c:tx>
          <c:spPr>
            <a:solidFill>
              <a:srgbClr val="B87521"/>
            </a:solidFill>
            <a:ln w="0">
              <a:noFill/>
            </a:ln>
          </c:spPr>
          <c:marker>
            <c:symbol val="triangle"/>
            <c:size val="12"/>
            <c:spPr>
              <a:solidFill>
                <a:srgbClr val="B87521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xVal>
          <c:yVal>
            <c:numRef>
              <c:f>'Chart Data'!$D$2:$D$4</c:f>
              <c:numCache>
                <c:formatCode>0.##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yVal>
          <c:smooth val="0"/>
        </c:ser>
        <c:ser>
          <c:idx val="2"/>
          <c:order val="2"/>
          <c:tx>
            <c:v>boundary</c:v>
          </c:tx>
          <c:spPr>
            <a:solidFill>
              <a:srgbClr val="218477"/>
            </a:solidFill>
            <a:ln w="23813">
              <a:solidFill>
                <a:srgbClr val="218477"/>
              </a:solidFill>
            </a:ln>
          </c:spPr>
          <c:marker>
            <c:symbol val="none"/>
            <c:size val="2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-0.2</c:v>
                </c:pt>
                <c:pt idx="1">
                  <c:v>1.2</c:v>
                </c:pt>
                <c:pt idx="2">
                  <c:v>1.2</c:v>
                </c:pt>
              </c:numCache>
            </c:numRef>
          </c:xVal>
          <c:yVal>
            <c:numRef>
              <c:f>'Chart Data'!$F$2:$F$4</c:f>
              <c:numCache>
                <c:formatCode>0.##</c:formatCode>
                <c:ptCount val="3"/>
                <c:pt idx="0">
                  <c:v>1.7</c:v>
                </c:pt>
                <c:pt idx="1">
                  <c:v>0.3</c:v>
                </c:pt>
                <c:pt idx="2">
                  <c:v>0.3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0.5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x₂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.5"/>
          <c:min val="-0.5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x₁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0.5"/>
      </c:valAx>
      <c:spPr>
        <a:solidFill>
          <a:srgbClr val="FAFBFC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17212B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class 0</c:v>
          </c:tx>
          <c:spPr>
            <a:solidFill>
              <a:srgbClr val="246B8E"/>
            </a:solidFill>
            <a:ln w="0">
              <a:noFill/>
            </a:ln>
          </c:spPr>
          <c:marker>
            <c:symbol val="circle"/>
            <c:size val="12"/>
            <c:spPr>
              <a:solidFill>
                <a:srgbClr val="246B8E"/>
              </a:solidFill>
            </c:spPr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xVal>
          <c:yVal>
            <c:numRef>
              <c:f>'Chart Data'!$B$2:$B$4</c:f>
              <c:numCache>
                <c:formatCode>0.##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class 1</c:v>
          </c:tx>
          <c:spPr>
            <a:solidFill>
              <a:srgbClr val="B87521"/>
            </a:solidFill>
            <a:ln w="0">
              <a:noFill/>
            </a:ln>
          </c:spPr>
          <c:marker>
            <c:symbol val="triangle"/>
            <c:size val="12"/>
            <c:spPr>
              <a:solidFill>
                <a:srgbClr val="B87521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1</c:v>
                </c:pt>
              </c:numCache>
            </c:numRef>
          </c:xVal>
          <c:yVal>
            <c:numRef>
              <c:f>'Chart Data'!$D$2:$D$4</c:f>
              <c:numCache>
                <c:formatCode>0.##</c:formatCode>
                <c:ptCount val="3"/>
                <c:pt idx="0">
                  <c:v>1</c:v>
                </c:pt>
                <c:pt idx="1">
                  <c:v>0</c:v>
                </c:pt>
                <c:pt idx="2">
                  <c:v>1</c:v>
                </c:pt>
              </c:numCache>
            </c:numRef>
          </c:yVal>
          <c:smooth val="0"/>
        </c:ser>
        <c:ser>
          <c:idx val="2"/>
          <c:order val="2"/>
          <c:tx>
            <c:v>boundary</c:v>
          </c:tx>
          <c:spPr>
            <a:solidFill>
              <a:srgbClr val="218477"/>
            </a:solidFill>
            <a:ln w="23813">
              <a:solidFill>
                <a:srgbClr val="218477"/>
              </a:solidFill>
            </a:ln>
          </c:spPr>
          <c:marker>
            <c:symbol val="none"/>
            <c:size val="2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-0.2</c:v>
                </c:pt>
                <c:pt idx="1">
                  <c:v>1.2</c:v>
                </c:pt>
                <c:pt idx="2">
                  <c:v>1.2</c:v>
                </c:pt>
              </c:numCache>
            </c:numRef>
          </c:xVal>
          <c:yVal>
            <c:numRef>
              <c:f>'Chart Data'!$F$2:$F$4</c:f>
              <c:numCache>
                <c:formatCode>0.##</c:formatCode>
                <c:ptCount val="3"/>
                <c:pt idx="0">
                  <c:v>0.7</c:v>
                </c:pt>
                <c:pt idx="1">
                  <c:v>-0.7</c:v>
                </c:pt>
                <c:pt idx="2">
                  <c:v>-0.7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0.5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x₂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.5"/>
          <c:min val="-0.5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x₁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0.5"/>
      </c:valAx>
      <c:spPr>
        <a:solidFill>
          <a:srgbClr val="FAFBFC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17212B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class 0</c:v>
          </c:tx>
          <c:spPr>
            <a:solidFill>
              <a:srgbClr val="246B8E"/>
            </a:solidFill>
            <a:ln w="0">
              <a:noFill/>
            </a:ln>
          </c:spPr>
          <c:marker>
            <c:symbol val="circle"/>
            <c:size val="12"/>
            <c:spPr>
              <a:solidFill>
                <a:srgbClr val="246B8E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0.##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v>class 1</c:v>
          </c:tx>
          <c:spPr>
            <a:solidFill>
              <a:srgbClr val="B87521"/>
            </a:solidFill>
            <a:ln w="0">
              <a:noFill/>
            </a:ln>
          </c:spPr>
          <c:marker>
            <c:symbol val="triangle"/>
            <c:size val="12"/>
            <c:spPr>
              <a:solidFill>
                <a:srgbClr val="B87521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0.##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0.5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x₂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.5"/>
          <c:min val="-0.5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x₁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0.5"/>
      </c:valAx>
      <c:spPr>
        <a:solidFill>
          <a:srgbClr val="FAFBFC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17212B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sigmoid</c:v>
          </c:tx>
          <c:spPr>
            <a:solidFill>
              <a:srgbClr val="246B8E"/>
            </a:solidFill>
            <a:ln w="23813">
              <a:solidFill>
                <a:srgbClr val="246B8E"/>
              </a:solidFill>
            </a:ln>
          </c:spPr>
          <c:marker>
            <c:symbol val="none"/>
            <c:size val="2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-5</c:v>
                </c:pt>
                <c:pt idx="1">
                  <c:v>-4.9</c:v>
                </c:pt>
                <c:pt idx="2">
                  <c:v>-4.8</c:v>
                </c:pt>
                <c:pt idx="3">
                  <c:v>-4.7</c:v>
                </c:pt>
                <c:pt idx="4">
                  <c:v>-4.6</c:v>
                </c:pt>
                <c:pt idx="5">
                  <c:v>-4.5</c:v>
                </c:pt>
                <c:pt idx="6">
                  <c:v>-4.4</c:v>
                </c:pt>
                <c:pt idx="7">
                  <c:v>-4.3</c:v>
                </c:pt>
                <c:pt idx="8">
                  <c:v>-4.2</c:v>
                </c:pt>
                <c:pt idx="9">
                  <c:v>-4.1</c:v>
                </c:pt>
                <c:pt idx="10">
                  <c:v>-4</c:v>
                </c:pt>
                <c:pt idx="11">
                  <c:v>-3.9</c:v>
                </c:pt>
                <c:pt idx="12">
                  <c:v>-3.8</c:v>
                </c:pt>
                <c:pt idx="13">
                  <c:v>-3.7</c:v>
                </c:pt>
                <c:pt idx="14">
                  <c:v>-3.6</c:v>
                </c:pt>
                <c:pt idx="15">
                  <c:v>-3.5</c:v>
                </c:pt>
                <c:pt idx="16">
                  <c:v>-3.4</c:v>
                </c:pt>
                <c:pt idx="17">
                  <c:v>-3.3</c:v>
                </c:pt>
                <c:pt idx="18">
                  <c:v>-3.2</c:v>
                </c:pt>
                <c:pt idx="19">
                  <c:v>-3.1</c:v>
                </c:pt>
                <c:pt idx="20">
                  <c:v>-3</c:v>
                </c:pt>
                <c:pt idx="21">
                  <c:v>-2.9</c:v>
                </c:pt>
                <c:pt idx="22">
                  <c:v>-2.8</c:v>
                </c:pt>
                <c:pt idx="23">
                  <c:v>-2.7</c:v>
                </c:pt>
                <c:pt idx="24">
                  <c:v>-2.6</c:v>
                </c:pt>
                <c:pt idx="25">
                  <c:v>-2.5</c:v>
                </c:pt>
                <c:pt idx="26">
                  <c:v>-2.4</c:v>
                </c:pt>
                <c:pt idx="27">
                  <c:v>-2.3</c:v>
                </c:pt>
                <c:pt idx="28">
                  <c:v>-2.2</c:v>
                </c:pt>
                <c:pt idx="29">
                  <c:v>-2.1</c:v>
                </c:pt>
                <c:pt idx="30">
                  <c:v>-2</c:v>
                </c:pt>
                <c:pt idx="31">
                  <c:v>-1.9</c:v>
                </c:pt>
                <c:pt idx="32">
                  <c:v>-1.8</c:v>
                </c:pt>
                <c:pt idx="33">
                  <c:v>-1.7</c:v>
                </c:pt>
                <c:pt idx="34">
                  <c:v>-1.6</c:v>
                </c:pt>
                <c:pt idx="35">
                  <c:v>-1.5</c:v>
                </c:pt>
                <c:pt idx="36">
                  <c:v>-1.4</c:v>
                </c:pt>
                <c:pt idx="37">
                  <c:v>-1.3</c:v>
                </c:pt>
                <c:pt idx="38">
                  <c:v>-1.2</c:v>
                </c:pt>
                <c:pt idx="39">
                  <c:v>-1.1</c:v>
                </c:pt>
                <c:pt idx="40">
                  <c:v>-1</c:v>
                </c:pt>
                <c:pt idx="41">
                  <c:v>-0.9</c:v>
                </c:pt>
                <c:pt idx="42">
                  <c:v>-0.8</c:v>
                </c:pt>
                <c:pt idx="43">
                  <c:v>-0.7</c:v>
                </c:pt>
                <c:pt idx="44">
                  <c:v>-0.6</c:v>
                </c:pt>
                <c:pt idx="45">
                  <c:v>-0.5</c:v>
                </c:pt>
                <c:pt idx="46">
                  <c:v>-0.4</c:v>
                </c:pt>
                <c:pt idx="47">
                  <c:v>-0.3</c:v>
                </c:pt>
                <c:pt idx="48">
                  <c:v>-0.2</c:v>
                </c:pt>
                <c:pt idx="49">
                  <c:v>-0.1</c:v>
                </c:pt>
                <c:pt idx="50">
                  <c:v>-2.77555756156E-16</c:v>
                </c:pt>
                <c:pt idx="51">
                  <c:v>0.1</c:v>
                </c:pt>
                <c:pt idx="52">
                  <c:v>0.2</c:v>
                </c:pt>
                <c:pt idx="53">
                  <c:v>0.3</c:v>
                </c:pt>
                <c:pt idx="54">
                  <c:v>0.4</c:v>
                </c:pt>
                <c:pt idx="55">
                  <c:v>0.5</c:v>
                </c:pt>
                <c:pt idx="56">
                  <c:v>0.6</c:v>
                </c:pt>
                <c:pt idx="57">
                  <c:v>0.7</c:v>
                </c:pt>
                <c:pt idx="58">
                  <c:v>0.8</c:v>
                </c:pt>
                <c:pt idx="59">
                  <c:v>0.9</c:v>
                </c:pt>
                <c:pt idx="60">
                  <c:v>1</c:v>
                </c:pt>
                <c:pt idx="61">
                  <c:v>1.1</c:v>
                </c:pt>
                <c:pt idx="62">
                  <c:v>1.2</c:v>
                </c:pt>
                <c:pt idx="63">
                  <c:v>1.3</c:v>
                </c:pt>
                <c:pt idx="64">
                  <c:v>1.4</c:v>
                </c:pt>
                <c:pt idx="65">
                  <c:v>1.5</c:v>
                </c:pt>
                <c:pt idx="66">
                  <c:v>1.6</c:v>
                </c:pt>
                <c:pt idx="67">
                  <c:v>1.7</c:v>
                </c:pt>
                <c:pt idx="68">
                  <c:v>1.8</c:v>
                </c:pt>
                <c:pt idx="69">
                  <c:v>1.9</c:v>
                </c:pt>
                <c:pt idx="70">
                  <c:v>2</c:v>
                </c:pt>
                <c:pt idx="71">
                  <c:v>2.1</c:v>
                </c:pt>
                <c:pt idx="72">
                  <c:v>2.2</c:v>
                </c:pt>
                <c:pt idx="73">
                  <c:v>2.3</c:v>
                </c:pt>
                <c:pt idx="74">
                  <c:v>2.4</c:v>
                </c:pt>
                <c:pt idx="75">
                  <c:v>2.5</c:v>
                </c:pt>
                <c:pt idx="76">
                  <c:v>2.6</c:v>
                </c:pt>
                <c:pt idx="77">
                  <c:v>2.7</c:v>
                </c:pt>
                <c:pt idx="78">
                  <c:v>2.8</c:v>
                </c:pt>
                <c:pt idx="79">
                  <c:v>2.9</c:v>
                </c:pt>
                <c:pt idx="80">
                  <c:v>3</c:v>
                </c:pt>
                <c:pt idx="81">
                  <c:v>3.1</c:v>
                </c:pt>
                <c:pt idx="82">
                  <c:v>3.2</c:v>
                </c:pt>
                <c:pt idx="83">
                  <c:v>3.3</c:v>
                </c:pt>
                <c:pt idx="84">
                  <c:v>3.4</c:v>
                </c:pt>
                <c:pt idx="85">
                  <c:v>3.5</c:v>
                </c:pt>
                <c:pt idx="86">
                  <c:v>3.6</c:v>
                </c:pt>
                <c:pt idx="87">
                  <c:v>3.7</c:v>
                </c:pt>
                <c:pt idx="88">
                  <c:v>3.8</c:v>
                </c:pt>
                <c:pt idx="89">
                  <c:v>3.9</c:v>
                </c:pt>
                <c:pt idx="90">
                  <c:v>4</c:v>
                </c:pt>
                <c:pt idx="91">
                  <c:v>4.1</c:v>
                </c:pt>
                <c:pt idx="92">
                  <c:v>4.2</c:v>
                </c:pt>
                <c:pt idx="93">
                  <c:v>4.3</c:v>
                </c:pt>
                <c:pt idx="94">
                  <c:v>4.4</c:v>
                </c:pt>
                <c:pt idx="95">
                  <c:v>4.5</c:v>
                </c:pt>
                <c:pt idx="96">
                  <c:v>4.6</c:v>
                </c:pt>
                <c:pt idx="97">
                  <c:v>4.7</c:v>
                </c:pt>
                <c:pt idx="98">
                  <c:v>4.8</c:v>
                </c:pt>
                <c:pt idx="99">
                  <c:v>4.9</c:v>
                </c:pt>
                <c:pt idx="100">
                  <c:v>5</c:v>
                </c:pt>
              </c:numCache>
            </c:numRef>
          </c:xVal>
          <c:yVal>
            <c:numRef>
              <c:f>'Chart Data'!$B$2:$B$102</c:f>
              <c:numCache>
                <c:formatCode>0.##</c:formatCode>
                <c:ptCount val="101"/>
                <c:pt idx="0">
                  <c:v>0.00669285092428</c:v>
                </c:pt>
                <c:pt idx="1">
                  <c:v>0.00739154134428</c:v>
                </c:pt>
                <c:pt idx="2">
                  <c:v>0.00816257115316</c:v>
                </c:pt>
                <c:pt idx="3">
                  <c:v>0.00901329865285</c:v>
                </c:pt>
                <c:pt idx="4">
                  <c:v>0.0099518018669</c:v>
                </c:pt>
                <c:pt idx="5">
                  <c:v>0.0109869426306</c:v>
                </c:pt>
                <c:pt idx="6">
                  <c:v>0.0121284349843</c:v>
                </c:pt>
                <c:pt idx="7">
                  <c:v>0.0133869178277</c:v>
                </c:pt>
                <c:pt idx="8">
                  <c:v>0.0147740316933</c:v>
                </c:pt>
                <c:pt idx="9">
                  <c:v>0.0163024993714</c:v>
                </c:pt>
                <c:pt idx="10">
                  <c:v>0.0179862099621</c:v>
                </c:pt>
                <c:pt idx="11">
                  <c:v>0.0198403057341</c:v>
                </c:pt>
                <c:pt idx="12">
                  <c:v>0.0218812709361</c:v>
                </c:pt>
                <c:pt idx="13">
                  <c:v>0.0241270214177</c:v>
                </c:pt>
                <c:pt idx="14">
                  <c:v>0.0265969935769</c:v>
                </c:pt>
                <c:pt idx="15">
                  <c:v>0.0293122307514</c:v>
                </c:pt>
                <c:pt idx="16">
                  <c:v>0.0322954646985</c:v>
                </c:pt>
                <c:pt idx="17">
                  <c:v>0.0355711892726</c:v>
                </c:pt>
                <c:pt idx="18">
                  <c:v>0.0391657227968</c:v>
                </c:pt>
                <c:pt idx="19">
                  <c:v>0.0431072549411</c:v>
                </c:pt>
                <c:pt idx="20">
                  <c:v>0.0474258731776</c:v>
                </c:pt>
                <c:pt idx="21">
                  <c:v>0.0521535630784</c:v>
                </c:pt>
                <c:pt idx="22">
                  <c:v>0.0573241758989</c:v>
                </c:pt>
                <c:pt idx="23">
                  <c:v>0.062973356057</c:v>
                </c:pt>
                <c:pt idx="24">
                  <c:v>0.0691384203433</c:v>
                </c:pt>
                <c:pt idx="25">
                  <c:v>0.0758581800212</c:v>
                </c:pt>
                <c:pt idx="26">
                  <c:v>0.0831726964939</c:v>
                </c:pt>
                <c:pt idx="27">
                  <c:v>0.0911229610149</c:v>
                </c:pt>
                <c:pt idx="28">
                  <c:v>0.0997504891197</c:v>
                </c:pt>
                <c:pt idx="29">
                  <c:v>0.109096821196</c:v>
                </c:pt>
                <c:pt idx="30">
                  <c:v>0.119202922022</c:v>
                </c:pt>
                <c:pt idx="31">
                  <c:v>0.130108474363</c:v>
                </c:pt>
                <c:pt idx="32">
                  <c:v>0.1418510649</c:v>
                </c:pt>
                <c:pt idx="33">
                  <c:v>0.154465265084</c:v>
                </c:pt>
                <c:pt idx="34">
                  <c:v>0.167981614866</c:v>
                </c:pt>
                <c:pt idx="35">
                  <c:v>0.182425523806</c:v>
                </c:pt>
                <c:pt idx="36">
                  <c:v>0.197816111441</c:v>
                </c:pt>
                <c:pt idx="37">
                  <c:v>0.214165016957</c:v>
                </c:pt>
                <c:pt idx="38">
                  <c:v>0.231475216501</c:v>
                </c:pt>
                <c:pt idx="39">
                  <c:v>0.249739894405</c:v>
                </c:pt>
                <c:pt idx="40">
                  <c:v>0.26894142137</c:v>
                </c:pt>
                <c:pt idx="41">
                  <c:v>0.289050497375</c:v>
                </c:pt>
                <c:pt idx="42">
                  <c:v>0.310025518872</c:v>
                </c:pt>
                <c:pt idx="43">
                  <c:v>0.331812227832</c:v>
                </c:pt>
                <c:pt idx="44">
                  <c:v>0.354343693774</c:v>
                </c:pt>
                <c:pt idx="45">
                  <c:v>0.377540668798</c:v>
                </c:pt>
                <c:pt idx="46">
                  <c:v>0.401312339888</c:v>
                </c:pt>
                <c:pt idx="47">
                  <c:v>0.425557483188</c:v>
                </c:pt>
                <c:pt idx="48">
                  <c:v>0.450166002688</c:v>
                </c:pt>
                <c:pt idx="49">
                  <c:v>0.475020812521</c:v>
                </c:pt>
                <c:pt idx="50">
                  <c:v>0.5</c:v>
                </c:pt>
                <c:pt idx="51">
                  <c:v>0.524979187479</c:v>
                </c:pt>
                <c:pt idx="52">
                  <c:v>0.549833997312</c:v>
                </c:pt>
                <c:pt idx="53">
                  <c:v>0.574442516812</c:v>
                </c:pt>
                <c:pt idx="54">
                  <c:v>0.598687660112</c:v>
                </c:pt>
                <c:pt idx="55">
                  <c:v>0.622459331202</c:v>
                </c:pt>
                <c:pt idx="56">
                  <c:v>0.645656306226</c:v>
                </c:pt>
                <c:pt idx="57">
                  <c:v>0.668187772168</c:v>
                </c:pt>
                <c:pt idx="58">
                  <c:v>0.689974481128</c:v>
                </c:pt>
                <c:pt idx="59">
                  <c:v>0.710949502625</c:v>
                </c:pt>
                <c:pt idx="60">
                  <c:v>0.73105857863</c:v>
                </c:pt>
                <c:pt idx="61">
                  <c:v>0.750260105595</c:v>
                </c:pt>
                <c:pt idx="62">
                  <c:v>0.768524783499</c:v>
                </c:pt>
                <c:pt idx="63">
                  <c:v>0.785834983043</c:v>
                </c:pt>
                <c:pt idx="64">
                  <c:v>0.802183888559</c:v>
                </c:pt>
                <c:pt idx="65">
                  <c:v>0.817574476194</c:v>
                </c:pt>
                <c:pt idx="66">
                  <c:v>0.832018385134</c:v>
                </c:pt>
                <c:pt idx="67">
                  <c:v>0.845534734916</c:v>
                </c:pt>
                <c:pt idx="68">
                  <c:v>0.8581489351</c:v>
                </c:pt>
                <c:pt idx="69">
                  <c:v>0.869891525637</c:v>
                </c:pt>
                <c:pt idx="70">
                  <c:v>0.880797077978</c:v>
                </c:pt>
                <c:pt idx="71">
                  <c:v>0.890903178804</c:v>
                </c:pt>
                <c:pt idx="72">
                  <c:v>0.90024951088</c:v>
                </c:pt>
                <c:pt idx="73">
                  <c:v>0.908877038985</c:v>
                </c:pt>
                <c:pt idx="74">
                  <c:v>0.916827303506</c:v>
                </c:pt>
                <c:pt idx="75">
                  <c:v>0.924141819979</c:v>
                </c:pt>
                <c:pt idx="76">
                  <c:v>0.930861579657</c:v>
                </c:pt>
                <c:pt idx="77">
                  <c:v>0.937026643943</c:v>
                </c:pt>
                <c:pt idx="78">
                  <c:v>0.942675824101</c:v>
                </c:pt>
                <c:pt idx="79">
                  <c:v>0.947846436922</c:v>
                </c:pt>
                <c:pt idx="80">
                  <c:v>0.952574126822</c:v>
                </c:pt>
                <c:pt idx="81">
                  <c:v>0.956892745059</c:v>
                </c:pt>
                <c:pt idx="82">
                  <c:v>0.960834277203</c:v>
                </c:pt>
                <c:pt idx="83">
                  <c:v>0.964428810727</c:v>
                </c:pt>
                <c:pt idx="84">
                  <c:v>0.967704535302</c:v>
                </c:pt>
                <c:pt idx="85">
                  <c:v>0.970687769249</c:v>
                </c:pt>
                <c:pt idx="86">
                  <c:v>0.973403006423</c:v>
                </c:pt>
                <c:pt idx="87">
                  <c:v>0.975872978582</c:v>
                </c:pt>
                <c:pt idx="88">
                  <c:v>0.978118729064</c:v>
                </c:pt>
                <c:pt idx="89">
                  <c:v>0.980159694266</c:v>
                </c:pt>
                <c:pt idx="90">
                  <c:v>0.982013790038</c:v>
                </c:pt>
                <c:pt idx="91">
                  <c:v>0.983697500629</c:v>
                </c:pt>
                <c:pt idx="92">
                  <c:v>0.985225968307</c:v>
                </c:pt>
                <c:pt idx="93">
                  <c:v>0.986613082172</c:v>
                </c:pt>
                <c:pt idx="94">
                  <c:v>0.987871565016</c:v>
                </c:pt>
                <c:pt idx="95">
                  <c:v>0.989013057369</c:v>
                </c:pt>
                <c:pt idx="96">
                  <c:v>0.990048198133</c:v>
                </c:pt>
                <c:pt idx="97">
                  <c:v>0.990986701347</c:v>
                </c:pt>
                <c:pt idx="98">
                  <c:v>0.991837428847</c:v>
                </c:pt>
                <c:pt idx="99">
                  <c:v>0.992608458656</c:v>
                </c:pt>
                <c:pt idx="100">
                  <c:v>0.993307149076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activation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5"/>
          <c:min val="-5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preactivation z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1"/>
      </c:valAx>
      <c:spPr>
        <a:solidFill>
          <a:srgbClr val="FAFBFC"/>
        </a:solidFill>
      </c:spPr>
    </c:plotArea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tanh</c:v>
          </c:tx>
          <c:spPr>
            <a:solidFill>
              <a:srgbClr val="218477"/>
            </a:solidFill>
            <a:ln w="23813">
              <a:solidFill>
                <a:srgbClr val="218477"/>
              </a:solidFill>
            </a:ln>
          </c:spPr>
          <c:marker>
            <c:symbol val="none"/>
            <c:size val="2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-5</c:v>
                </c:pt>
                <c:pt idx="1">
                  <c:v>-4.9</c:v>
                </c:pt>
                <c:pt idx="2">
                  <c:v>-4.8</c:v>
                </c:pt>
                <c:pt idx="3">
                  <c:v>-4.7</c:v>
                </c:pt>
                <c:pt idx="4">
                  <c:v>-4.6</c:v>
                </c:pt>
                <c:pt idx="5">
                  <c:v>-4.5</c:v>
                </c:pt>
                <c:pt idx="6">
                  <c:v>-4.4</c:v>
                </c:pt>
                <c:pt idx="7">
                  <c:v>-4.3</c:v>
                </c:pt>
                <c:pt idx="8">
                  <c:v>-4.2</c:v>
                </c:pt>
                <c:pt idx="9">
                  <c:v>-4.1</c:v>
                </c:pt>
                <c:pt idx="10">
                  <c:v>-4</c:v>
                </c:pt>
                <c:pt idx="11">
                  <c:v>-3.9</c:v>
                </c:pt>
                <c:pt idx="12">
                  <c:v>-3.8</c:v>
                </c:pt>
                <c:pt idx="13">
                  <c:v>-3.7</c:v>
                </c:pt>
                <c:pt idx="14">
                  <c:v>-3.6</c:v>
                </c:pt>
                <c:pt idx="15">
                  <c:v>-3.5</c:v>
                </c:pt>
                <c:pt idx="16">
                  <c:v>-3.4</c:v>
                </c:pt>
                <c:pt idx="17">
                  <c:v>-3.3</c:v>
                </c:pt>
                <c:pt idx="18">
                  <c:v>-3.2</c:v>
                </c:pt>
                <c:pt idx="19">
                  <c:v>-3.1</c:v>
                </c:pt>
                <c:pt idx="20">
                  <c:v>-3</c:v>
                </c:pt>
                <c:pt idx="21">
                  <c:v>-2.9</c:v>
                </c:pt>
                <c:pt idx="22">
                  <c:v>-2.8</c:v>
                </c:pt>
                <c:pt idx="23">
                  <c:v>-2.7</c:v>
                </c:pt>
                <c:pt idx="24">
                  <c:v>-2.6</c:v>
                </c:pt>
                <c:pt idx="25">
                  <c:v>-2.5</c:v>
                </c:pt>
                <c:pt idx="26">
                  <c:v>-2.4</c:v>
                </c:pt>
                <c:pt idx="27">
                  <c:v>-2.3</c:v>
                </c:pt>
                <c:pt idx="28">
                  <c:v>-2.2</c:v>
                </c:pt>
                <c:pt idx="29">
                  <c:v>-2.1</c:v>
                </c:pt>
                <c:pt idx="30">
                  <c:v>-2</c:v>
                </c:pt>
                <c:pt idx="31">
                  <c:v>-1.9</c:v>
                </c:pt>
                <c:pt idx="32">
                  <c:v>-1.8</c:v>
                </c:pt>
                <c:pt idx="33">
                  <c:v>-1.7</c:v>
                </c:pt>
                <c:pt idx="34">
                  <c:v>-1.6</c:v>
                </c:pt>
                <c:pt idx="35">
                  <c:v>-1.5</c:v>
                </c:pt>
                <c:pt idx="36">
                  <c:v>-1.4</c:v>
                </c:pt>
                <c:pt idx="37">
                  <c:v>-1.3</c:v>
                </c:pt>
                <c:pt idx="38">
                  <c:v>-1.2</c:v>
                </c:pt>
                <c:pt idx="39">
                  <c:v>-1.1</c:v>
                </c:pt>
                <c:pt idx="40">
                  <c:v>-1</c:v>
                </c:pt>
                <c:pt idx="41">
                  <c:v>-0.9</c:v>
                </c:pt>
                <c:pt idx="42">
                  <c:v>-0.8</c:v>
                </c:pt>
                <c:pt idx="43">
                  <c:v>-0.7</c:v>
                </c:pt>
                <c:pt idx="44">
                  <c:v>-0.6</c:v>
                </c:pt>
                <c:pt idx="45">
                  <c:v>-0.5</c:v>
                </c:pt>
                <c:pt idx="46">
                  <c:v>-0.4</c:v>
                </c:pt>
                <c:pt idx="47">
                  <c:v>-0.3</c:v>
                </c:pt>
                <c:pt idx="48">
                  <c:v>-0.2</c:v>
                </c:pt>
                <c:pt idx="49">
                  <c:v>-0.1</c:v>
                </c:pt>
                <c:pt idx="50">
                  <c:v>-2.77555756156E-16</c:v>
                </c:pt>
                <c:pt idx="51">
                  <c:v>0.1</c:v>
                </c:pt>
                <c:pt idx="52">
                  <c:v>0.2</c:v>
                </c:pt>
                <c:pt idx="53">
                  <c:v>0.3</c:v>
                </c:pt>
                <c:pt idx="54">
                  <c:v>0.4</c:v>
                </c:pt>
                <c:pt idx="55">
                  <c:v>0.5</c:v>
                </c:pt>
                <c:pt idx="56">
                  <c:v>0.6</c:v>
                </c:pt>
                <c:pt idx="57">
                  <c:v>0.7</c:v>
                </c:pt>
                <c:pt idx="58">
                  <c:v>0.8</c:v>
                </c:pt>
                <c:pt idx="59">
                  <c:v>0.9</c:v>
                </c:pt>
                <c:pt idx="60">
                  <c:v>1</c:v>
                </c:pt>
                <c:pt idx="61">
                  <c:v>1.1</c:v>
                </c:pt>
                <c:pt idx="62">
                  <c:v>1.2</c:v>
                </c:pt>
                <c:pt idx="63">
                  <c:v>1.3</c:v>
                </c:pt>
                <c:pt idx="64">
                  <c:v>1.4</c:v>
                </c:pt>
                <c:pt idx="65">
                  <c:v>1.5</c:v>
                </c:pt>
                <c:pt idx="66">
                  <c:v>1.6</c:v>
                </c:pt>
                <c:pt idx="67">
                  <c:v>1.7</c:v>
                </c:pt>
                <c:pt idx="68">
                  <c:v>1.8</c:v>
                </c:pt>
                <c:pt idx="69">
                  <c:v>1.9</c:v>
                </c:pt>
                <c:pt idx="70">
                  <c:v>2</c:v>
                </c:pt>
                <c:pt idx="71">
                  <c:v>2.1</c:v>
                </c:pt>
                <c:pt idx="72">
                  <c:v>2.2</c:v>
                </c:pt>
                <c:pt idx="73">
                  <c:v>2.3</c:v>
                </c:pt>
                <c:pt idx="74">
                  <c:v>2.4</c:v>
                </c:pt>
                <c:pt idx="75">
                  <c:v>2.5</c:v>
                </c:pt>
                <c:pt idx="76">
                  <c:v>2.6</c:v>
                </c:pt>
                <c:pt idx="77">
                  <c:v>2.7</c:v>
                </c:pt>
                <c:pt idx="78">
                  <c:v>2.8</c:v>
                </c:pt>
                <c:pt idx="79">
                  <c:v>2.9</c:v>
                </c:pt>
                <c:pt idx="80">
                  <c:v>3</c:v>
                </c:pt>
                <c:pt idx="81">
                  <c:v>3.1</c:v>
                </c:pt>
                <c:pt idx="82">
                  <c:v>3.2</c:v>
                </c:pt>
                <c:pt idx="83">
                  <c:v>3.3</c:v>
                </c:pt>
                <c:pt idx="84">
                  <c:v>3.4</c:v>
                </c:pt>
                <c:pt idx="85">
                  <c:v>3.5</c:v>
                </c:pt>
                <c:pt idx="86">
                  <c:v>3.6</c:v>
                </c:pt>
                <c:pt idx="87">
                  <c:v>3.7</c:v>
                </c:pt>
                <c:pt idx="88">
                  <c:v>3.8</c:v>
                </c:pt>
                <c:pt idx="89">
                  <c:v>3.9</c:v>
                </c:pt>
                <c:pt idx="90">
                  <c:v>4</c:v>
                </c:pt>
                <c:pt idx="91">
                  <c:v>4.1</c:v>
                </c:pt>
                <c:pt idx="92">
                  <c:v>4.2</c:v>
                </c:pt>
                <c:pt idx="93">
                  <c:v>4.3</c:v>
                </c:pt>
                <c:pt idx="94">
                  <c:v>4.4</c:v>
                </c:pt>
                <c:pt idx="95">
                  <c:v>4.5</c:v>
                </c:pt>
                <c:pt idx="96">
                  <c:v>4.6</c:v>
                </c:pt>
                <c:pt idx="97">
                  <c:v>4.7</c:v>
                </c:pt>
                <c:pt idx="98">
                  <c:v>4.8</c:v>
                </c:pt>
                <c:pt idx="99">
                  <c:v>4.9</c:v>
                </c:pt>
                <c:pt idx="100">
                  <c:v>5</c:v>
                </c:pt>
              </c:numCache>
            </c:numRef>
          </c:xVal>
          <c:yVal>
            <c:numRef>
              <c:f>'Chart Data'!$B$2:$B$102</c:f>
              <c:numCache>
                <c:formatCode>0.##</c:formatCode>
                <c:ptCount val="101"/>
                <c:pt idx="0">
                  <c:v>-0.999909204263</c:v>
                </c:pt>
                <c:pt idx="1">
                  <c:v>-0.999889102951</c:v>
                </c:pt>
                <c:pt idx="2">
                  <c:v>-0.999864551701</c:v>
                </c:pt>
                <c:pt idx="3">
                  <c:v>-0.999834565554</c:v>
                </c:pt>
                <c:pt idx="4">
                  <c:v>-0.999797941612</c:v>
                </c:pt>
                <c:pt idx="5">
                  <c:v>-0.999753210848</c:v>
                </c:pt>
                <c:pt idx="6">
                  <c:v>-0.999698579284</c:v>
                </c:pt>
                <c:pt idx="7">
                  <c:v>-0.99963185619</c:v>
                </c:pt>
                <c:pt idx="8">
                  <c:v>-0.99955036646</c:v>
                </c:pt>
                <c:pt idx="9">
                  <c:v>-0.999450843688</c:v>
                </c:pt>
                <c:pt idx="10">
                  <c:v>-0.999329299739</c:v>
                </c:pt>
                <c:pt idx="11">
                  <c:v>-0.99918086567</c:v>
                </c:pt>
                <c:pt idx="12">
                  <c:v>-0.998999597786</c:v>
                </c:pt>
                <c:pt idx="13">
                  <c:v>-0.998778241281</c:v>
                </c:pt>
                <c:pt idx="14">
                  <c:v>-0.998507942332</c:v>
                </c:pt>
                <c:pt idx="15">
                  <c:v>-0.998177897611</c:v>
                </c:pt>
                <c:pt idx="16">
                  <c:v>-0.997774927934</c:v>
                </c:pt>
                <c:pt idx="17">
                  <c:v>-0.997282960099</c:v>
                </c:pt>
                <c:pt idx="18">
                  <c:v>-0.99668239784</c:v>
                </c:pt>
                <c:pt idx="19">
                  <c:v>-0.995949359222</c:v>
                </c:pt>
                <c:pt idx="20">
                  <c:v>-0.995054753687</c:v>
                </c:pt>
                <c:pt idx="21">
                  <c:v>-0.993963167351</c:v>
                </c:pt>
                <c:pt idx="22">
                  <c:v>-0.992631520201</c:v>
                </c:pt>
                <c:pt idx="23">
                  <c:v>-0.991007453678</c:v>
                </c:pt>
                <c:pt idx="24">
                  <c:v>-0.989027402201</c:v>
                </c:pt>
                <c:pt idx="25">
                  <c:v>-0.986614298151</c:v>
                </c:pt>
                <c:pt idx="26">
                  <c:v>-0.983674857694</c:v>
                </c:pt>
                <c:pt idx="27">
                  <c:v>-0.980096396266</c:v>
                </c:pt>
                <c:pt idx="28">
                  <c:v>-0.975743130031</c:v>
                </c:pt>
                <c:pt idx="29">
                  <c:v>-0.970451936613</c:v>
                </c:pt>
                <c:pt idx="30">
                  <c:v>-0.964027580076</c:v>
                </c:pt>
                <c:pt idx="31">
                  <c:v>-0.956237458128</c:v>
                </c:pt>
                <c:pt idx="32">
                  <c:v>-0.946806012846</c:v>
                </c:pt>
                <c:pt idx="33">
                  <c:v>-0.935409070603</c:v>
                </c:pt>
                <c:pt idx="34">
                  <c:v>-0.921668554406</c:v>
                </c:pt>
                <c:pt idx="35">
                  <c:v>-0.905148253645</c:v>
                </c:pt>
                <c:pt idx="36">
                  <c:v>-0.885351648202</c:v>
                </c:pt>
                <c:pt idx="37">
                  <c:v>-0.861723159313</c:v>
                </c:pt>
                <c:pt idx="38">
                  <c:v>-0.833654607012</c:v>
                </c:pt>
                <c:pt idx="39">
                  <c:v>-0.800499021761</c:v>
                </c:pt>
                <c:pt idx="40">
                  <c:v>-0.761594155956</c:v>
                </c:pt>
                <c:pt idx="41">
                  <c:v>-0.716297870199</c:v>
                </c:pt>
                <c:pt idx="42">
                  <c:v>-0.664036770268</c:v>
                </c:pt>
                <c:pt idx="43">
                  <c:v>-0.604367777117</c:v>
                </c:pt>
                <c:pt idx="44">
                  <c:v>-0.537049566998</c:v>
                </c:pt>
                <c:pt idx="45">
                  <c:v>-0.46211715726</c:v>
                </c:pt>
                <c:pt idx="46">
                  <c:v>-0.379948962255</c:v>
                </c:pt>
                <c:pt idx="47">
                  <c:v>-0.291312612452</c:v>
                </c:pt>
                <c:pt idx="48">
                  <c:v>-0.197375320225</c:v>
                </c:pt>
                <c:pt idx="49">
                  <c:v>-0.099667994625</c:v>
                </c:pt>
                <c:pt idx="50">
                  <c:v>-2.77555756156E-16</c:v>
                </c:pt>
                <c:pt idx="51">
                  <c:v>0.099667994625</c:v>
                </c:pt>
                <c:pt idx="52">
                  <c:v>0.197375320225</c:v>
                </c:pt>
                <c:pt idx="53">
                  <c:v>0.291312612452</c:v>
                </c:pt>
                <c:pt idx="54">
                  <c:v>0.379948962255</c:v>
                </c:pt>
                <c:pt idx="55">
                  <c:v>0.46211715726</c:v>
                </c:pt>
                <c:pt idx="56">
                  <c:v>0.537049566998</c:v>
                </c:pt>
                <c:pt idx="57">
                  <c:v>0.604367777117</c:v>
                </c:pt>
                <c:pt idx="58">
                  <c:v>0.664036770268</c:v>
                </c:pt>
                <c:pt idx="59">
                  <c:v>0.716297870199</c:v>
                </c:pt>
                <c:pt idx="60">
                  <c:v>0.761594155956</c:v>
                </c:pt>
                <c:pt idx="61">
                  <c:v>0.800499021761</c:v>
                </c:pt>
                <c:pt idx="62">
                  <c:v>0.833654607012</c:v>
                </c:pt>
                <c:pt idx="63">
                  <c:v>0.861723159313</c:v>
                </c:pt>
                <c:pt idx="64">
                  <c:v>0.885351648202</c:v>
                </c:pt>
                <c:pt idx="65">
                  <c:v>0.905148253645</c:v>
                </c:pt>
                <c:pt idx="66">
                  <c:v>0.921668554406</c:v>
                </c:pt>
                <c:pt idx="67">
                  <c:v>0.935409070603</c:v>
                </c:pt>
                <c:pt idx="68">
                  <c:v>0.946806012846</c:v>
                </c:pt>
                <c:pt idx="69">
                  <c:v>0.956237458128</c:v>
                </c:pt>
                <c:pt idx="70">
                  <c:v>0.964027580076</c:v>
                </c:pt>
                <c:pt idx="71">
                  <c:v>0.970451936613</c:v>
                </c:pt>
                <c:pt idx="72">
                  <c:v>0.975743130031</c:v>
                </c:pt>
                <c:pt idx="73">
                  <c:v>0.980096396266</c:v>
                </c:pt>
                <c:pt idx="74">
                  <c:v>0.983674857694</c:v>
                </c:pt>
                <c:pt idx="75">
                  <c:v>0.986614298151</c:v>
                </c:pt>
                <c:pt idx="76">
                  <c:v>0.989027402201</c:v>
                </c:pt>
                <c:pt idx="77">
                  <c:v>0.991007453678</c:v>
                </c:pt>
                <c:pt idx="78">
                  <c:v>0.992631520201</c:v>
                </c:pt>
                <c:pt idx="79">
                  <c:v>0.993963167351</c:v>
                </c:pt>
                <c:pt idx="80">
                  <c:v>0.995054753687</c:v>
                </c:pt>
                <c:pt idx="81">
                  <c:v>0.995949359222</c:v>
                </c:pt>
                <c:pt idx="82">
                  <c:v>0.99668239784</c:v>
                </c:pt>
                <c:pt idx="83">
                  <c:v>0.997282960099</c:v>
                </c:pt>
                <c:pt idx="84">
                  <c:v>0.997774927934</c:v>
                </c:pt>
                <c:pt idx="85">
                  <c:v>0.998177897611</c:v>
                </c:pt>
                <c:pt idx="86">
                  <c:v>0.998507942332</c:v>
                </c:pt>
                <c:pt idx="87">
                  <c:v>0.998778241281</c:v>
                </c:pt>
                <c:pt idx="88">
                  <c:v>0.998999597786</c:v>
                </c:pt>
                <c:pt idx="89">
                  <c:v>0.99918086567</c:v>
                </c:pt>
                <c:pt idx="90">
                  <c:v>0.999329299739</c:v>
                </c:pt>
                <c:pt idx="91">
                  <c:v>0.999450843688</c:v>
                </c:pt>
                <c:pt idx="92">
                  <c:v>0.99955036646</c:v>
                </c:pt>
                <c:pt idx="93">
                  <c:v>0.99963185619</c:v>
                </c:pt>
                <c:pt idx="94">
                  <c:v>0.999698579284</c:v>
                </c:pt>
                <c:pt idx="95">
                  <c:v>0.999753210848</c:v>
                </c:pt>
                <c:pt idx="96">
                  <c:v>0.999797941612</c:v>
                </c:pt>
                <c:pt idx="97">
                  <c:v>0.999834565554</c:v>
                </c:pt>
                <c:pt idx="98">
                  <c:v>0.999864551701</c:v>
                </c:pt>
                <c:pt idx="99">
                  <c:v>0.999889102951</c:v>
                </c:pt>
                <c:pt idx="100">
                  <c:v>0.999909204263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activation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5"/>
          <c:min val="-5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preactivation z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1"/>
      </c:valAx>
      <c:spPr>
        <a:solidFill>
          <a:srgbClr val="FAFBFC"/>
        </a:solidFill>
      </c:spPr>
    </c:plotArea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ReLU</c:v>
          </c:tx>
          <c:spPr>
            <a:solidFill>
              <a:srgbClr val="B87521"/>
            </a:solidFill>
            <a:ln w="23813">
              <a:solidFill>
                <a:srgbClr val="B87521"/>
              </a:solidFill>
            </a:ln>
          </c:spPr>
          <c:marker>
            <c:symbol val="none"/>
            <c:size val="2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-5</c:v>
                </c:pt>
                <c:pt idx="1">
                  <c:v>-4.9</c:v>
                </c:pt>
                <c:pt idx="2">
                  <c:v>-4.8</c:v>
                </c:pt>
                <c:pt idx="3">
                  <c:v>-4.7</c:v>
                </c:pt>
                <c:pt idx="4">
                  <c:v>-4.6</c:v>
                </c:pt>
                <c:pt idx="5">
                  <c:v>-4.5</c:v>
                </c:pt>
                <c:pt idx="6">
                  <c:v>-4.4</c:v>
                </c:pt>
                <c:pt idx="7">
                  <c:v>-4.3</c:v>
                </c:pt>
                <c:pt idx="8">
                  <c:v>-4.2</c:v>
                </c:pt>
                <c:pt idx="9">
                  <c:v>-4.1</c:v>
                </c:pt>
                <c:pt idx="10">
                  <c:v>-4</c:v>
                </c:pt>
                <c:pt idx="11">
                  <c:v>-3.9</c:v>
                </c:pt>
                <c:pt idx="12">
                  <c:v>-3.8</c:v>
                </c:pt>
                <c:pt idx="13">
                  <c:v>-3.7</c:v>
                </c:pt>
                <c:pt idx="14">
                  <c:v>-3.6</c:v>
                </c:pt>
                <c:pt idx="15">
                  <c:v>-3.5</c:v>
                </c:pt>
                <c:pt idx="16">
                  <c:v>-3.4</c:v>
                </c:pt>
                <c:pt idx="17">
                  <c:v>-3.3</c:v>
                </c:pt>
                <c:pt idx="18">
                  <c:v>-3.2</c:v>
                </c:pt>
                <c:pt idx="19">
                  <c:v>-3.1</c:v>
                </c:pt>
                <c:pt idx="20">
                  <c:v>-3</c:v>
                </c:pt>
                <c:pt idx="21">
                  <c:v>-2.9</c:v>
                </c:pt>
                <c:pt idx="22">
                  <c:v>-2.8</c:v>
                </c:pt>
                <c:pt idx="23">
                  <c:v>-2.7</c:v>
                </c:pt>
                <c:pt idx="24">
                  <c:v>-2.6</c:v>
                </c:pt>
                <c:pt idx="25">
                  <c:v>-2.5</c:v>
                </c:pt>
                <c:pt idx="26">
                  <c:v>-2.4</c:v>
                </c:pt>
                <c:pt idx="27">
                  <c:v>-2.3</c:v>
                </c:pt>
                <c:pt idx="28">
                  <c:v>-2.2</c:v>
                </c:pt>
                <c:pt idx="29">
                  <c:v>-2.1</c:v>
                </c:pt>
                <c:pt idx="30">
                  <c:v>-2</c:v>
                </c:pt>
                <c:pt idx="31">
                  <c:v>-1.9</c:v>
                </c:pt>
                <c:pt idx="32">
                  <c:v>-1.8</c:v>
                </c:pt>
                <c:pt idx="33">
                  <c:v>-1.7</c:v>
                </c:pt>
                <c:pt idx="34">
                  <c:v>-1.6</c:v>
                </c:pt>
                <c:pt idx="35">
                  <c:v>-1.5</c:v>
                </c:pt>
                <c:pt idx="36">
                  <c:v>-1.4</c:v>
                </c:pt>
                <c:pt idx="37">
                  <c:v>-1.3</c:v>
                </c:pt>
                <c:pt idx="38">
                  <c:v>-1.2</c:v>
                </c:pt>
                <c:pt idx="39">
                  <c:v>-1.1</c:v>
                </c:pt>
                <c:pt idx="40">
                  <c:v>-1</c:v>
                </c:pt>
                <c:pt idx="41">
                  <c:v>-0.9</c:v>
                </c:pt>
                <c:pt idx="42">
                  <c:v>-0.8</c:v>
                </c:pt>
                <c:pt idx="43">
                  <c:v>-0.7</c:v>
                </c:pt>
                <c:pt idx="44">
                  <c:v>-0.6</c:v>
                </c:pt>
                <c:pt idx="45">
                  <c:v>-0.5</c:v>
                </c:pt>
                <c:pt idx="46">
                  <c:v>-0.4</c:v>
                </c:pt>
                <c:pt idx="47">
                  <c:v>-0.3</c:v>
                </c:pt>
                <c:pt idx="48">
                  <c:v>-0.2</c:v>
                </c:pt>
                <c:pt idx="49">
                  <c:v>-0.1</c:v>
                </c:pt>
                <c:pt idx="50">
                  <c:v>-2.77555756156E-16</c:v>
                </c:pt>
                <c:pt idx="51">
                  <c:v>0.1</c:v>
                </c:pt>
                <c:pt idx="52">
                  <c:v>0.2</c:v>
                </c:pt>
                <c:pt idx="53">
                  <c:v>0.3</c:v>
                </c:pt>
                <c:pt idx="54">
                  <c:v>0.4</c:v>
                </c:pt>
                <c:pt idx="55">
                  <c:v>0.5</c:v>
                </c:pt>
                <c:pt idx="56">
                  <c:v>0.6</c:v>
                </c:pt>
                <c:pt idx="57">
                  <c:v>0.7</c:v>
                </c:pt>
                <c:pt idx="58">
                  <c:v>0.8</c:v>
                </c:pt>
                <c:pt idx="59">
                  <c:v>0.9</c:v>
                </c:pt>
                <c:pt idx="60">
                  <c:v>1</c:v>
                </c:pt>
                <c:pt idx="61">
                  <c:v>1.1</c:v>
                </c:pt>
                <c:pt idx="62">
                  <c:v>1.2</c:v>
                </c:pt>
                <c:pt idx="63">
                  <c:v>1.3</c:v>
                </c:pt>
                <c:pt idx="64">
                  <c:v>1.4</c:v>
                </c:pt>
                <c:pt idx="65">
                  <c:v>1.5</c:v>
                </c:pt>
                <c:pt idx="66">
                  <c:v>1.6</c:v>
                </c:pt>
                <c:pt idx="67">
                  <c:v>1.7</c:v>
                </c:pt>
                <c:pt idx="68">
                  <c:v>1.8</c:v>
                </c:pt>
                <c:pt idx="69">
                  <c:v>1.9</c:v>
                </c:pt>
                <c:pt idx="70">
                  <c:v>2</c:v>
                </c:pt>
                <c:pt idx="71">
                  <c:v>2.1</c:v>
                </c:pt>
                <c:pt idx="72">
                  <c:v>2.2</c:v>
                </c:pt>
                <c:pt idx="73">
                  <c:v>2.3</c:v>
                </c:pt>
                <c:pt idx="74">
                  <c:v>2.4</c:v>
                </c:pt>
                <c:pt idx="75">
                  <c:v>2.5</c:v>
                </c:pt>
                <c:pt idx="76">
                  <c:v>2.6</c:v>
                </c:pt>
                <c:pt idx="77">
                  <c:v>2.7</c:v>
                </c:pt>
                <c:pt idx="78">
                  <c:v>2.8</c:v>
                </c:pt>
                <c:pt idx="79">
                  <c:v>2.9</c:v>
                </c:pt>
                <c:pt idx="80">
                  <c:v>3</c:v>
                </c:pt>
                <c:pt idx="81">
                  <c:v>3.1</c:v>
                </c:pt>
                <c:pt idx="82">
                  <c:v>3.2</c:v>
                </c:pt>
                <c:pt idx="83">
                  <c:v>3.3</c:v>
                </c:pt>
                <c:pt idx="84">
                  <c:v>3.4</c:v>
                </c:pt>
                <c:pt idx="85">
                  <c:v>3.5</c:v>
                </c:pt>
                <c:pt idx="86">
                  <c:v>3.6</c:v>
                </c:pt>
                <c:pt idx="87">
                  <c:v>3.7</c:v>
                </c:pt>
                <c:pt idx="88">
                  <c:v>3.8</c:v>
                </c:pt>
                <c:pt idx="89">
                  <c:v>3.9</c:v>
                </c:pt>
                <c:pt idx="90">
                  <c:v>4</c:v>
                </c:pt>
                <c:pt idx="91">
                  <c:v>4.1</c:v>
                </c:pt>
                <c:pt idx="92">
                  <c:v>4.2</c:v>
                </c:pt>
                <c:pt idx="93">
                  <c:v>4.3</c:v>
                </c:pt>
                <c:pt idx="94">
                  <c:v>4.4</c:v>
                </c:pt>
                <c:pt idx="95">
                  <c:v>4.5</c:v>
                </c:pt>
                <c:pt idx="96">
                  <c:v>4.6</c:v>
                </c:pt>
                <c:pt idx="97">
                  <c:v>4.7</c:v>
                </c:pt>
                <c:pt idx="98">
                  <c:v>4.8</c:v>
                </c:pt>
                <c:pt idx="99">
                  <c:v>4.9</c:v>
                </c:pt>
                <c:pt idx="100">
                  <c:v>5</c:v>
                </c:pt>
              </c:numCache>
            </c:numRef>
          </c:xVal>
          <c:yVal>
            <c:numRef>
              <c:f>'Chart Data'!$B$2:$B$102</c:f>
              <c:numCache>
                <c:formatCode>0.##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0.1</c:v>
                </c:pt>
                <c:pt idx="52">
                  <c:v>0.2</c:v>
                </c:pt>
                <c:pt idx="53">
                  <c:v>0.3</c:v>
                </c:pt>
                <c:pt idx="54">
                  <c:v>0.4</c:v>
                </c:pt>
                <c:pt idx="55">
                  <c:v>0.5</c:v>
                </c:pt>
                <c:pt idx="56">
                  <c:v>0.6</c:v>
                </c:pt>
                <c:pt idx="57">
                  <c:v>0.7</c:v>
                </c:pt>
                <c:pt idx="58">
                  <c:v>0.8</c:v>
                </c:pt>
                <c:pt idx="59">
                  <c:v>0.9</c:v>
                </c:pt>
                <c:pt idx="60">
                  <c:v>1</c:v>
                </c:pt>
                <c:pt idx="61">
                  <c:v>1.1</c:v>
                </c:pt>
                <c:pt idx="62">
                  <c:v>1.2</c:v>
                </c:pt>
                <c:pt idx="63">
                  <c:v>1.3</c:v>
                </c:pt>
                <c:pt idx="64">
                  <c:v>1.4</c:v>
                </c:pt>
                <c:pt idx="65">
                  <c:v>1.5</c:v>
                </c:pt>
                <c:pt idx="66">
                  <c:v>1.6</c:v>
                </c:pt>
                <c:pt idx="67">
                  <c:v>1.7</c:v>
                </c:pt>
                <c:pt idx="68">
                  <c:v>1.8</c:v>
                </c:pt>
                <c:pt idx="69">
                  <c:v>1.9</c:v>
                </c:pt>
                <c:pt idx="70">
                  <c:v>2</c:v>
                </c:pt>
                <c:pt idx="71">
                  <c:v>2.1</c:v>
                </c:pt>
                <c:pt idx="72">
                  <c:v>2.2</c:v>
                </c:pt>
                <c:pt idx="73">
                  <c:v>2.3</c:v>
                </c:pt>
                <c:pt idx="74">
                  <c:v>2.4</c:v>
                </c:pt>
                <c:pt idx="75">
                  <c:v>2.5</c:v>
                </c:pt>
                <c:pt idx="76">
                  <c:v>2.6</c:v>
                </c:pt>
                <c:pt idx="77">
                  <c:v>2.7</c:v>
                </c:pt>
                <c:pt idx="78">
                  <c:v>2.8</c:v>
                </c:pt>
                <c:pt idx="79">
                  <c:v>2.9</c:v>
                </c:pt>
                <c:pt idx="80">
                  <c:v>3</c:v>
                </c:pt>
                <c:pt idx="81">
                  <c:v>3.1</c:v>
                </c:pt>
                <c:pt idx="82">
                  <c:v>3.2</c:v>
                </c:pt>
                <c:pt idx="83">
                  <c:v>3.3</c:v>
                </c:pt>
                <c:pt idx="84">
                  <c:v>3.4</c:v>
                </c:pt>
                <c:pt idx="85">
                  <c:v>3.5</c:v>
                </c:pt>
                <c:pt idx="86">
                  <c:v>3.6</c:v>
                </c:pt>
                <c:pt idx="87">
                  <c:v>3.7</c:v>
                </c:pt>
                <c:pt idx="88">
                  <c:v>3.8</c:v>
                </c:pt>
                <c:pt idx="89">
                  <c:v>3.9</c:v>
                </c:pt>
                <c:pt idx="90">
                  <c:v>4</c:v>
                </c:pt>
                <c:pt idx="91">
                  <c:v>4.1</c:v>
                </c:pt>
                <c:pt idx="92">
                  <c:v>4.2</c:v>
                </c:pt>
                <c:pt idx="93">
                  <c:v>4.3</c:v>
                </c:pt>
                <c:pt idx="94">
                  <c:v>4.4</c:v>
                </c:pt>
                <c:pt idx="95">
                  <c:v>4.5</c:v>
                </c:pt>
                <c:pt idx="96">
                  <c:v>4.6</c:v>
                </c:pt>
                <c:pt idx="97">
                  <c:v>4.7</c:v>
                </c:pt>
                <c:pt idx="98">
                  <c:v>4.8</c:v>
                </c:pt>
                <c:pt idx="99">
                  <c:v>4.9</c:v>
                </c:pt>
                <c:pt idx="100">
                  <c:v>5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activation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5"/>
          <c:min val="-5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preactivation z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1"/>
      </c:valAx>
      <c:spPr>
        <a:solidFill>
          <a:srgbClr val="FAFBFC"/>
        </a:solidFill>
      </c:spPr>
    </c:plotArea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sigmoid</c:v>
          </c:tx>
          <c:spPr>
            <a:solidFill>
              <a:srgbClr val="246B8E"/>
            </a:solidFill>
            <a:ln w="23813">
              <a:solidFill>
                <a:srgbClr val="246B8E"/>
              </a:solidFill>
            </a:ln>
          </c:spPr>
          <c:marker>
            <c:symbol val="none"/>
            <c:size val="2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-5</c:v>
                </c:pt>
                <c:pt idx="1">
                  <c:v>-4.9</c:v>
                </c:pt>
                <c:pt idx="2">
                  <c:v>-4.8</c:v>
                </c:pt>
                <c:pt idx="3">
                  <c:v>-4.7</c:v>
                </c:pt>
                <c:pt idx="4">
                  <c:v>-4.6</c:v>
                </c:pt>
                <c:pt idx="5">
                  <c:v>-4.5</c:v>
                </c:pt>
                <c:pt idx="6">
                  <c:v>-4.4</c:v>
                </c:pt>
                <c:pt idx="7">
                  <c:v>-4.3</c:v>
                </c:pt>
                <c:pt idx="8">
                  <c:v>-4.2</c:v>
                </c:pt>
                <c:pt idx="9">
                  <c:v>-4.1</c:v>
                </c:pt>
                <c:pt idx="10">
                  <c:v>-4</c:v>
                </c:pt>
                <c:pt idx="11">
                  <c:v>-3.9</c:v>
                </c:pt>
                <c:pt idx="12">
                  <c:v>-3.8</c:v>
                </c:pt>
                <c:pt idx="13">
                  <c:v>-3.7</c:v>
                </c:pt>
                <c:pt idx="14">
                  <c:v>-3.6</c:v>
                </c:pt>
                <c:pt idx="15">
                  <c:v>-3.5</c:v>
                </c:pt>
                <c:pt idx="16">
                  <c:v>-3.4</c:v>
                </c:pt>
                <c:pt idx="17">
                  <c:v>-3.3</c:v>
                </c:pt>
                <c:pt idx="18">
                  <c:v>-3.2</c:v>
                </c:pt>
                <c:pt idx="19">
                  <c:v>-3.1</c:v>
                </c:pt>
                <c:pt idx="20">
                  <c:v>-3</c:v>
                </c:pt>
                <c:pt idx="21">
                  <c:v>-2.9</c:v>
                </c:pt>
                <c:pt idx="22">
                  <c:v>-2.8</c:v>
                </c:pt>
                <c:pt idx="23">
                  <c:v>-2.7</c:v>
                </c:pt>
                <c:pt idx="24">
                  <c:v>-2.6</c:v>
                </c:pt>
                <c:pt idx="25">
                  <c:v>-2.5</c:v>
                </c:pt>
                <c:pt idx="26">
                  <c:v>-2.4</c:v>
                </c:pt>
                <c:pt idx="27">
                  <c:v>-2.3</c:v>
                </c:pt>
                <c:pt idx="28">
                  <c:v>-2.2</c:v>
                </c:pt>
                <c:pt idx="29">
                  <c:v>-2.1</c:v>
                </c:pt>
                <c:pt idx="30">
                  <c:v>-2</c:v>
                </c:pt>
                <c:pt idx="31">
                  <c:v>-1.9</c:v>
                </c:pt>
                <c:pt idx="32">
                  <c:v>-1.8</c:v>
                </c:pt>
                <c:pt idx="33">
                  <c:v>-1.7</c:v>
                </c:pt>
                <c:pt idx="34">
                  <c:v>-1.6</c:v>
                </c:pt>
                <c:pt idx="35">
                  <c:v>-1.5</c:v>
                </c:pt>
                <c:pt idx="36">
                  <c:v>-1.4</c:v>
                </c:pt>
                <c:pt idx="37">
                  <c:v>-1.3</c:v>
                </c:pt>
                <c:pt idx="38">
                  <c:v>-1.2</c:v>
                </c:pt>
                <c:pt idx="39">
                  <c:v>-1.1</c:v>
                </c:pt>
                <c:pt idx="40">
                  <c:v>-1</c:v>
                </c:pt>
                <c:pt idx="41">
                  <c:v>-0.9</c:v>
                </c:pt>
                <c:pt idx="42">
                  <c:v>-0.8</c:v>
                </c:pt>
                <c:pt idx="43">
                  <c:v>-0.7</c:v>
                </c:pt>
                <c:pt idx="44">
                  <c:v>-0.6</c:v>
                </c:pt>
                <c:pt idx="45">
                  <c:v>-0.5</c:v>
                </c:pt>
                <c:pt idx="46">
                  <c:v>-0.4</c:v>
                </c:pt>
                <c:pt idx="47">
                  <c:v>-0.3</c:v>
                </c:pt>
                <c:pt idx="48">
                  <c:v>-0.2</c:v>
                </c:pt>
                <c:pt idx="49">
                  <c:v>-0.1</c:v>
                </c:pt>
                <c:pt idx="50">
                  <c:v>-2.77555756156E-16</c:v>
                </c:pt>
                <c:pt idx="51">
                  <c:v>0.1</c:v>
                </c:pt>
                <c:pt idx="52">
                  <c:v>0.2</c:v>
                </c:pt>
                <c:pt idx="53">
                  <c:v>0.3</c:v>
                </c:pt>
                <c:pt idx="54">
                  <c:v>0.4</c:v>
                </c:pt>
                <c:pt idx="55">
                  <c:v>0.5</c:v>
                </c:pt>
                <c:pt idx="56">
                  <c:v>0.6</c:v>
                </c:pt>
                <c:pt idx="57">
                  <c:v>0.7</c:v>
                </c:pt>
                <c:pt idx="58">
                  <c:v>0.8</c:v>
                </c:pt>
                <c:pt idx="59">
                  <c:v>0.9</c:v>
                </c:pt>
                <c:pt idx="60">
                  <c:v>1</c:v>
                </c:pt>
                <c:pt idx="61">
                  <c:v>1.1</c:v>
                </c:pt>
                <c:pt idx="62">
                  <c:v>1.2</c:v>
                </c:pt>
                <c:pt idx="63">
                  <c:v>1.3</c:v>
                </c:pt>
                <c:pt idx="64">
                  <c:v>1.4</c:v>
                </c:pt>
                <c:pt idx="65">
                  <c:v>1.5</c:v>
                </c:pt>
                <c:pt idx="66">
                  <c:v>1.6</c:v>
                </c:pt>
                <c:pt idx="67">
                  <c:v>1.7</c:v>
                </c:pt>
                <c:pt idx="68">
                  <c:v>1.8</c:v>
                </c:pt>
                <c:pt idx="69">
                  <c:v>1.9</c:v>
                </c:pt>
                <c:pt idx="70">
                  <c:v>2</c:v>
                </c:pt>
                <c:pt idx="71">
                  <c:v>2.1</c:v>
                </c:pt>
                <c:pt idx="72">
                  <c:v>2.2</c:v>
                </c:pt>
                <c:pt idx="73">
                  <c:v>2.3</c:v>
                </c:pt>
                <c:pt idx="74">
                  <c:v>2.4</c:v>
                </c:pt>
                <c:pt idx="75">
                  <c:v>2.5</c:v>
                </c:pt>
                <c:pt idx="76">
                  <c:v>2.6</c:v>
                </c:pt>
                <c:pt idx="77">
                  <c:v>2.7</c:v>
                </c:pt>
                <c:pt idx="78">
                  <c:v>2.8</c:v>
                </c:pt>
                <c:pt idx="79">
                  <c:v>2.9</c:v>
                </c:pt>
                <c:pt idx="80">
                  <c:v>3</c:v>
                </c:pt>
                <c:pt idx="81">
                  <c:v>3.1</c:v>
                </c:pt>
                <c:pt idx="82">
                  <c:v>3.2</c:v>
                </c:pt>
                <c:pt idx="83">
                  <c:v>3.3</c:v>
                </c:pt>
                <c:pt idx="84">
                  <c:v>3.4</c:v>
                </c:pt>
                <c:pt idx="85">
                  <c:v>3.5</c:v>
                </c:pt>
                <c:pt idx="86">
                  <c:v>3.6</c:v>
                </c:pt>
                <c:pt idx="87">
                  <c:v>3.7</c:v>
                </c:pt>
                <c:pt idx="88">
                  <c:v>3.8</c:v>
                </c:pt>
                <c:pt idx="89">
                  <c:v>3.9</c:v>
                </c:pt>
                <c:pt idx="90">
                  <c:v>4</c:v>
                </c:pt>
                <c:pt idx="91">
                  <c:v>4.1</c:v>
                </c:pt>
                <c:pt idx="92">
                  <c:v>4.2</c:v>
                </c:pt>
                <c:pt idx="93">
                  <c:v>4.3</c:v>
                </c:pt>
                <c:pt idx="94">
                  <c:v>4.4</c:v>
                </c:pt>
                <c:pt idx="95">
                  <c:v>4.5</c:v>
                </c:pt>
                <c:pt idx="96">
                  <c:v>4.6</c:v>
                </c:pt>
                <c:pt idx="97">
                  <c:v>4.7</c:v>
                </c:pt>
                <c:pt idx="98">
                  <c:v>4.8</c:v>
                </c:pt>
                <c:pt idx="99">
                  <c:v>4.9</c:v>
                </c:pt>
                <c:pt idx="100">
                  <c:v>5</c:v>
                </c:pt>
              </c:numCache>
            </c:numRef>
          </c:xVal>
          <c:yVal>
            <c:numRef>
              <c:f>'Chart Data'!$B$2:$B$102</c:f>
              <c:numCache>
                <c:formatCode>0.##</c:formatCode>
                <c:ptCount val="101"/>
                <c:pt idx="0">
                  <c:v>0.00664805667079</c:v>
                </c:pt>
                <c:pt idx="1">
                  <c:v>0.00733690646084</c:v>
                </c:pt>
                <c:pt idx="2">
                  <c:v>0.00809594358533</c:v>
                </c:pt>
                <c:pt idx="3">
                  <c:v>0.00893205910024</c:v>
                </c:pt>
                <c:pt idx="4">
                  <c:v>0.00985276350651</c:v>
                </c:pt>
                <c:pt idx="5">
                  <c:v>0.0108662297222</c:v>
                </c:pt>
                <c:pt idx="6">
                  <c:v>0.0119813360491</c:v>
                </c:pt>
                <c:pt idx="7">
                  <c:v>0.0132077082587</c:v>
                </c:pt>
                <c:pt idx="8">
                  <c:v>0.0145557596808</c:v>
                </c:pt>
                <c:pt idx="9">
                  <c:v>0.0160367278857</c:v>
                </c:pt>
                <c:pt idx="10">
                  <c:v>0.0176627062133</c:v>
                </c:pt>
                <c:pt idx="11">
                  <c:v>0.0194466680025</c:v>
                </c:pt>
                <c:pt idx="12">
                  <c:v>0.0214024809184</c:v>
                </c:pt>
                <c:pt idx="13">
                  <c:v>0.0235449082552</c:v>
                </c:pt>
                <c:pt idx="14">
                  <c:v>0.0258895935095</c:v>
                </c:pt>
                <c:pt idx="15">
                  <c:v>0.0284530238797</c:v>
                </c:pt>
                <c:pt idx="16">
                  <c:v>0.0312524676584</c:v>
                </c:pt>
                <c:pt idx="17">
                  <c:v>0.0343058797664</c:v>
                </c:pt>
                <c:pt idx="18">
                  <c:v>0.0376317689546</c:v>
                </c:pt>
                <c:pt idx="19">
                  <c:v>0.0412490195125</c:v>
                </c:pt>
                <c:pt idx="20">
                  <c:v>0.0451766597309</c:v>
                </c:pt>
                <c:pt idx="21">
                  <c:v>0.0494335689366</c:v>
                </c:pt>
                <c:pt idx="22">
                  <c:v>0.0540381147564</c:v>
                </c:pt>
                <c:pt idx="23">
                  <c:v>0.0590077124839</c:v>
                </c:pt>
                <c:pt idx="24">
                  <c:v>0.0643582991758</c:v>
                </c:pt>
                <c:pt idx="25">
                  <c:v>0.0701037165451</c:v>
                </c:pt>
                <c:pt idx="26">
                  <c:v>0.0762549990519</c:v>
                </c:pt>
                <c:pt idx="27">
                  <c:v>0.0828195669907</c:v>
                </c:pt>
                <c:pt idx="28">
                  <c:v>0.0898003290401</c:v>
                </c:pt>
                <c:pt idx="29">
                  <c:v>0.0971947048006</c:v>
                </c:pt>
                <c:pt idx="30">
                  <c:v>0.104993585404</c:v>
                </c:pt>
                <c:pt idx="31">
                  <c:v>0.113180259262</c:v>
                </c:pt>
                <c:pt idx="32">
                  <c:v>0.121729340287</c:v>
                </c:pt>
                <c:pt idx="33">
                  <c:v>0.130605746966</c:v>
                </c:pt>
                <c:pt idx="34">
                  <c:v>0.139763791933</c:v>
                </c:pt>
                <c:pt idx="35">
                  <c:v>0.14914645207</c:v>
                </c:pt>
                <c:pt idx="36">
                  <c:v>0.158684897496</c:v>
                </c:pt>
                <c:pt idx="37">
                  <c:v>0.168298362469</c:v>
                </c:pt>
                <c:pt idx="38">
                  <c:v>0.177894440647</c:v>
                </c:pt>
                <c:pt idx="39">
                  <c:v>0.187369879548</c:v>
                </c:pt>
                <c:pt idx="40">
                  <c:v>0.196611933241</c:v>
                </c:pt>
                <c:pt idx="41">
                  <c:v>0.205500307342</c:v>
                </c:pt>
                <c:pt idx="42">
                  <c:v>0.21390969652</c:v>
                </c:pt>
                <c:pt idx="43">
                  <c:v>0.221712873293</c:v>
                </c:pt>
                <c:pt idx="44">
                  <c:v>0.228784240457</c:v>
                </c:pt>
                <c:pt idx="45">
                  <c:v>0.235003712202</c:v>
                </c:pt>
                <c:pt idx="46">
                  <c:v>0.240260745742</c:v>
                </c:pt>
                <c:pt idx="47">
                  <c:v>0.244458311691</c:v>
                </c:pt>
                <c:pt idx="48">
                  <c:v>0.247516572712</c:v>
                </c:pt>
                <c:pt idx="49">
                  <c:v>0.249376040193</c:v>
                </c:pt>
                <c:pt idx="50">
                  <c:v>0.25</c:v>
                </c:pt>
                <c:pt idx="51">
                  <c:v>0.249376040193</c:v>
                </c:pt>
                <c:pt idx="52">
                  <c:v>0.247516572712</c:v>
                </c:pt>
                <c:pt idx="53">
                  <c:v>0.244458311691</c:v>
                </c:pt>
                <c:pt idx="54">
                  <c:v>0.240260745742</c:v>
                </c:pt>
                <c:pt idx="55">
                  <c:v>0.235003712202</c:v>
                </c:pt>
                <c:pt idx="56">
                  <c:v>0.228784240457</c:v>
                </c:pt>
                <c:pt idx="57">
                  <c:v>0.221712873293</c:v>
                </c:pt>
                <c:pt idx="58">
                  <c:v>0.21390969652</c:v>
                </c:pt>
                <c:pt idx="59">
                  <c:v>0.205500307342</c:v>
                </c:pt>
                <c:pt idx="60">
                  <c:v>0.196611933241</c:v>
                </c:pt>
                <c:pt idx="61">
                  <c:v>0.187369879548</c:v>
                </c:pt>
                <c:pt idx="62">
                  <c:v>0.177894440647</c:v>
                </c:pt>
                <c:pt idx="63">
                  <c:v>0.168298362469</c:v>
                </c:pt>
                <c:pt idx="64">
                  <c:v>0.158684897496</c:v>
                </c:pt>
                <c:pt idx="65">
                  <c:v>0.14914645207</c:v>
                </c:pt>
                <c:pt idx="66">
                  <c:v>0.139763791933</c:v>
                </c:pt>
                <c:pt idx="67">
                  <c:v>0.130605746966</c:v>
                </c:pt>
                <c:pt idx="68">
                  <c:v>0.121729340287</c:v>
                </c:pt>
                <c:pt idx="69">
                  <c:v>0.113180259262</c:v>
                </c:pt>
                <c:pt idx="70">
                  <c:v>0.104993585404</c:v>
                </c:pt>
                <c:pt idx="71">
                  <c:v>0.0971947048006</c:v>
                </c:pt>
                <c:pt idx="72">
                  <c:v>0.0898003290401</c:v>
                </c:pt>
                <c:pt idx="73">
                  <c:v>0.0828195669907</c:v>
                </c:pt>
                <c:pt idx="74">
                  <c:v>0.0762549990519</c:v>
                </c:pt>
                <c:pt idx="75">
                  <c:v>0.0701037165451</c:v>
                </c:pt>
                <c:pt idx="76">
                  <c:v>0.0643582991758</c:v>
                </c:pt>
                <c:pt idx="77">
                  <c:v>0.0590077124839</c:v>
                </c:pt>
                <c:pt idx="78">
                  <c:v>0.0540381147564</c:v>
                </c:pt>
                <c:pt idx="79">
                  <c:v>0.0494335689366</c:v>
                </c:pt>
                <c:pt idx="80">
                  <c:v>0.0451766597309</c:v>
                </c:pt>
                <c:pt idx="81">
                  <c:v>0.0412490195125</c:v>
                </c:pt>
                <c:pt idx="82">
                  <c:v>0.0376317689546</c:v>
                </c:pt>
                <c:pt idx="83">
                  <c:v>0.0343058797664</c:v>
                </c:pt>
                <c:pt idx="84">
                  <c:v>0.0312524676584</c:v>
                </c:pt>
                <c:pt idx="85">
                  <c:v>0.0284530238797</c:v>
                </c:pt>
                <c:pt idx="86">
                  <c:v>0.0258895935095</c:v>
                </c:pt>
                <c:pt idx="87">
                  <c:v>0.0235449082552</c:v>
                </c:pt>
                <c:pt idx="88">
                  <c:v>0.0214024809184</c:v>
                </c:pt>
                <c:pt idx="89">
                  <c:v>0.0194466680025</c:v>
                </c:pt>
                <c:pt idx="90">
                  <c:v>0.0176627062133</c:v>
                </c:pt>
                <c:pt idx="91">
                  <c:v>0.0160367278857</c:v>
                </c:pt>
                <c:pt idx="92">
                  <c:v>0.0145557596808</c:v>
                </c:pt>
                <c:pt idx="93">
                  <c:v>0.0132077082587</c:v>
                </c:pt>
                <c:pt idx="94">
                  <c:v>0.0119813360491</c:v>
                </c:pt>
                <c:pt idx="95">
                  <c:v>0.0108662297222</c:v>
                </c:pt>
                <c:pt idx="96">
                  <c:v>0.00985276350651</c:v>
                </c:pt>
                <c:pt idx="97">
                  <c:v>0.00893205910024</c:v>
                </c:pt>
                <c:pt idx="98">
                  <c:v>0.00809594358533</c:v>
                </c:pt>
                <c:pt idx="99">
                  <c:v>0.00733690646084</c:v>
                </c:pt>
                <c:pt idx="100">
                  <c:v>0.00664805667079</c:v>
                </c:pt>
              </c:numCache>
            </c:numRef>
          </c:yVal>
          <c:smooth val="0"/>
        </c:ser>
        <c:ser>
          <c:idx val="1"/>
          <c:order val="1"/>
          <c:tx>
            <c:v>tanh</c:v>
          </c:tx>
          <c:spPr>
            <a:solidFill>
              <a:srgbClr val="218477"/>
            </a:solidFill>
            <a:ln w="23813">
              <a:solidFill>
                <a:srgbClr val="218477"/>
              </a:solidFill>
            </a:ln>
          </c:spPr>
          <c:marker>
            <c:symbol val="none"/>
            <c:size val="2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-5</c:v>
                </c:pt>
                <c:pt idx="1">
                  <c:v>-4.9</c:v>
                </c:pt>
                <c:pt idx="2">
                  <c:v>-4.8</c:v>
                </c:pt>
                <c:pt idx="3">
                  <c:v>-4.7</c:v>
                </c:pt>
                <c:pt idx="4">
                  <c:v>-4.6</c:v>
                </c:pt>
                <c:pt idx="5">
                  <c:v>-4.5</c:v>
                </c:pt>
                <c:pt idx="6">
                  <c:v>-4.4</c:v>
                </c:pt>
                <c:pt idx="7">
                  <c:v>-4.3</c:v>
                </c:pt>
                <c:pt idx="8">
                  <c:v>-4.2</c:v>
                </c:pt>
                <c:pt idx="9">
                  <c:v>-4.1</c:v>
                </c:pt>
                <c:pt idx="10">
                  <c:v>-4</c:v>
                </c:pt>
                <c:pt idx="11">
                  <c:v>-3.9</c:v>
                </c:pt>
                <c:pt idx="12">
                  <c:v>-3.8</c:v>
                </c:pt>
                <c:pt idx="13">
                  <c:v>-3.7</c:v>
                </c:pt>
                <c:pt idx="14">
                  <c:v>-3.6</c:v>
                </c:pt>
                <c:pt idx="15">
                  <c:v>-3.5</c:v>
                </c:pt>
                <c:pt idx="16">
                  <c:v>-3.4</c:v>
                </c:pt>
                <c:pt idx="17">
                  <c:v>-3.3</c:v>
                </c:pt>
                <c:pt idx="18">
                  <c:v>-3.2</c:v>
                </c:pt>
                <c:pt idx="19">
                  <c:v>-3.1</c:v>
                </c:pt>
                <c:pt idx="20">
                  <c:v>-3</c:v>
                </c:pt>
                <c:pt idx="21">
                  <c:v>-2.9</c:v>
                </c:pt>
                <c:pt idx="22">
                  <c:v>-2.8</c:v>
                </c:pt>
                <c:pt idx="23">
                  <c:v>-2.7</c:v>
                </c:pt>
                <c:pt idx="24">
                  <c:v>-2.6</c:v>
                </c:pt>
                <c:pt idx="25">
                  <c:v>-2.5</c:v>
                </c:pt>
                <c:pt idx="26">
                  <c:v>-2.4</c:v>
                </c:pt>
                <c:pt idx="27">
                  <c:v>-2.3</c:v>
                </c:pt>
                <c:pt idx="28">
                  <c:v>-2.2</c:v>
                </c:pt>
                <c:pt idx="29">
                  <c:v>-2.1</c:v>
                </c:pt>
                <c:pt idx="30">
                  <c:v>-2</c:v>
                </c:pt>
                <c:pt idx="31">
                  <c:v>-1.9</c:v>
                </c:pt>
                <c:pt idx="32">
                  <c:v>-1.8</c:v>
                </c:pt>
                <c:pt idx="33">
                  <c:v>-1.7</c:v>
                </c:pt>
                <c:pt idx="34">
                  <c:v>-1.6</c:v>
                </c:pt>
                <c:pt idx="35">
                  <c:v>-1.5</c:v>
                </c:pt>
                <c:pt idx="36">
                  <c:v>-1.4</c:v>
                </c:pt>
                <c:pt idx="37">
                  <c:v>-1.3</c:v>
                </c:pt>
                <c:pt idx="38">
                  <c:v>-1.2</c:v>
                </c:pt>
                <c:pt idx="39">
                  <c:v>-1.1</c:v>
                </c:pt>
                <c:pt idx="40">
                  <c:v>-1</c:v>
                </c:pt>
                <c:pt idx="41">
                  <c:v>-0.9</c:v>
                </c:pt>
                <c:pt idx="42">
                  <c:v>-0.8</c:v>
                </c:pt>
                <c:pt idx="43">
                  <c:v>-0.7</c:v>
                </c:pt>
                <c:pt idx="44">
                  <c:v>-0.6</c:v>
                </c:pt>
                <c:pt idx="45">
                  <c:v>-0.5</c:v>
                </c:pt>
                <c:pt idx="46">
                  <c:v>-0.4</c:v>
                </c:pt>
                <c:pt idx="47">
                  <c:v>-0.3</c:v>
                </c:pt>
                <c:pt idx="48">
                  <c:v>-0.2</c:v>
                </c:pt>
                <c:pt idx="49">
                  <c:v>-0.1</c:v>
                </c:pt>
                <c:pt idx="50">
                  <c:v>-2.77555756156E-16</c:v>
                </c:pt>
                <c:pt idx="51">
                  <c:v>0.1</c:v>
                </c:pt>
                <c:pt idx="52">
                  <c:v>0.2</c:v>
                </c:pt>
                <c:pt idx="53">
                  <c:v>0.3</c:v>
                </c:pt>
                <c:pt idx="54">
                  <c:v>0.4</c:v>
                </c:pt>
                <c:pt idx="55">
                  <c:v>0.5</c:v>
                </c:pt>
                <c:pt idx="56">
                  <c:v>0.6</c:v>
                </c:pt>
                <c:pt idx="57">
                  <c:v>0.7</c:v>
                </c:pt>
                <c:pt idx="58">
                  <c:v>0.8</c:v>
                </c:pt>
                <c:pt idx="59">
                  <c:v>0.9</c:v>
                </c:pt>
                <c:pt idx="60">
                  <c:v>1</c:v>
                </c:pt>
                <c:pt idx="61">
                  <c:v>1.1</c:v>
                </c:pt>
                <c:pt idx="62">
                  <c:v>1.2</c:v>
                </c:pt>
                <c:pt idx="63">
                  <c:v>1.3</c:v>
                </c:pt>
                <c:pt idx="64">
                  <c:v>1.4</c:v>
                </c:pt>
                <c:pt idx="65">
                  <c:v>1.5</c:v>
                </c:pt>
                <c:pt idx="66">
                  <c:v>1.6</c:v>
                </c:pt>
                <c:pt idx="67">
                  <c:v>1.7</c:v>
                </c:pt>
                <c:pt idx="68">
                  <c:v>1.8</c:v>
                </c:pt>
                <c:pt idx="69">
                  <c:v>1.9</c:v>
                </c:pt>
                <c:pt idx="70">
                  <c:v>2</c:v>
                </c:pt>
                <c:pt idx="71">
                  <c:v>2.1</c:v>
                </c:pt>
                <c:pt idx="72">
                  <c:v>2.2</c:v>
                </c:pt>
                <c:pt idx="73">
                  <c:v>2.3</c:v>
                </c:pt>
                <c:pt idx="74">
                  <c:v>2.4</c:v>
                </c:pt>
                <c:pt idx="75">
                  <c:v>2.5</c:v>
                </c:pt>
                <c:pt idx="76">
                  <c:v>2.6</c:v>
                </c:pt>
                <c:pt idx="77">
                  <c:v>2.7</c:v>
                </c:pt>
                <c:pt idx="78">
                  <c:v>2.8</c:v>
                </c:pt>
                <c:pt idx="79">
                  <c:v>2.9</c:v>
                </c:pt>
                <c:pt idx="80">
                  <c:v>3</c:v>
                </c:pt>
                <c:pt idx="81">
                  <c:v>3.1</c:v>
                </c:pt>
                <c:pt idx="82">
                  <c:v>3.2</c:v>
                </c:pt>
                <c:pt idx="83">
                  <c:v>3.3</c:v>
                </c:pt>
                <c:pt idx="84">
                  <c:v>3.4</c:v>
                </c:pt>
                <c:pt idx="85">
                  <c:v>3.5</c:v>
                </c:pt>
                <c:pt idx="86">
                  <c:v>3.6</c:v>
                </c:pt>
                <c:pt idx="87">
                  <c:v>3.7</c:v>
                </c:pt>
                <c:pt idx="88">
                  <c:v>3.8</c:v>
                </c:pt>
                <c:pt idx="89">
                  <c:v>3.9</c:v>
                </c:pt>
                <c:pt idx="90">
                  <c:v>4</c:v>
                </c:pt>
                <c:pt idx="91">
                  <c:v>4.1</c:v>
                </c:pt>
                <c:pt idx="92">
                  <c:v>4.2</c:v>
                </c:pt>
                <c:pt idx="93">
                  <c:v>4.3</c:v>
                </c:pt>
                <c:pt idx="94">
                  <c:v>4.4</c:v>
                </c:pt>
                <c:pt idx="95">
                  <c:v>4.5</c:v>
                </c:pt>
                <c:pt idx="96">
                  <c:v>4.6</c:v>
                </c:pt>
                <c:pt idx="97">
                  <c:v>4.7</c:v>
                </c:pt>
                <c:pt idx="98">
                  <c:v>4.8</c:v>
                </c:pt>
                <c:pt idx="99">
                  <c:v>4.9</c:v>
                </c:pt>
                <c:pt idx="100">
                  <c:v>5</c:v>
                </c:pt>
              </c:numCache>
            </c:numRef>
          </c:xVal>
          <c:yVal>
            <c:numRef>
              <c:f>'Chart Data'!$D$2:$D$102</c:f>
              <c:numCache>
                <c:formatCode>0.##</c:formatCode>
                <c:ptCount val="101"/>
                <c:pt idx="0">
                  <c:v>0.000181583230944</c:v>
                </c:pt>
                <c:pt idx="1">
                  <c:v>0.000221781800736</c:v>
                </c:pt>
                <c:pt idx="2">
                  <c:v>0.000270878252237</c:v>
                </c:pt>
                <c:pt idx="3">
                  <c:v>0.000330841522851</c:v>
                </c:pt>
                <c:pt idx="4">
                  <c:v>0.000404075948039</c:v>
                </c:pt>
                <c:pt idx="5">
                  <c:v>0.000493517399059</c:v>
                </c:pt>
                <c:pt idx="6">
                  <c:v>0.000602750577791</c:v>
                </c:pt>
                <c:pt idx="7">
                  <c:v>0.000736152089989</c:v>
                </c:pt>
                <c:pt idx="8">
                  <c:v>0.000899064910612</c:v>
                </c:pt>
                <c:pt idx="9">
                  <c:v>0.00109801105175</c:v>
                </c:pt>
                <c:pt idx="10">
                  <c:v>0.00134095068303</c:v>
                </c:pt>
                <c:pt idx="11">
                  <c:v>0.00163759767889</c:v>
                </c:pt>
                <c:pt idx="12">
                  <c:v>0.00199980362373</c:v>
                </c:pt>
                <c:pt idx="13">
                  <c:v>0.00244202474337</c:v>
                </c:pt>
                <c:pt idx="14">
                  <c:v>0.00298188909926</c:v>
                </c:pt>
                <c:pt idx="15">
                  <c:v>0.00364088472049</c:v>
                </c:pt>
                <c:pt idx="16">
                  <c:v>0.00444519318574</c:v>
                </c:pt>
                <c:pt idx="17">
                  <c:v>0.00542669749589</c:v>
                </c:pt>
                <c:pt idx="18">
                  <c:v>0.0066241978366</c:v>
                </c:pt>
                <c:pt idx="19">
                  <c:v>0.00808487386549</c:v>
                </c:pt>
                <c:pt idx="20">
                  <c:v>0.00986603716544</c:v>
                </c:pt>
                <c:pt idx="21">
                  <c:v>0.0120372219504</c:v>
                </c:pt>
                <c:pt idx="22">
                  <c:v>0.0146826651032</c:v>
                </c:pt>
                <c:pt idx="23">
                  <c:v>0.0179042267544</c:v>
                </c:pt>
                <c:pt idx="24">
                  <c:v>0.0218247976953</c:v>
                </c:pt>
                <c:pt idx="25">
                  <c:v>0.0265922266832</c:v>
                </c:pt>
                <c:pt idx="26">
                  <c:v>0.0323837743413</c:v>
                </c:pt>
                <c:pt idx="27">
                  <c:v>0.039411054026</c:v>
                </c:pt>
                <c:pt idx="28">
                  <c:v>0.0479253441964</c:v>
                </c:pt>
                <c:pt idx="29">
                  <c:v>0.0582230387232</c:v>
                </c:pt>
                <c:pt idx="30">
                  <c:v>0.0706508248532</c:v>
                </c:pt>
                <c:pt idx="31">
                  <c:v>0.0856099236734</c:v>
                </c:pt>
                <c:pt idx="32">
                  <c:v>0.103558374038</c:v>
                </c:pt>
                <c:pt idx="33">
                  <c:v>0.125009870633</c:v>
                </c:pt>
                <c:pt idx="34">
                  <c:v>0.150527075818</c:v>
                </c:pt>
                <c:pt idx="35">
                  <c:v>0.180706638924</c:v>
                </c:pt>
                <c:pt idx="36">
                  <c:v>0.216152459026</c:v>
                </c:pt>
                <c:pt idx="37">
                  <c:v>0.257433196703</c:v>
                </c:pt>
                <c:pt idx="38">
                  <c:v>0.305019996207</c:v>
                </c:pt>
                <c:pt idx="39">
                  <c:v>0.35920131616</c:v>
                </c:pt>
                <c:pt idx="40">
                  <c:v>0.419974341614</c:v>
                </c:pt>
                <c:pt idx="41">
                  <c:v>0.486917361148</c:v>
                </c:pt>
                <c:pt idx="42">
                  <c:v>0.559055167732</c:v>
                </c:pt>
                <c:pt idx="43">
                  <c:v>0.634739589982</c:v>
                </c:pt>
                <c:pt idx="44">
                  <c:v>0.711577762587</c:v>
                </c:pt>
                <c:pt idx="45">
                  <c:v>0.786447732966</c:v>
                </c:pt>
                <c:pt idx="46">
                  <c:v>0.855638786081</c:v>
                </c:pt>
                <c:pt idx="47">
                  <c:v>0.915136961827</c:v>
                </c:pt>
                <c:pt idx="48">
                  <c:v>0.961042982966</c:v>
                </c:pt>
                <c:pt idx="49">
                  <c:v>0.990066290847</c:v>
                </c:pt>
                <c:pt idx="50">
                  <c:v>1</c:v>
                </c:pt>
                <c:pt idx="51">
                  <c:v>0.990066290847</c:v>
                </c:pt>
                <c:pt idx="52">
                  <c:v>0.961042982966</c:v>
                </c:pt>
                <c:pt idx="53">
                  <c:v>0.915136961827</c:v>
                </c:pt>
                <c:pt idx="54">
                  <c:v>0.855638786081</c:v>
                </c:pt>
                <c:pt idx="55">
                  <c:v>0.786447732966</c:v>
                </c:pt>
                <c:pt idx="56">
                  <c:v>0.711577762587</c:v>
                </c:pt>
                <c:pt idx="57">
                  <c:v>0.634739589982</c:v>
                </c:pt>
                <c:pt idx="58">
                  <c:v>0.559055167732</c:v>
                </c:pt>
                <c:pt idx="59">
                  <c:v>0.486917361148</c:v>
                </c:pt>
                <c:pt idx="60">
                  <c:v>0.419974341614</c:v>
                </c:pt>
                <c:pt idx="61">
                  <c:v>0.35920131616</c:v>
                </c:pt>
                <c:pt idx="62">
                  <c:v>0.305019996207</c:v>
                </c:pt>
                <c:pt idx="63">
                  <c:v>0.257433196703</c:v>
                </c:pt>
                <c:pt idx="64">
                  <c:v>0.216152459026</c:v>
                </c:pt>
                <c:pt idx="65">
                  <c:v>0.180706638924</c:v>
                </c:pt>
                <c:pt idx="66">
                  <c:v>0.150527075818</c:v>
                </c:pt>
                <c:pt idx="67">
                  <c:v>0.125009870633</c:v>
                </c:pt>
                <c:pt idx="68">
                  <c:v>0.103558374038</c:v>
                </c:pt>
                <c:pt idx="69">
                  <c:v>0.0856099236734</c:v>
                </c:pt>
                <c:pt idx="70">
                  <c:v>0.0706508248532</c:v>
                </c:pt>
                <c:pt idx="71">
                  <c:v>0.0582230387232</c:v>
                </c:pt>
                <c:pt idx="72">
                  <c:v>0.0479253441964</c:v>
                </c:pt>
                <c:pt idx="73">
                  <c:v>0.039411054026</c:v>
                </c:pt>
                <c:pt idx="74">
                  <c:v>0.0323837743413</c:v>
                </c:pt>
                <c:pt idx="75">
                  <c:v>0.0265922266832</c:v>
                </c:pt>
                <c:pt idx="76">
                  <c:v>0.0218247976953</c:v>
                </c:pt>
                <c:pt idx="77">
                  <c:v>0.0179042267544</c:v>
                </c:pt>
                <c:pt idx="78">
                  <c:v>0.0146826651032</c:v>
                </c:pt>
                <c:pt idx="79">
                  <c:v>0.0120372219504</c:v>
                </c:pt>
                <c:pt idx="80">
                  <c:v>0.00986603716544</c:v>
                </c:pt>
                <c:pt idx="81">
                  <c:v>0.00808487386549</c:v>
                </c:pt>
                <c:pt idx="82">
                  <c:v>0.0066241978366</c:v>
                </c:pt>
                <c:pt idx="83">
                  <c:v>0.00542669749589</c:v>
                </c:pt>
                <c:pt idx="84">
                  <c:v>0.00444519318574</c:v>
                </c:pt>
                <c:pt idx="85">
                  <c:v>0.00364088472049</c:v>
                </c:pt>
                <c:pt idx="86">
                  <c:v>0.00298188909926</c:v>
                </c:pt>
                <c:pt idx="87">
                  <c:v>0.00244202474337</c:v>
                </c:pt>
                <c:pt idx="88">
                  <c:v>0.00199980362373</c:v>
                </c:pt>
                <c:pt idx="89">
                  <c:v>0.00163759767889</c:v>
                </c:pt>
                <c:pt idx="90">
                  <c:v>0.00134095068303</c:v>
                </c:pt>
                <c:pt idx="91">
                  <c:v>0.00109801105175</c:v>
                </c:pt>
                <c:pt idx="92">
                  <c:v>0.000899064910612</c:v>
                </c:pt>
                <c:pt idx="93">
                  <c:v>0.000736152089989</c:v>
                </c:pt>
                <c:pt idx="94">
                  <c:v>0.000602750577791</c:v>
                </c:pt>
                <c:pt idx="95">
                  <c:v>0.000493517399059</c:v>
                </c:pt>
                <c:pt idx="96">
                  <c:v>0.000404075948039</c:v>
                </c:pt>
                <c:pt idx="97">
                  <c:v>0.000330841522851</c:v>
                </c:pt>
                <c:pt idx="98">
                  <c:v>0.000270878252237</c:v>
                </c:pt>
                <c:pt idx="99">
                  <c:v>0.000221781800736</c:v>
                </c:pt>
                <c:pt idx="100">
                  <c:v>0.000181583230944</c:v>
                </c:pt>
              </c:numCache>
            </c:numRef>
          </c:yVal>
          <c:smooth val="0"/>
        </c:ser>
        <c:ser>
          <c:idx val="2"/>
          <c:order val="2"/>
          <c:tx>
            <c:v>ReLU</c:v>
          </c:tx>
          <c:spPr>
            <a:solidFill>
              <a:srgbClr val="B87521"/>
            </a:solidFill>
            <a:ln w="23813">
              <a:solidFill>
                <a:srgbClr val="B87521"/>
              </a:solidFill>
            </a:ln>
          </c:spPr>
          <c:marker>
            <c:symbol val="none"/>
            <c:size val="2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-5</c:v>
                </c:pt>
                <c:pt idx="1">
                  <c:v>-4.9</c:v>
                </c:pt>
                <c:pt idx="2">
                  <c:v>-4.8</c:v>
                </c:pt>
                <c:pt idx="3">
                  <c:v>-4.7</c:v>
                </c:pt>
                <c:pt idx="4">
                  <c:v>-4.6</c:v>
                </c:pt>
                <c:pt idx="5">
                  <c:v>-4.5</c:v>
                </c:pt>
                <c:pt idx="6">
                  <c:v>-4.4</c:v>
                </c:pt>
                <c:pt idx="7">
                  <c:v>-4.3</c:v>
                </c:pt>
                <c:pt idx="8">
                  <c:v>-4.2</c:v>
                </c:pt>
                <c:pt idx="9">
                  <c:v>-4.1</c:v>
                </c:pt>
                <c:pt idx="10">
                  <c:v>-4</c:v>
                </c:pt>
                <c:pt idx="11">
                  <c:v>-3.9</c:v>
                </c:pt>
                <c:pt idx="12">
                  <c:v>-3.8</c:v>
                </c:pt>
                <c:pt idx="13">
                  <c:v>-3.7</c:v>
                </c:pt>
                <c:pt idx="14">
                  <c:v>-3.6</c:v>
                </c:pt>
                <c:pt idx="15">
                  <c:v>-3.5</c:v>
                </c:pt>
                <c:pt idx="16">
                  <c:v>-3.4</c:v>
                </c:pt>
                <c:pt idx="17">
                  <c:v>-3.3</c:v>
                </c:pt>
                <c:pt idx="18">
                  <c:v>-3.2</c:v>
                </c:pt>
                <c:pt idx="19">
                  <c:v>-3.1</c:v>
                </c:pt>
                <c:pt idx="20">
                  <c:v>-3</c:v>
                </c:pt>
                <c:pt idx="21">
                  <c:v>-2.9</c:v>
                </c:pt>
                <c:pt idx="22">
                  <c:v>-2.8</c:v>
                </c:pt>
                <c:pt idx="23">
                  <c:v>-2.7</c:v>
                </c:pt>
                <c:pt idx="24">
                  <c:v>-2.6</c:v>
                </c:pt>
                <c:pt idx="25">
                  <c:v>-2.5</c:v>
                </c:pt>
                <c:pt idx="26">
                  <c:v>-2.4</c:v>
                </c:pt>
                <c:pt idx="27">
                  <c:v>-2.3</c:v>
                </c:pt>
                <c:pt idx="28">
                  <c:v>-2.2</c:v>
                </c:pt>
                <c:pt idx="29">
                  <c:v>-2.1</c:v>
                </c:pt>
                <c:pt idx="30">
                  <c:v>-2</c:v>
                </c:pt>
                <c:pt idx="31">
                  <c:v>-1.9</c:v>
                </c:pt>
                <c:pt idx="32">
                  <c:v>-1.8</c:v>
                </c:pt>
                <c:pt idx="33">
                  <c:v>-1.7</c:v>
                </c:pt>
                <c:pt idx="34">
                  <c:v>-1.6</c:v>
                </c:pt>
                <c:pt idx="35">
                  <c:v>-1.5</c:v>
                </c:pt>
                <c:pt idx="36">
                  <c:v>-1.4</c:v>
                </c:pt>
                <c:pt idx="37">
                  <c:v>-1.3</c:v>
                </c:pt>
                <c:pt idx="38">
                  <c:v>-1.2</c:v>
                </c:pt>
                <c:pt idx="39">
                  <c:v>-1.1</c:v>
                </c:pt>
                <c:pt idx="40">
                  <c:v>-1</c:v>
                </c:pt>
                <c:pt idx="41">
                  <c:v>-0.9</c:v>
                </c:pt>
                <c:pt idx="42">
                  <c:v>-0.8</c:v>
                </c:pt>
                <c:pt idx="43">
                  <c:v>-0.7</c:v>
                </c:pt>
                <c:pt idx="44">
                  <c:v>-0.6</c:v>
                </c:pt>
                <c:pt idx="45">
                  <c:v>-0.5</c:v>
                </c:pt>
                <c:pt idx="46">
                  <c:v>-0.4</c:v>
                </c:pt>
                <c:pt idx="47">
                  <c:v>-0.3</c:v>
                </c:pt>
                <c:pt idx="48">
                  <c:v>-0.2</c:v>
                </c:pt>
                <c:pt idx="49">
                  <c:v>-0.1</c:v>
                </c:pt>
                <c:pt idx="50">
                  <c:v>-2.77555756156E-16</c:v>
                </c:pt>
                <c:pt idx="51">
                  <c:v>0.1</c:v>
                </c:pt>
                <c:pt idx="52">
                  <c:v>0.2</c:v>
                </c:pt>
                <c:pt idx="53">
                  <c:v>0.3</c:v>
                </c:pt>
                <c:pt idx="54">
                  <c:v>0.4</c:v>
                </c:pt>
                <c:pt idx="55">
                  <c:v>0.5</c:v>
                </c:pt>
                <c:pt idx="56">
                  <c:v>0.6</c:v>
                </c:pt>
                <c:pt idx="57">
                  <c:v>0.7</c:v>
                </c:pt>
                <c:pt idx="58">
                  <c:v>0.8</c:v>
                </c:pt>
                <c:pt idx="59">
                  <c:v>0.9</c:v>
                </c:pt>
                <c:pt idx="60">
                  <c:v>1</c:v>
                </c:pt>
                <c:pt idx="61">
                  <c:v>1.1</c:v>
                </c:pt>
                <c:pt idx="62">
                  <c:v>1.2</c:v>
                </c:pt>
                <c:pt idx="63">
                  <c:v>1.3</c:v>
                </c:pt>
                <c:pt idx="64">
                  <c:v>1.4</c:v>
                </c:pt>
                <c:pt idx="65">
                  <c:v>1.5</c:v>
                </c:pt>
                <c:pt idx="66">
                  <c:v>1.6</c:v>
                </c:pt>
                <c:pt idx="67">
                  <c:v>1.7</c:v>
                </c:pt>
                <c:pt idx="68">
                  <c:v>1.8</c:v>
                </c:pt>
                <c:pt idx="69">
                  <c:v>1.9</c:v>
                </c:pt>
                <c:pt idx="70">
                  <c:v>2</c:v>
                </c:pt>
                <c:pt idx="71">
                  <c:v>2.1</c:v>
                </c:pt>
                <c:pt idx="72">
                  <c:v>2.2</c:v>
                </c:pt>
                <c:pt idx="73">
                  <c:v>2.3</c:v>
                </c:pt>
                <c:pt idx="74">
                  <c:v>2.4</c:v>
                </c:pt>
                <c:pt idx="75">
                  <c:v>2.5</c:v>
                </c:pt>
                <c:pt idx="76">
                  <c:v>2.6</c:v>
                </c:pt>
                <c:pt idx="77">
                  <c:v>2.7</c:v>
                </c:pt>
                <c:pt idx="78">
                  <c:v>2.8</c:v>
                </c:pt>
                <c:pt idx="79">
                  <c:v>2.9</c:v>
                </c:pt>
                <c:pt idx="80">
                  <c:v>3</c:v>
                </c:pt>
                <c:pt idx="81">
                  <c:v>3.1</c:v>
                </c:pt>
                <c:pt idx="82">
                  <c:v>3.2</c:v>
                </c:pt>
                <c:pt idx="83">
                  <c:v>3.3</c:v>
                </c:pt>
                <c:pt idx="84">
                  <c:v>3.4</c:v>
                </c:pt>
                <c:pt idx="85">
                  <c:v>3.5</c:v>
                </c:pt>
                <c:pt idx="86">
                  <c:v>3.6</c:v>
                </c:pt>
                <c:pt idx="87">
                  <c:v>3.7</c:v>
                </c:pt>
                <c:pt idx="88">
                  <c:v>3.8</c:v>
                </c:pt>
                <c:pt idx="89">
                  <c:v>3.9</c:v>
                </c:pt>
                <c:pt idx="90">
                  <c:v>4</c:v>
                </c:pt>
                <c:pt idx="91">
                  <c:v>4.1</c:v>
                </c:pt>
                <c:pt idx="92">
                  <c:v>4.2</c:v>
                </c:pt>
                <c:pt idx="93">
                  <c:v>4.3</c:v>
                </c:pt>
                <c:pt idx="94">
                  <c:v>4.4</c:v>
                </c:pt>
                <c:pt idx="95">
                  <c:v>4.5</c:v>
                </c:pt>
                <c:pt idx="96">
                  <c:v>4.6</c:v>
                </c:pt>
                <c:pt idx="97">
                  <c:v>4.7</c:v>
                </c:pt>
                <c:pt idx="98">
                  <c:v>4.8</c:v>
                </c:pt>
                <c:pt idx="99">
                  <c:v>4.9</c:v>
                </c:pt>
                <c:pt idx="100">
                  <c:v>5</c:v>
                </c:pt>
              </c:numCache>
            </c:numRef>
          </c:xVal>
          <c:yVal>
            <c:numRef>
              <c:f>'Chart Data'!$F$2:$F$102</c:f>
              <c:numCache>
                <c:formatCode>0.##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local derivative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5"/>
          <c:min val="-5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preactivation z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1"/>
      </c:valAx>
      <c:spPr>
        <a:solidFill>
          <a:srgbClr val="FAFBFC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17212B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class 0</c:v>
          </c:tx>
          <c:spPr>
            <a:solidFill>
              <a:srgbClr val="246B8E"/>
            </a:solidFill>
            <a:ln w="0">
              <a:noFill/>
            </a:ln>
          </c:spPr>
          <c:marker>
            <c:symbol val="circle"/>
            <c:size val="12"/>
            <c:spPr>
              <a:solidFill>
                <a:srgbClr val="246B8E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0.##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class 1</c:v>
          </c:tx>
          <c:spPr>
            <a:solidFill>
              <a:srgbClr val="B87521"/>
            </a:solidFill>
            <a:ln w="0">
              <a:noFill/>
            </a:ln>
          </c:spPr>
          <c:marker>
            <c:symbol val="triangle"/>
            <c:size val="12"/>
            <c:spPr>
              <a:solidFill>
                <a:srgbClr val="B87521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0.##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v>boundary</c:v>
          </c:tx>
          <c:spPr>
            <a:solidFill>
              <a:srgbClr val="218477"/>
            </a:solidFill>
            <a:ln w="23813">
              <a:solidFill>
                <a:srgbClr val="218477"/>
              </a:solidFill>
            </a:ln>
          </c:spPr>
          <c:marker>
            <c:symbol val="none"/>
            <c:size val="2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-0.2</c:v>
                </c:pt>
                <c:pt idx="1">
                  <c:v>0.7</c:v>
                </c:pt>
              </c:numCache>
            </c:numRef>
          </c:xVal>
          <c:yVal>
            <c:numRef>
              <c:f>'Chart Data'!$F$2:$F$3</c:f>
              <c:numCache>
                <c:formatCode>0.##</c:formatCode>
                <c:ptCount val="2"/>
                <c:pt idx="0">
                  <c:v>0.7</c:v>
                </c:pt>
                <c:pt idx="1">
                  <c:v>-0.2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0.5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h₂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.5"/>
          <c:min val="-0.5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h₁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0.5"/>
      </c:valAx>
      <c:spPr>
        <a:solidFill>
          <a:srgbClr val="FAFBFC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17212B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class 0</c:v>
          </c:tx>
          <c:spPr>
            <a:solidFill>
              <a:srgbClr val="246B8E"/>
            </a:solidFill>
            <a:ln w="0">
              <a:noFill/>
            </a:ln>
          </c:spPr>
          <c:marker>
            <c:symbol val="circle"/>
            <c:size val="5"/>
            <c:spPr>
              <a:solidFill>
                <a:srgbClr val="246B8E"/>
              </a:solidFill>
            </c:spPr>
          </c:marker>
          <c:xVal>
            <c:numRef>
              <c:f>'Chart Data'!$A$2:$A$121</c:f>
              <c:numCache>
                <c:formatCode>General</c:formatCode>
                <c:ptCount val="120"/>
                <c:pt idx="0">
                  <c:v>0.535489534651</c:v>
                </c:pt>
                <c:pt idx="1">
                  <c:v>-0.894892638466</c:v>
                </c:pt>
                <c:pt idx="2">
                  <c:v>1.03759132434</c:v>
                </c:pt>
                <c:pt idx="3">
                  <c:v>-1.76561433719</c:v>
                </c:pt>
                <c:pt idx="4">
                  <c:v>1.27005219144</c:v>
                </c:pt>
                <c:pt idx="5">
                  <c:v>-0.579258618926</c:v>
                </c:pt>
                <c:pt idx="6">
                  <c:v>-1.27433582003</c:v>
                </c:pt>
                <c:pt idx="7">
                  <c:v>-1.30796421685</c:v>
                </c:pt>
                <c:pt idx="8">
                  <c:v>-0.637080909828</c:v>
                </c:pt>
                <c:pt idx="9">
                  <c:v>-1.17529640379</c:v>
                </c:pt>
                <c:pt idx="10">
                  <c:v>1.13696294703</c:v>
                </c:pt>
                <c:pt idx="11">
                  <c:v>-0.779114885031</c:v>
                </c:pt>
                <c:pt idx="12">
                  <c:v>-0.660881571179</c:v>
                </c:pt>
                <c:pt idx="13">
                  <c:v>0.841072247166</c:v>
                </c:pt>
                <c:pt idx="14">
                  <c:v>1.14842026153</c:v>
                </c:pt>
                <c:pt idx="15">
                  <c:v>0.948084819695</c:v>
                </c:pt>
                <c:pt idx="16">
                  <c:v>0.887590073745</c:v>
                </c:pt>
                <c:pt idx="17">
                  <c:v>1.21998550665</c:v>
                </c:pt>
                <c:pt idx="18">
                  <c:v>0.768336134682</c:v>
                </c:pt>
                <c:pt idx="19">
                  <c:v>1.24194904768</c:v>
                </c:pt>
                <c:pt idx="20">
                  <c:v>1.2474679798</c:v>
                </c:pt>
                <c:pt idx="21">
                  <c:v>0.985253014835</c:v>
                </c:pt>
                <c:pt idx="22">
                  <c:v>-1.29608803177</c:v>
                </c:pt>
                <c:pt idx="23">
                  <c:v>-0.773591887966</c:v>
                </c:pt>
                <c:pt idx="24">
                  <c:v>0.832508010821</c:v>
                </c:pt>
                <c:pt idx="25">
                  <c:v>-1.24025698685</c:v>
                </c:pt>
                <c:pt idx="26">
                  <c:v>1.3894135247</c:v>
                </c:pt>
                <c:pt idx="27">
                  <c:v>-1.31097393491</c:v>
                </c:pt>
                <c:pt idx="28">
                  <c:v>1.1637430442</c:v>
                </c:pt>
                <c:pt idx="29">
                  <c:v>-0.672164096959</c:v>
                </c:pt>
                <c:pt idx="30">
                  <c:v>-0.587564239448</c:v>
                </c:pt>
                <c:pt idx="31">
                  <c:v>-0.831184904447</c:v>
                </c:pt>
                <c:pt idx="32">
                  <c:v>0.68327157652</c:v>
                </c:pt>
                <c:pt idx="33">
                  <c:v>-0.894700232231</c:v>
                </c:pt>
                <c:pt idx="34">
                  <c:v>-1.39255053931</c:v>
                </c:pt>
                <c:pt idx="35">
                  <c:v>-2.03972707492</c:v>
                </c:pt>
                <c:pt idx="36">
                  <c:v>0.604454593248</c:v>
                </c:pt>
                <c:pt idx="37">
                  <c:v>-1.10729950263</c:v>
                </c:pt>
                <c:pt idx="38">
                  <c:v>-1.12981615711</c:v>
                </c:pt>
                <c:pt idx="39">
                  <c:v>-1.1686261397</c:v>
                </c:pt>
                <c:pt idx="40">
                  <c:v>-1.6056132528</c:v>
                </c:pt>
                <c:pt idx="41">
                  <c:v>-1.1922756969</c:v>
                </c:pt>
                <c:pt idx="42">
                  <c:v>1.34500775983</c:v>
                </c:pt>
                <c:pt idx="43">
                  <c:v>-0.690909658739</c:v>
                </c:pt>
                <c:pt idx="44">
                  <c:v>-0.833117514383</c:v>
                </c:pt>
                <c:pt idx="45">
                  <c:v>-1.31574281115</c:v>
                </c:pt>
                <c:pt idx="46">
                  <c:v>-0.864532124286</c:v>
                </c:pt>
                <c:pt idx="47">
                  <c:v>1.31192616984</c:v>
                </c:pt>
                <c:pt idx="48">
                  <c:v>-1.18421740924</c:v>
                </c:pt>
                <c:pt idx="49">
                  <c:v>1.40583883279</c:v>
                </c:pt>
                <c:pt idx="50">
                  <c:v>-0.957696152528</c:v>
                </c:pt>
                <c:pt idx="51">
                  <c:v>0.767288052904</c:v>
                </c:pt>
                <c:pt idx="52">
                  <c:v>1.13606337254</c:v>
                </c:pt>
                <c:pt idx="53">
                  <c:v>-1.16380234804</c:v>
                </c:pt>
                <c:pt idx="54">
                  <c:v>1.40866942808</c:v>
                </c:pt>
                <c:pt idx="55">
                  <c:v>-0.919092264106</c:v>
                </c:pt>
                <c:pt idx="56">
                  <c:v>0.958018663327</c:v>
                </c:pt>
                <c:pt idx="57">
                  <c:v>1.3446790226</c:v>
                </c:pt>
                <c:pt idx="58">
                  <c:v>-1.10261008712</c:v>
                </c:pt>
                <c:pt idx="59">
                  <c:v>1.03053228573</c:v>
                </c:pt>
                <c:pt idx="60">
                  <c:v>-1.19703419636</c:v>
                </c:pt>
                <c:pt idx="61">
                  <c:v>-1.55346000672</c:v>
                </c:pt>
                <c:pt idx="62">
                  <c:v>1.15911665884</c:v>
                </c:pt>
                <c:pt idx="63">
                  <c:v>1.47548693571</c:v>
                </c:pt>
                <c:pt idx="64">
                  <c:v>1.13054295629</c:v>
                </c:pt>
                <c:pt idx="65">
                  <c:v>-0.803452686037</c:v>
                </c:pt>
                <c:pt idx="66">
                  <c:v>-1.6500290899</c:v>
                </c:pt>
                <c:pt idx="67">
                  <c:v>1.01731506277</c:v>
                </c:pt>
                <c:pt idx="68">
                  <c:v>-1.15669724138</c:v>
                </c:pt>
                <c:pt idx="69">
                  <c:v>1.37265569814</c:v>
                </c:pt>
                <c:pt idx="70">
                  <c:v>1.38661940061</c:v>
                </c:pt>
                <c:pt idx="71">
                  <c:v>-0.846890348415</c:v>
                </c:pt>
                <c:pt idx="72">
                  <c:v>1.10865356224</c:v>
                </c:pt>
                <c:pt idx="73">
                  <c:v>0.204822973199</c:v>
                </c:pt>
                <c:pt idx="74">
                  <c:v>-0.768967225112</c:v>
                </c:pt>
                <c:pt idx="75">
                  <c:v>-0.803143909974</c:v>
                </c:pt>
                <c:pt idx="76">
                  <c:v>0.886336387918</c:v>
                </c:pt>
                <c:pt idx="77">
                  <c:v>-0.887108022801</c:v>
                </c:pt>
                <c:pt idx="78">
                  <c:v>0.592946870628</c:v>
                </c:pt>
                <c:pt idx="79">
                  <c:v>1.00385509509</c:v>
                </c:pt>
                <c:pt idx="80">
                  <c:v>0.460720478569</c:v>
                </c:pt>
                <c:pt idx="81">
                  <c:v>0.625519691842</c:v>
                </c:pt>
                <c:pt idx="82">
                  <c:v>1.60707761137</c:v>
                </c:pt>
                <c:pt idx="83">
                  <c:v>1.04393231572</c:v>
                </c:pt>
                <c:pt idx="84">
                  <c:v>0.383861063688</c:v>
                </c:pt>
                <c:pt idx="85">
                  <c:v>1.65896077125</c:v>
                </c:pt>
                <c:pt idx="86">
                  <c:v>-0.670170596309</c:v>
                </c:pt>
                <c:pt idx="87">
                  <c:v>1.16978225672</c:v>
                </c:pt>
                <c:pt idx="88">
                  <c:v>0.697602243114</c:v>
                </c:pt>
                <c:pt idx="89">
                  <c:v>-0.817914045785</c:v>
                </c:pt>
                <c:pt idx="90">
                  <c:v>0.952454871745</c:v>
                </c:pt>
                <c:pt idx="91">
                  <c:v>0.41334016148</c:v>
                </c:pt>
                <c:pt idx="92">
                  <c:v>-0.611607969963</c:v>
                </c:pt>
                <c:pt idx="93">
                  <c:v>-0.633901465014</c:v>
                </c:pt>
                <c:pt idx="94">
                  <c:v>0.678633621164</c:v>
                </c:pt>
                <c:pt idx="95">
                  <c:v>1.16565853049</c:v>
                </c:pt>
                <c:pt idx="96">
                  <c:v>1.23427121754</c:v>
                </c:pt>
                <c:pt idx="97">
                  <c:v>-1.18940380312</c:v>
                </c:pt>
                <c:pt idx="98">
                  <c:v>-1.23072277931</c:v>
                </c:pt>
                <c:pt idx="99">
                  <c:v>-0.55513876103</c:v>
                </c:pt>
                <c:pt idx="100">
                  <c:v>0.78321298114</c:v>
                </c:pt>
                <c:pt idx="101">
                  <c:v>-0.680978094898</c:v>
                </c:pt>
                <c:pt idx="102">
                  <c:v>0.983755367734</c:v>
                </c:pt>
                <c:pt idx="103">
                  <c:v>1.13154869138</c:v>
                </c:pt>
                <c:pt idx="104">
                  <c:v>1.21835887496</c:v>
                </c:pt>
                <c:pt idx="105">
                  <c:v>-0.74618621757</c:v>
                </c:pt>
                <c:pt idx="106">
                  <c:v>-0.937272210759</c:v>
                </c:pt>
                <c:pt idx="107">
                  <c:v>0.357194587377</c:v>
                </c:pt>
                <c:pt idx="108">
                  <c:v>-1.62026089718</c:v>
                </c:pt>
                <c:pt idx="109">
                  <c:v>1.00633577477</c:v>
                </c:pt>
                <c:pt idx="110">
                  <c:v>-1.63551412354</c:v>
                </c:pt>
                <c:pt idx="111">
                  <c:v>-0.989545710674</c:v>
                </c:pt>
                <c:pt idx="112">
                  <c:v>0.740386050914</c:v>
                </c:pt>
                <c:pt idx="113">
                  <c:v>-0.914941075377</c:v>
                </c:pt>
                <c:pt idx="114">
                  <c:v>-0.920948323533</c:v>
                </c:pt>
                <c:pt idx="115">
                  <c:v>-1.38728116222</c:v>
                </c:pt>
                <c:pt idx="116">
                  <c:v>-0.985908977078</c:v>
                </c:pt>
                <c:pt idx="117">
                  <c:v>1.32130752356</c:v>
                </c:pt>
                <c:pt idx="118">
                  <c:v>0.128448886303</c:v>
                </c:pt>
                <c:pt idx="119">
                  <c:v>0.937264610104</c:v>
                </c:pt>
              </c:numCache>
            </c:numRef>
          </c:xVal>
          <c:yVal>
            <c:numRef>
              <c:f>'Chart Data'!$B$2:$B$121</c:f>
              <c:numCache>
                <c:formatCode>0.##</c:formatCode>
                <c:ptCount val="120"/>
                <c:pt idx="0">
                  <c:v>0.879830122682</c:v>
                </c:pt>
                <c:pt idx="1">
                  <c:v>-0.535166439566</c:v>
                </c:pt>
                <c:pt idx="2">
                  <c:v>1.62589355773</c:v>
                </c:pt>
                <c:pt idx="3">
                  <c:v>-1.08279022371</c:v>
                </c:pt>
                <c:pt idx="4">
                  <c:v>1.14365811273</c:v>
                </c:pt>
                <c:pt idx="5">
                  <c:v>-1.44365385225</c:v>
                </c:pt>
                <c:pt idx="6">
                  <c:v>-1.09391951782</c:v>
                </c:pt>
                <c:pt idx="7">
                  <c:v>-1.15872421617</c:v>
                </c:pt>
                <c:pt idx="8">
                  <c:v>-1.79279185672</c:v>
                </c:pt>
                <c:pt idx="9">
                  <c:v>-0.845469363896</c:v>
                </c:pt>
                <c:pt idx="10">
                  <c:v>0.944574160609</c:v>
                </c:pt>
                <c:pt idx="11">
                  <c:v>-1.34251572312</c:v>
                </c:pt>
                <c:pt idx="12">
                  <c:v>-1.07685691387</c:v>
                </c:pt>
                <c:pt idx="13">
                  <c:v>1.32937963004</c:v>
                </c:pt>
                <c:pt idx="14">
                  <c:v>0.728590462157</c:v>
                </c:pt>
                <c:pt idx="15">
                  <c:v>0.653620561491</c:v>
                </c:pt>
                <c:pt idx="16">
                  <c:v>0.395801045285</c:v>
                </c:pt>
                <c:pt idx="17">
                  <c:v>0.675823488734</c:v>
                </c:pt>
                <c:pt idx="18">
                  <c:v>1.42655183686</c:v>
                </c:pt>
                <c:pt idx="19">
                  <c:v>0.642483373919</c:v>
                </c:pt>
                <c:pt idx="20">
                  <c:v>0.625934262818</c:v>
                </c:pt>
                <c:pt idx="21">
                  <c:v>0.800491409525</c:v>
                </c:pt>
                <c:pt idx="22">
                  <c:v>-1.12039483872</c:v>
                </c:pt>
                <c:pt idx="23">
                  <c:v>-1.01812052849</c:v>
                </c:pt>
                <c:pt idx="24">
                  <c:v>1.09438352534</c:v>
                </c:pt>
                <c:pt idx="25">
                  <c:v>-1.01775416692</c:v>
                </c:pt>
                <c:pt idx="26">
                  <c:v>0.831367098674</c:v>
                </c:pt>
                <c:pt idx="27">
                  <c:v>-1.26960464294</c:v>
                </c:pt>
                <c:pt idx="28">
                  <c:v>1.34162767117</c:v>
                </c:pt>
                <c:pt idx="29">
                  <c:v>-1.42504233463</c:v>
                </c:pt>
                <c:pt idx="30">
                  <c:v>-1.59194889397</c:v>
                </c:pt>
                <c:pt idx="31">
                  <c:v>-2.03247177689</c:v>
                </c:pt>
                <c:pt idx="32">
                  <c:v>1.39929286718</c:v>
                </c:pt>
                <c:pt idx="33">
                  <c:v>-1.081147673</c:v>
                </c:pt>
                <c:pt idx="34">
                  <c:v>-0.913790680338</c:v>
                </c:pt>
                <c:pt idx="35">
                  <c:v>-0.646121484023</c:v>
                </c:pt>
                <c:pt idx="36">
                  <c:v>0.620260904967</c:v>
                </c:pt>
                <c:pt idx="37">
                  <c:v>-1.05930904739</c:v>
                </c:pt>
                <c:pt idx="38">
                  <c:v>-0.68713124595</c:v>
                </c:pt>
                <c:pt idx="39">
                  <c:v>-1.22086326316</c:v>
                </c:pt>
                <c:pt idx="40">
                  <c:v>-1.41729630084</c:v>
                </c:pt>
                <c:pt idx="41">
                  <c:v>-1.44705348731</c:v>
                </c:pt>
                <c:pt idx="42">
                  <c:v>0.416541620416</c:v>
                </c:pt>
                <c:pt idx="43">
                  <c:v>-2.06067307791</c:v>
                </c:pt>
                <c:pt idx="44">
                  <c:v>-1.63341973061</c:v>
                </c:pt>
                <c:pt idx="45">
                  <c:v>-1.16399259902</c:v>
                </c:pt>
                <c:pt idx="46">
                  <c:v>-1.16037005958</c:v>
                </c:pt>
                <c:pt idx="47">
                  <c:v>1.27633447128</c:v>
                </c:pt>
                <c:pt idx="48">
                  <c:v>-1.02389858775</c:v>
                </c:pt>
                <c:pt idx="49">
                  <c:v>1.56864069663</c:v>
                </c:pt>
                <c:pt idx="50">
                  <c:v>-0.684829404817</c:v>
                </c:pt>
                <c:pt idx="51">
                  <c:v>0.513682173217</c:v>
                </c:pt>
                <c:pt idx="52">
                  <c:v>0.702801969675</c:v>
                </c:pt>
                <c:pt idx="53">
                  <c:v>-1.12516102043</c:v>
                </c:pt>
                <c:pt idx="54">
                  <c:v>0.988314939203</c:v>
                </c:pt>
                <c:pt idx="55">
                  <c:v>-1.17597158863</c:v>
                </c:pt>
                <c:pt idx="56">
                  <c:v>1.29184496214</c:v>
                </c:pt>
                <c:pt idx="57">
                  <c:v>1.01158974433</c:v>
                </c:pt>
                <c:pt idx="58">
                  <c:v>-1.09425938209</c:v>
                </c:pt>
                <c:pt idx="59">
                  <c:v>0.944491535953</c:v>
                </c:pt>
                <c:pt idx="60">
                  <c:v>-1.47647616929</c:v>
                </c:pt>
                <c:pt idx="61">
                  <c:v>-0.268192299201</c:v>
                </c:pt>
                <c:pt idx="62">
                  <c:v>1.14413775774</c:v>
                </c:pt>
                <c:pt idx="63">
                  <c:v>1.11633675259</c:v>
                </c:pt>
                <c:pt idx="64">
                  <c:v>0.955912529883</c:v>
                </c:pt>
                <c:pt idx="65">
                  <c:v>-1.05761345708</c:v>
                </c:pt>
                <c:pt idx="66">
                  <c:v>-1.0520252185</c:v>
                </c:pt>
                <c:pt idx="67">
                  <c:v>1.23992519702</c:v>
                </c:pt>
                <c:pt idx="68">
                  <c:v>-0.542618730026</c:v>
                </c:pt>
                <c:pt idx="69">
                  <c:v>1.22854560225</c:v>
                </c:pt>
                <c:pt idx="70">
                  <c:v>0.807197670115</c:v>
                </c:pt>
                <c:pt idx="71">
                  <c:v>-1.62069885953</c:v>
                </c:pt>
                <c:pt idx="72">
                  <c:v>0.558743476882</c:v>
                </c:pt>
                <c:pt idx="73">
                  <c:v>-1.19392824783</c:v>
                </c:pt>
                <c:pt idx="74">
                  <c:v>-1.26644068421</c:v>
                </c:pt>
                <c:pt idx="75">
                  <c:v>-1.34581644129</c:v>
                </c:pt>
                <c:pt idx="76">
                  <c:v>0.801081528057</c:v>
                </c:pt>
                <c:pt idx="77">
                  <c:v>-1.4497315859</c:v>
                </c:pt>
                <c:pt idx="78">
                  <c:v>1.33292016715</c:v>
                </c:pt>
                <c:pt idx="79">
                  <c:v>0.66128098465</c:v>
                </c:pt>
                <c:pt idx="80">
                  <c:v>1.77200547245</c:v>
                </c:pt>
                <c:pt idx="81">
                  <c:v>0.48951718049</c:v>
                </c:pt>
                <c:pt idx="82">
                  <c:v>1.01890209495</c:v>
                </c:pt>
                <c:pt idx="83">
                  <c:v>0.936899248888</c:v>
                </c:pt>
                <c:pt idx="84">
                  <c:v>1.55462716304</c:v>
                </c:pt>
                <c:pt idx="85">
                  <c:v>1.2773053749</c:v>
                </c:pt>
                <c:pt idx="86">
                  <c:v>-0.97385015546</c:v>
                </c:pt>
                <c:pt idx="87">
                  <c:v>0.726448871173</c:v>
                </c:pt>
                <c:pt idx="88">
                  <c:v>0.891388414038</c:v>
                </c:pt>
                <c:pt idx="89">
                  <c:v>-1.36204002792</c:v>
                </c:pt>
                <c:pt idx="90">
                  <c:v>0.962579159106</c:v>
                </c:pt>
                <c:pt idx="91">
                  <c:v>1.10199473267</c:v>
                </c:pt>
                <c:pt idx="92">
                  <c:v>-1.3721913242</c:v>
                </c:pt>
                <c:pt idx="93">
                  <c:v>-1.13276686113</c:v>
                </c:pt>
                <c:pt idx="94">
                  <c:v>1.25781473294</c:v>
                </c:pt>
                <c:pt idx="95">
                  <c:v>0.629434648914</c:v>
                </c:pt>
                <c:pt idx="96">
                  <c:v>0.852535207641</c:v>
                </c:pt>
                <c:pt idx="97">
                  <c:v>-0.802651218666</c:v>
                </c:pt>
                <c:pt idx="98">
                  <c:v>-0.359669253523</c:v>
                </c:pt>
                <c:pt idx="99">
                  <c:v>-1.17174740967</c:v>
                </c:pt>
                <c:pt idx="100">
                  <c:v>0.466794726706</c:v>
                </c:pt>
                <c:pt idx="101">
                  <c:v>-0.434430102189</c:v>
                </c:pt>
                <c:pt idx="102">
                  <c:v>0.665552743144</c:v>
                </c:pt>
                <c:pt idx="103">
                  <c:v>0.644744487181</c:v>
                </c:pt>
                <c:pt idx="104">
                  <c:v>1.06574990057</c:v>
                </c:pt>
                <c:pt idx="105">
                  <c:v>-0.772018925651</c:v>
                </c:pt>
                <c:pt idx="106">
                  <c:v>-1.37933714802</c:v>
                </c:pt>
                <c:pt idx="107">
                  <c:v>0.398790975874</c:v>
                </c:pt>
                <c:pt idx="108">
                  <c:v>-1.2175796592</c:v>
                </c:pt>
                <c:pt idx="109">
                  <c:v>1.15115081818</c:v>
                </c:pt>
                <c:pt idx="110">
                  <c:v>-0.897382601969</c:v>
                </c:pt>
                <c:pt idx="111">
                  <c:v>-0.600915219965</c:v>
                </c:pt>
                <c:pt idx="112">
                  <c:v>1.01259757393</c:v>
                </c:pt>
                <c:pt idx="113">
                  <c:v>-0.591629375344</c:v>
                </c:pt>
                <c:pt idx="114">
                  <c:v>-1.30758385438</c:v>
                </c:pt>
                <c:pt idx="115">
                  <c:v>-1.02539767617</c:v>
                </c:pt>
                <c:pt idx="116">
                  <c:v>-0.720100023015</c:v>
                </c:pt>
                <c:pt idx="117">
                  <c:v>1.00200895752</c:v>
                </c:pt>
                <c:pt idx="118">
                  <c:v>1.2011837198</c:v>
                </c:pt>
                <c:pt idx="119">
                  <c:v>0.645001058794</c:v>
                </c:pt>
              </c:numCache>
            </c:numRef>
          </c:yVal>
          <c:smooth val="0"/>
        </c:ser>
        <c:ser>
          <c:idx val="1"/>
          <c:order val="1"/>
          <c:tx>
            <c:v>class 1</c:v>
          </c:tx>
          <c:spPr>
            <a:solidFill>
              <a:srgbClr val="B87521"/>
            </a:solidFill>
            <a:ln w="0">
              <a:noFill/>
            </a:ln>
          </c:spPr>
          <c:marker>
            <c:symbol val="triangle"/>
            <c:size val="5"/>
            <c:spPr>
              <a:solidFill>
                <a:srgbClr val="B87521"/>
              </a:solidFill>
            </c:spPr>
          </c:marker>
          <c:xVal>
            <c:numRef>
              <c:f>'Chart Data'!$C$2:$C$121</c:f>
              <c:numCache>
                <c:formatCode>General</c:formatCode>
                <c:ptCount val="120"/>
                <c:pt idx="0">
                  <c:v>1.17615759769</c:v>
                </c:pt>
                <c:pt idx="1">
                  <c:v>-0.888402151082</c:v>
                </c:pt>
                <c:pt idx="2">
                  <c:v>1.21018326108</c:v>
                </c:pt>
                <c:pt idx="3">
                  <c:v>-1.06774950462</c:v>
                </c:pt>
                <c:pt idx="4">
                  <c:v>-1.47721513224</c:v>
                </c:pt>
                <c:pt idx="5">
                  <c:v>-0.729570016321</c:v>
                </c:pt>
                <c:pt idx="6">
                  <c:v>1.01308933942</c:v>
                </c:pt>
                <c:pt idx="7">
                  <c:v>-1.01364982074</c:v>
                </c:pt>
                <c:pt idx="8">
                  <c:v>0.535290869148</c:v>
                </c:pt>
                <c:pt idx="9">
                  <c:v>-1.35801748031</c:v>
                </c:pt>
                <c:pt idx="10">
                  <c:v>1.02036166422</c:v>
                </c:pt>
                <c:pt idx="11">
                  <c:v>0.572845138837</c:v>
                </c:pt>
                <c:pt idx="12">
                  <c:v>0.700237213918</c:v>
                </c:pt>
                <c:pt idx="13">
                  <c:v>-0.653465177994</c:v>
                </c:pt>
                <c:pt idx="14">
                  <c:v>0.918948179182</c:v>
                </c:pt>
                <c:pt idx="15">
                  <c:v>-1.31989735206</c:v>
                </c:pt>
                <c:pt idx="16">
                  <c:v>0.919796322913</c:v>
                </c:pt>
                <c:pt idx="17">
                  <c:v>-0.696616650912</c:v>
                </c:pt>
                <c:pt idx="18">
                  <c:v>-1.42523693778</c:v>
                </c:pt>
                <c:pt idx="19">
                  <c:v>1.53582504202</c:v>
                </c:pt>
                <c:pt idx="20">
                  <c:v>-1.23657924194</c:v>
                </c:pt>
                <c:pt idx="21">
                  <c:v>-1.5333494873</c:v>
                </c:pt>
                <c:pt idx="22">
                  <c:v>-1.21210106909</c:v>
                </c:pt>
                <c:pt idx="23">
                  <c:v>-0.00852531677593</c:v>
                </c:pt>
                <c:pt idx="24">
                  <c:v>-1.04269691701</c:v>
                </c:pt>
                <c:pt idx="25">
                  <c:v>1.03960379649</c:v>
                </c:pt>
                <c:pt idx="26">
                  <c:v>-1.43312576473</c:v>
                </c:pt>
                <c:pt idx="27">
                  <c:v>-0.533464617619</c:v>
                </c:pt>
                <c:pt idx="28">
                  <c:v>-1.42936597618</c:v>
                </c:pt>
                <c:pt idx="29">
                  <c:v>1.17531837076</c:v>
                </c:pt>
                <c:pt idx="30">
                  <c:v>1.11973924359</c:v>
                </c:pt>
                <c:pt idx="31">
                  <c:v>1.38942373372</c:v>
                </c:pt>
                <c:pt idx="32">
                  <c:v>-0.749885294398</c:v>
                </c:pt>
                <c:pt idx="33">
                  <c:v>-0.739614137828</c:v>
                </c:pt>
                <c:pt idx="34">
                  <c:v>-1.50403521985</c:v>
                </c:pt>
                <c:pt idx="35">
                  <c:v>0.691146391506</c:v>
                </c:pt>
                <c:pt idx="36">
                  <c:v>-0.968811375919</c:v>
                </c:pt>
                <c:pt idx="37">
                  <c:v>0.853755356695</c:v>
                </c:pt>
                <c:pt idx="38">
                  <c:v>1.4762668692</c:v>
                </c:pt>
                <c:pt idx="39">
                  <c:v>0.755230680546</c:v>
                </c:pt>
                <c:pt idx="40">
                  <c:v>-0.738690572058</c:v>
                </c:pt>
                <c:pt idx="41">
                  <c:v>0.635670833732</c:v>
                </c:pt>
                <c:pt idx="42">
                  <c:v>0.75470135176</c:v>
                </c:pt>
                <c:pt idx="43">
                  <c:v>-1.20918051441</c:v>
                </c:pt>
                <c:pt idx="44">
                  <c:v>-1.19030873907</c:v>
                </c:pt>
                <c:pt idx="45">
                  <c:v>1.07185300148</c:v>
                </c:pt>
                <c:pt idx="46">
                  <c:v>-1.14281254451</c:v>
                </c:pt>
                <c:pt idx="47">
                  <c:v>-0.777354681323</c:v>
                </c:pt>
                <c:pt idx="48">
                  <c:v>0.835972795232</c:v>
                </c:pt>
                <c:pt idx="49">
                  <c:v>-1.21458315551</c:v>
                </c:pt>
                <c:pt idx="50">
                  <c:v>-1.47784163671</c:v>
                </c:pt>
                <c:pt idx="51">
                  <c:v>-0.685696048075</c:v>
                </c:pt>
                <c:pt idx="52">
                  <c:v>1.35152563789</c:v>
                </c:pt>
                <c:pt idx="53">
                  <c:v>-1.26383918055</c:v>
                </c:pt>
                <c:pt idx="54">
                  <c:v>-0.892164580565</c:v>
                </c:pt>
                <c:pt idx="55">
                  <c:v>-1.24901657614</c:v>
                </c:pt>
                <c:pt idx="56">
                  <c:v>-1.1543130504</c:v>
                </c:pt>
                <c:pt idx="57">
                  <c:v>0.798038786334</c:v>
                </c:pt>
                <c:pt idx="58">
                  <c:v>0.867370757098</c:v>
                </c:pt>
                <c:pt idx="59">
                  <c:v>1.09943935792</c:v>
                </c:pt>
                <c:pt idx="60">
                  <c:v>0.831888572408</c:v>
                </c:pt>
                <c:pt idx="61">
                  <c:v>-1.23484754</c:v>
                </c:pt>
                <c:pt idx="62">
                  <c:v>-0.759487577163</c:v>
                </c:pt>
                <c:pt idx="63">
                  <c:v>-0.604632990805</c:v>
                </c:pt>
                <c:pt idx="64">
                  <c:v>-0.969762435097</c:v>
                </c:pt>
                <c:pt idx="65">
                  <c:v>0.87318434331</c:v>
                </c:pt>
                <c:pt idx="66">
                  <c:v>1.61865601936</c:v>
                </c:pt>
                <c:pt idx="67">
                  <c:v>0.370394719821</c:v>
                </c:pt>
                <c:pt idx="68">
                  <c:v>-1.14002445624</c:v>
                </c:pt>
                <c:pt idx="69">
                  <c:v>0.898156774473</c:v>
                </c:pt>
                <c:pt idx="70">
                  <c:v>1.36379667459</c:v>
                </c:pt>
                <c:pt idx="71">
                  <c:v>-1.1316294852</c:v>
                </c:pt>
                <c:pt idx="72">
                  <c:v>-0.94717860913</c:v>
                </c:pt>
                <c:pt idx="73">
                  <c:v>1.22601779882</c:v>
                </c:pt>
                <c:pt idx="74">
                  <c:v>0.938375891896</c:v>
                </c:pt>
                <c:pt idx="75">
                  <c:v>-0.955980160436</c:v>
                </c:pt>
                <c:pt idx="76">
                  <c:v>1.65412343364</c:v>
                </c:pt>
                <c:pt idx="77">
                  <c:v>0.612190514247</c:v>
                </c:pt>
                <c:pt idx="78">
                  <c:v>0.871403834531</c:v>
                </c:pt>
                <c:pt idx="79">
                  <c:v>-0.765017190443</c:v>
                </c:pt>
                <c:pt idx="80">
                  <c:v>-1.36343692086</c:v>
                </c:pt>
                <c:pt idx="81">
                  <c:v>0.709265222652</c:v>
                </c:pt>
                <c:pt idx="82">
                  <c:v>0.738414148684</c:v>
                </c:pt>
                <c:pt idx="83">
                  <c:v>0.660938141143</c:v>
                </c:pt>
                <c:pt idx="84">
                  <c:v>1.08262718695</c:v>
                </c:pt>
                <c:pt idx="85">
                  <c:v>0.335099581526</c:v>
                </c:pt>
                <c:pt idx="86">
                  <c:v>1.41500181105</c:v>
                </c:pt>
                <c:pt idx="87">
                  <c:v>-0.794252366924</c:v>
                </c:pt>
                <c:pt idx="88">
                  <c:v>-0.93075207003</c:v>
                </c:pt>
                <c:pt idx="89">
                  <c:v>1.42472746829</c:v>
                </c:pt>
                <c:pt idx="90">
                  <c:v>-1.72886278063</c:v>
                </c:pt>
                <c:pt idx="91">
                  <c:v>-1.08508433173</c:v>
                </c:pt>
                <c:pt idx="92">
                  <c:v>-1.00400286889</c:v>
                </c:pt>
                <c:pt idx="93">
                  <c:v>0.973320545097</c:v>
                </c:pt>
                <c:pt idx="94">
                  <c:v>-1.03140505666</c:v>
                </c:pt>
                <c:pt idx="95">
                  <c:v>0.926280997727</c:v>
                </c:pt>
                <c:pt idx="96">
                  <c:v>-1.43413255206</c:v>
                </c:pt>
                <c:pt idx="97">
                  <c:v>1.00235314469</c:v>
                </c:pt>
                <c:pt idx="98">
                  <c:v>-1.09181489059</c:v>
                </c:pt>
                <c:pt idx="99">
                  <c:v>1.03342452903</c:v>
                </c:pt>
                <c:pt idx="100">
                  <c:v>1.23635469502</c:v>
                </c:pt>
                <c:pt idx="101">
                  <c:v>0.983727219121</c:v>
                </c:pt>
                <c:pt idx="102">
                  <c:v>1.21471195799</c:v>
                </c:pt>
                <c:pt idx="103">
                  <c:v>-1.51180842743</c:v>
                </c:pt>
                <c:pt idx="104">
                  <c:v>0.738272851386</c:v>
                </c:pt>
                <c:pt idx="105">
                  <c:v>0.780752519675</c:v>
                </c:pt>
                <c:pt idx="106">
                  <c:v>-0.880824901597</c:v>
                </c:pt>
                <c:pt idx="107">
                  <c:v>0.806235367654</c:v>
                </c:pt>
                <c:pt idx="108">
                  <c:v>1.45235695406</c:v>
                </c:pt>
                <c:pt idx="109">
                  <c:v>-0.953554464572</c:v>
                </c:pt>
                <c:pt idx="110">
                  <c:v>-1.23322279935</c:v>
                </c:pt>
                <c:pt idx="111">
                  <c:v>-1.53727023936</c:v>
                </c:pt>
                <c:pt idx="112">
                  <c:v>-0.758358015489</c:v>
                </c:pt>
                <c:pt idx="113">
                  <c:v>-0.299811458771</c:v>
                </c:pt>
                <c:pt idx="114">
                  <c:v>1.23534008217</c:v>
                </c:pt>
                <c:pt idx="115">
                  <c:v>1.37308643369</c:v>
                </c:pt>
                <c:pt idx="116">
                  <c:v>-0.390170054334</c:v>
                </c:pt>
                <c:pt idx="117">
                  <c:v>0.897049136653</c:v>
                </c:pt>
                <c:pt idx="118">
                  <c:v>1.19230236293</c:v>
                </c:pt>
                <c:pt idx="119">
                  <c:v>-0.781292186116</c:v>
                </c:pt>
              </c:numCache>
            </c:numRef>
          </c:xVal>
          <c:yVal>
            <c:numRef>
              <c:f>'Chart Data'!$D$2:$D$121</c:f>
              <c:numCache>
                <c:formatCode>0.##</c:formatCode>
                <c:ptCount val="120"/>
                <c:pt idx="0">
                  <c:v>-1.14887599931</c:v>
                </c:pt>
                <c:pt idx="1">
                  <c:v>0.966622475288</c:v>
                </c:pt>
                <c:pt idx="2">
                  <c:v>-1.0109857266</c:v>
                </c:pt>
                <c:pt idx="3">
                  <c:v>1.07486438959</c:v>
                </c:pt>
                <c:pt idx="4">
                  <c:v>0.875564747823</c:v>
                </c:pt>
                <c:pt idx="5">
                  <c:v>0.745785304272</c:v>
                </c:pt>
                <c:pt idx="6">
                  <c:v>-1.70600455417</c:v>
                </c:pt>
                <c:pt idx="7">
                  <c:v>1.1679411061</c:v>
                </c:pt>
                <c:pt idx="8">
                  <c:v>-1.04758972645</c:v>
                </c:pt>
                <c:pt idx="9">
                  <c:v>1.31242203898</c:v>
                </c:pt>
                <c:pt idx="10">
                  <c:v>-1.20174880601</c:v>
                </c:pt>
                <c:pt idx="11">
                  <c:v>-0.52044586359</c:v>
                </c:pt>
                <c:pt idx="12">
                  <c:v>-0.975785887179</c:v>
                </c:pt>
                <c:pt idx="13">
                  <c:v>1.01113331557</c:v>
                </c:pt>
                <c:pt idx="14">
                  <c:v>-1.49485733912</c:v>
                </c:pt>
                <c:pt idx="15">
                  <c:v>1.1429363316</c:v>
                </c:pt>
                <c:pt idx="16">
                  <c:v>-0.977129513037</c:v>
                </c:pt>
                <c:pt idx="17">
                  <c:v>1.40693551296</c:v>
                </c:pt>
                <c:pt idx="18">
                  <c:v>0.772360010829</c:v>
                </c:pt>
                <c:pt idx="19">
                  <c:v>-0.616231246132</c:v>
                </c:pt>
                <c:pt idx="20">
                  <c:v>0.665323688062</c:v>
                </c:pt>
                <c:pt idx="21">
                  <c:v>0.972903923611</c:v>
                </c:pt>
                <c:pt idx="22">
                  <c:v>0.738136054768</c:v>
                </c:pt>
                <c:pt idx="23">
                  <c:v>-0.919573875238</c:v>
                </c:pt>
                <c:pt idx="24">
                  <c:v>1.06866553828</c:v>
                </c:pt>
                <c:pt idx="25">
                  <c:v>-0.357061403343</c:v>
                </c:pt>
                <c:pt idx="26">
                  <c:v>0.809852211201</c:v>
                </c:pt>
                <c:pt idx="27">
                  <c:v>0.956880529547</c:v>
                </c:pt>
                <c:pt idx="28">
                  <c:v>1.52464164405</c:v>
                </c:pt>
                <c:pt idx="29">
                  <c:v>-0.186689474746</c:v>
                </c:pt>
                <c:pt idx="30">
                  <c:v>-0.77088788117</c:v>
                </c:pt>
                <c:pt idx="31">
                  <c:v>-1.00281228085</c:v>
                </c:pt>
                <c:pt idx="32">
                  <c:v>1.08174197017</c:v>
                </c:pt>
                <c:pt idx="33">
                  <c:v>1.5612575315</c:v>
                </c:pt>
                <c:pt idx="34">
                  <c:v>1.02796675578</c:v>
                </c:pt>
                <c:pt idx="35">
                  <c:v>-0.79214622599</c:v>
                </c:pt>
                <c:pt idx="36">
                  <c:v>1.39729218778</c:v>
                </c:pt>
                <c:pt idx="37">
                  <c:v>-0.999000133535</c:v>
                </c:pt>
                <c:pt idx="38">
                  <c:v>-1.34172962921</c:v>
                </c:pt>
                <c:pt idx="39">
                  <c:v>-0.493107958349</c:v>
                </c:pt>
                <c:pt idx="40">
                  <c:v>0.768571542724</c:v>
                </c:pt>
                <c:pt idx="41">
                  <c:v>-1.38567761845</c:v>
                </c:pt>
                <c:pt idx="42">
                  <c:v>-1.13657812662</c:v>
                </c:pt>
                <c:pt idx="43">
                  <c:v>0.966612042348</c:v>
                </c:pt>
                <c:pt idx="44">
                  <c:v>0.756609103999</c:v>
                </c:pt>
                <c:pt idx="45">
                  <c:v>-0.816258111624</c:v>
                </c:pt>
                <c:pt idx="46">
                  <c:v>0.904403995572</c:v>
                </c:pt>
                <c:pt idx="47">
                  <c:v>1.41363046794</c:v>
                </c:pt>
                <c:pt idx="48">
                  <c:v>-1.03762699419</c:v>
                </c:pt>
                <c:pt idx="49">
                  <c:v>1.16402190575</c:v>
                </c:pt>
                <c:pt idx="50">
                  <c:v>0.818888010335</c:v>
                </c:pt>
                <c:pt idx="51">
                  <c:v>0.801052068619</c:v>
                </c:pt>
                <c:pt idx="52">
                  <c:v>-1.05611959984</c:v>
                </c:pt>
                <c:pt idx="53">
                  <c:v>1.65229895292</c:v>
                </c:pt>
                <c:pt idx="54">
                  <c:v>0.988715481654</c:v>
                </c:pt>
                <c:pt idx="55">
                  <c:v>0.221567097462</c:v>
                </c:pt>
                <c:pt idx="56">
                  <c:v>1.08863877642</c:v>
                </c:pt>
                <c:pt idx="57">
                  <c:v>-1.01410560289</c:v>
                </c:pt>
                <c:pt idx="58">
                  <c:v>-1.04044003603</c:v>
                </c:pt>
                <c:pt idx="59">
                  <c:v>-0.354914081706</c:v>
                </c:pt>
                <c:pt idx="60">
                  <c:v>-0.816267322692</c:v>
                </c:pt>
                <c:pt idx="61">
                  <c:v>1.20929538831</c:v>
                </c:pt>
                <c:pt idx="62">
                  <c:v>0.923337436409</c:v>
                </c:pt>
                <c:pt idx="63">
                  <c:v>0.733106780231</c:v>
                </c:pt>
                <c:pt idx="64">
                  <c:v>0.318204617655</c:v>
                </c:pt>
                <c:pt idx="65">
                  <c:v>-1.60166158335</c:v>
                </c:pt>
                <c:pt idx="66">
                  <c:v>-1.55009744207</c:v>
                </c:pt>
                <c:pt idx="67">
                  <c:v>-1.05421492773</c:v>
                </c:pt>
                <c:pt idx="68">
                  <c:v>1.2589492659</c:v>
                </c:pt>
                <c:pt idx="69">
                  <c:v>-0.841655877541</c:v>
                </c:pt>
                <c:pt idx="70">
                  <c:v>-0.75640785856</c:v>
                </c:pt>
                <c:pt idx="71">
                  <c:v>1.37325573644</c:v>
                </c:pt>
                <c:pt idx="72">
                  <c:v>0.760506860862</c:v>
                </c:pt>
                <c:pt idx="73">
                  <c:v>-1.02026017215</c:v>
                </c:pt>
                <c:pt idx="74">
                  <c:v>-0.720783478513</c:v>
                </c:pt>
                <c:pt idx="75">
                  <c:v>1.06064528359</c:v>
                </c:pt>
                <c:pt idx="76">
                  <c:v>-1.00776034861</c:v>
                </c:pt>
                <c:pt idx="77">
                  <c:v>-1.369855486</c:v>
                </c:pt>
                <c:pt idx="78">
                  <c:v>-0.775974646858</c:v>
                </c:pt>
                <c:pt idx="79">
                  <c:v>0.492670411562</c:v>
                </c:pt>
                <c:pt idx="80">
                  <c:v>0.730107986424</c:v>
                </c:pt>
                <c:pt idx="81">
                  <c:v>-1.28687231659</c:v>
                </c:pt>
                <c:pt idx="82">
                  <c:v>-0.822834901349</c:v>
                </c:pt>
                <c:pt idx="83">
                  <c:v>-1.11367047308</c:v>
                </c:pt>
                <c:pt idx="84">
                  <c:v>-1.0636370746</c:v>
                </c:pt>
                <c:pt idx="85">
                  <c:v>-0.526789038794</c:v>
                </c:pt>
                <c:pt idx="86">
                  <c:v>-0.808456552633</c:v>
                </c:pt>
                <c:pt idx="87">
                  <c:v>1.37549261001</c:v>
                </c:pt>
                <c:pt idx="88">
                  <c:v>1.17290268635</c:v>
                </c:pt>
                <c:pt idx="89">
                  <c:v>-1.33066372566</c:v>
                </c:pt>
                <c:pt idx="90">
                  <c:v>0.613812501811</c:v>
                </c:pt>
                <c:pt idx="91">
                  <c:v>0.677869625432</c:v>
                </c:pt>
                <c:pt idx="92">
                  <c:v>0.0628422773157</c:v>
                </c:pt>
                <c:pt idx="93">
                  <c:v>-1.44103813021</c:v>
                </c:pt>
                <c:pt idx="94">
                  <c:v>0.931190658977</c:v>
                </c:pt>
                <c:pt idx="95">
                  <c:v>-0.998825199957</c:v>
                </c:pt>
                <c:pt idx="96">
                  <c:v>0.576988831336</c:v>
                </c:pt>
                <c:pt idx="97">
                  <c:v>-1.58461819115</c:v>
                </c:pt>
                <c:pt idx="98">
                  <c:v>0.983009155875</c:v>
                </c:pt>
                <c:pt idx="99">
                  <c:v>-1.10110603895</c:v>
                </c:pt>
                <c:pt idx="100">
                  <c:v>-1.35547587877</c:v>
                </c:pt>
                <c:pt idx="101">
                  <c:v>-0.738845454022</c:v>
                </c:pt>
                <c:pt idx="102">
                  <c:v>-0.894852373887</c:v>
                </c:pt>
                <c:pt idx="103">
                  <c:v>0.395749487096</c:v>
                </c:pt>
                <c:pt idx="104">
                  <c:v>-0.586074500638</c:v>
                </c:pt>
                <c:pt idx="105">
                  <c:v>-1.05304144151</c:v>
                </c:pt>
                <c:pt idx="106">
                  <c:v>1.92677507547</c:v>
                </c:pt>
                <c:pt idx="107">
                  <c:v>-0.303883025943</c:v>
                </c:pt>
                <c:pt idx="108">
                  <c:v>-1.24506279143</c:v>
                </c:pt>
                <c:pt idx="109">
                  <c:v>1.45165610235</c:v>
                </c:pt>
                <c:pt idx="110">
                  <c:v>1.52394657128</c:v>
                </c:pt>
                <c:pt idx="111">
                  <c:v>0.370083873938</c:v>
                </c:pt>
                <c:pt idx="112">
                  <c:v>1.37475644885</c:v>
                </c:pt>
                <c:pt idx="113">
                  <c:v>0.800989607827</c:v>
                </c:pt>
                <c:pt idx="114">
                  <c:v>-0.697218251894</c:v>
                </c:pt>
                <c:pt idx="115">
                  <c:v>-0.834989863481</c:v>
                </c:pt>
                <c:pt idx="116">
                  <c:v>0.957215001599</c:v>
                </c:pt>
                <c:pt idx="117">
                  <c:v>-0.978559102822</c:v>
                </c:pt>
                <c:pt idx="118">
                  <c:v>-0.793851288297</c:v>
                </c:pt>
                <c:pt idx="119">
                  <c:v>1.59983559173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5"/>
          <c:min val="-2.5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feature 2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2.5"/>
          <c:min val="-2.5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feature 1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0.5"/>
      </c:valAx>
      <c:spPr>
        <a:solidFill>
          <a:srgbClr val="FAFBFC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17212B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linear</c:v>
          </c:tx>
          <c:spPr>
            <a:solidFill>
              <a:srgbClr val="246B8E"/>
            </a:solidFill>
            <a:ln w="23813">
              <a:solidFill>
                <a:srgbClr val="246B8E"/>
              </a:solidFill>
            </a:ln>
          </c:spPr>
          <c:marker>
            <c:symbol val="none"/>
            <c:size val="2"/>
          </c:marker>
          <c:xVal>
            <c:numRef>
              <c:f>'Chart Data'!$A$2:$A$121</c:f>
              <c:numCache>
                <c:formatCode>General</c:formatCode>
                <c:ptCount val="1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</c:numCache>
            </c:numRef>
          </c:xVal>
          <c:yVal>
            <c:numRef>
              <c:f>'Chart Data'!$B$2:$B$121</c:f>
              <c:numCache>
                <c:formatCode>0.##</c:formatCode>
                <c:ptCount val="120"/>
                <c:pt idx="0">
                  <c:v>0.699960818687</c:v>
                </c:pt>
                <c:pt idx="1">
                  <c:v>0.695955800705</c:v>
                </c:pt>
                <c:pt idx="2">
                  <c:v>0.693746598479</c:v>
                </c:pt>
                <c:pt idx="3">
                  <c:v>0.692789088455</c:v>
                </c:pt>
                <c:pt idx="4">
                  <c:v>0.692456483373</c:v>
                </c:pt>
                <c:pt idx="5">
                  <c:v>0.692249060278</c:v>
                </c:pt>
                <c:pt idx="6">
                  <c:v>0.692365076026</c:v>
                </c:pt>
                <c:pt idx="7">
                  <c:v>0.692318884989</c:v>
                </c:pt>
                <c:pt idx="8">
                  <c:v>0.692300733469</c:v>
                </c:pt>
                <c:pt idx="9">
                  <c:v>0.69248056141</c:v>
                </c:pt>
                <c:pt idx="10">
                  <c:v>0.692581703554</c:v>
                </c:pt>
                <c:pt idx="11">
                  <c:v>0.692478038697</c:v>
                </c:pt>
                <c:pt idx="12">
                  <c:v>0.692488180902</c:v>
                </c:pt>
                <c:pt idx="13">
                  <c:v>0.692520729116</c:v>
                </c:pt>
                <c:pt idx="14">
                  <c:v>0.692593635584</c:v>
                </c:pt>
                <c:pt idx="15">
                  <c:v>0.69257727499</c:v>
                </c:pt>
                <c:pt idx="16">
                  <c:v>0.692383718614</c:v>
                </c:pt>
                <c:pt idx="17">
                  <c:v>0.692471963479</c:v>
                </c:pt>
                <c:pt idx="18">
                  <c:v>0.692341822798</c:v>
                </c:pt>
                <c:pt idx="19">
                  <c:v>0.692311876453</c:v>
                </c:pt>
                <c:pt idx="20">
                  <c:v>0.692303645807</c:v>
                </c:pt>
                <c:pt idx="21">
                  <c:v>0.692267853196</c:v>
                </c:pt>
                <c:pt idx="22">
                  <c:v>0.692431170959</c:v>
                </c:pt>
                <c:pt idx="23">
                  <c:v>0.692486456811</c:v>
                </c:pt>
                <c:pt idx="24">
                  <c:v>0.692456216379</c:v>
                </c:pt>
                <c:pt idx="25">
                  <c:v>0.692491993771</c:v>
                </c:pt>
                <c:pt idx="26">
                  <c:v>0.692392893798</c:v>
                </c:pt>
                <c:pt idx="27">
                  <c:v>0.692392977045</c:v>
                </c:pt>
                <c:pt idx="28">
                  <c:v>0.692648144744</c:v>
                </c:pt>
                <c:pt idx="29">
                  <c:v>0.692667155433</c:v>
                </c:pt>
                <c:pt idx="30">
                  <c:v>0.692417813522</c:v>
                </c:pt>
                <c:pt idx="31">
                  <c:v>0.692390006484</c:v>
                </c:pt>
                <c:pt idx="32">
                  <c:v>0.692326926996</c:v>
                </c:pt>
                <c:pt idx="33">
                  <c:v>0.692352246797</c:v>
                </c:pt>
                <c:pt idx="34">
                  <c:v>0.692357219038</c:v>
                </c:pt>
                <c:pt idx="35">
                  <c:v>0.692263856663</c:v>
                </c:pt>
                <c:pt idx="36">
                  <c:v>0.692291122957</c:v>
                </c:pt>
                <c:pt idx="37">
                  <c:v>0.692298128026</c:v>
                </c:pt>
                <c:pt idx="38">
                  <c:v>0.692277147808</c:v>
                </c:pt>
                <c:pt idx="39">
                  <c:v>0.692252986422</c:v>
                </c:pt>
                <c:pt idx="40">
                  <c:v>0.692421903294</c:v>
                </c:pt>
                <c:pt idx="41">
                  <c:v>0.692327811912</c:v>
                </c:pt>
                <c:pt idx="42">
                  <c:v>0.692392685448</c:v>
                </c:pt>
                <c:pt idx="43">
                  <c:v>0.692258711178</c:v>
                </c:pt>
                <c:pt idx="44">
                  <c:v>0.692235388998</c:v>
                </c:pt>
                <c:pt idx="45">
                  <c:v>0.692283406626</c:v>
                </c:pt>
                <c:pt idx="46">
                  <c:v>0.692250906011</c:v>
                </c:pt>
                <c:pt idx="47">
                  <c:v>0.692360005705</c:v>
                </c:pt>
                <c:pt idx="48">
                  <c:v>0.692417586796</c:v>
                </c:pt>
                <c:pt idx="49">
                  <c:v>0.692684365514</c:v>
                </c:pt>
                <c:pt idx="50">
                  <c:v>0.692360766486</c:v>
                </c:pt>
                <c:pt idx="51">
                  <c:v>0.692413245621</c:v>
                </c:pt>
                <c:pt idx="52">
                  <c:v>0.692317216593</c:v>
                </c:pt>
                <c:pt idx="53">
                  <c:v>0.692303795657</c:v>
                </c:pt>
                <c:pt idx="54">
                  <c:v>0.692336367673</c:v>
                </c:pt>
                <c:pt idx="55">
                  <c:v>0.692445993996</c:v>
                </c:pt>
                <c:pt idx="56">
                  <c:v>0.692270069692</c:v>
                </c:pt>
                <c:pt idx="57">
                  <c:v>0.692296554953</c:v>
                </c:pt>
                <c:pt idx="58">
                  <c:v>0.69252378836</c:v>
                </c:pt>
                <c:pt idx="59">
                  <c:v>0.69237814596</c:v>
                </c:pt>
                <c:pt idx="60">
                  <c:v>0.692665654481</c:v>
                </c:pt>
                <c:pt idx="61">
                  <c:v>0.69238055428</c:v>
                </c:pt>
                <c:pt idx="62">
                  <c:v>0.692283390532</c:v>
                </c:pt>
                <c:pt idx="63">
                  <c:v>0.692361587349</c:v>
                </c:pt>
                <c:pt idx="64">
                  <c:v>0.692316224732</c:v>
                </c:pt>
                <c:pt idx="65">
                  <c:v>0.692466365958</c:v>
                </c:pt>
                <c:pt idx="66">
                  <c:v>0.692355852954</c:v>
                </c:pt>
                <c:pt idx="67">
                  <c:v>0.692330290398</c:v>
                </c:pt>
                <c:pt idx="68">
                  <c:v>0.69248270105</c:v>
                </c:pt>
                <c:pt idx="69">
                  <c:v>0.69263690694</c:v>
                </c:pt>
                <c:pt idx="70">
                  <c:v>0.692556257997</c:v>
                </c:pt>
                <c:pt idx="71">
                  <c:v>0.69226569105</c:v>
                </c:pt>
                <c:pt idx="72">
                  <c:v>0.692240334924</c:v>
                </c:pt>
                <c:pt idx="73">
                  <c:v>0.6922336088</c:v>
                </c:pt>
                <c:pt idx="74">
                  <c:v>0.692251956548</c:v>
                </c:pt>
                <c:pt idx="75">
                  <c:v>0.692309924955</c:v>
                </c:pt>
                <c:pt idx="76">
                  <c:v>0.692283797754</c:v>
                </c:pt>
                <c:pt idx="77">
                  <c:v>0.69233192845</c:v>
                </c:pt>
                <c:pt idx="78">
                  <c:v>0.692271885365</c:v>
                </c:pt>
                <c:pt idx="79">
                  <c:v>0.692377243954</c:v>
                </c:pt>
                <c:pt idx="80">
                  <c:v>0.692663741221</c:v>
                </c:pt>
                <c:pt idx="81">
                  <c:v>0.692356536696</c:v>
                </c:pt>
                <c:pt idx="82">
                  <c:v>0.692426252366</c:v>
                </c:pt>
                <c:pt idx="83">
                  <c:v>0.692410953738</c:v>
                </c:pt>
                <c:pt idx="84">
                  <c:v>0.692362014753</c:v>
                </c:pt>
                <c:pt idx="85">
                  <c:v>0.692358169201</c:v>
                </c:pt>
                <c:pt idx="86">
                  <c:v>0.692357528385</c:v>
                </c:pt>
                <c:pt idx="87">
                  <c:v>0.692331064744</c:v>
                </c:pt>
                <c:pt idx="88">
                  <c:v>0.692418518257</c:v>
                </c:pt>
                <c:pt idx="89">
                  <c:v>0.692473275331</c:v>
                </c:pt>
                <c:pt idx="90">
                  <c:v>0.692383225909</c:v>
                </c:pt>
                <c:pt idx="91">
                  <c:v>0.692379249782</c:v>
                </c:pt>
                <c:pt idx="92">
                  <c:v>0.692358739432</c:v>
                </c:pt>
                <c:pt idx="93">
                  <c:v>0.692506999775</c:v>
                </c:pt>
                <c:pt idx="94">
                  <c:v>0.692327550741</c:v>
                </c:pt>
                <c:pt idx="95">
                  <c:v>0.692272710335</c:v>
                </c:pt>
                <c:pt idx="96">
                  <c:v>0.692338453194</c:v>
                </c:pt>
                <c:pt idx="97">
                  <c:v>0.692356701778</c:v>
                </c:pt>
                <c:pt idx="98">
                  <c:v>0.692359281573</c:v>
                </c:pt>
                <c:pt idx="99">
                  <c:v>0.692260156924</c:v>
                </c:pt>
                <c:pt idx="100">
                  <c:v>0.692281172564</c:v>
                </c:pt>
                <c:pt idx="101">
                  <c:v>0.69228317171</c:v>
                </c:pt>
                <c:pt idx="102">
                  <c:v>0.692326189842</c:v>
                </c:pt>
                <c:pt idx="103">
                  <c:v>0.69235382813</c:v>
                </c:pt>
                <c:pt idx="104">
                  <c:v>0.692261887815</c:v>
                </c:pt>
                <c:pt idx="105">
                  <c:v>0.692287780861</c:v>
                </c:pt>
                <c:pt idx="106">
                  <c:v>0.692240134977</c:v>
                </c:pt>
                <c:pt idx="107">
                  <c:v>0.692270948747</c:v>
                </c:pt>
                <c:pt idx="108">
                  <c:v>0.692415697752</c:v>
                </c:pt>
                <c:pt idx="109">
                  <c:v>0.692257574235</c:v>
                </c:pt>
                <c:pt idx="110">
                  <c:v>0.692247772197</c:v>
                </c:pt>
                <c:pt idx="111">
                  <c:v>0.692325862347</c:v>
                </c:pt>
                <c:pt idx="112">
                  <c:v>0.692268336095</c:v>
                </c:pt>
                <c:pt idx="113">
                  <c:v>0.692317012551</c:v>
                </c:pt>
                <c:pt idx="114">
                  <c:v>0.692414886341</c:v>
                </c:pt>
                <c:pt idx="115">
                  <c:v>0.692637441922</c:v>
                </c:pt>
                <c:pt idx="116">
                  <c:v>0.692451217887</c:v>
                </c:pt>
                <c:pt idx="117">
                  <c:v>0.692609132753</c:v>
                </c:pt>
                <c:pt idx="118">
                  <c:v>0.692476042409</c:v>
                </c:pt>
                <c:pt idx="119">
                  <c:v>0.692395249179</c:v>
                </c:pt>
              </c:numCache>
            </c:numRef>
          </c:yVal>
          <c:smooth val="0"/>
        </c:ser>
        <c:ser>
          <c:idx val="1"/>
          <c:order val="1"/>
          <c:tx>
            <c:v>affine stack</c:v>
          </c:tx>
          <c:spPr>
            <a:solidFill>
              <a:srgbClr val="B87521"/>
            </a:solidFill>
            <a:ln w="23813">
              <a:solidFill>
                <a:srgbClr val="B87521"/>
              </a:solidFill>
            </a:ln>
          </c:spPr>
          <c:marker>
            <c:symbol val="none"/>
            <c:size val="2"/>
          </c:marker>
          <c:xVal>
            <c:numRef>
              <c:f>'Chart Data'!$C$2:$C$121</c:f>
              <c:numCache>
                <c:formatCode>General</c:formatCode>
                <c:ptCount val="1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</c:numCache>
            </c:numRef>
          </c:xVal>
          <c:yVal>
            <c:numRef>
              <c:f>'Chart Data'!$D$2:$D$121</c:f>
              <c:numCache>
                <c:formatCode>0.##</c:formatCode>
                <c:ptCount val="120"/>
                <c:pt idx="0">
                  <c:v>0.694318000993</c:v>
                </c:pt>
                <c:pt idx="1">
                  <c:v>0.692237300105</c:v>
                </c:pt>
                <c:pt idx="2">
                  <c:v>0.6925488607</c:v>
                </c:pt>
                <c:pt idx="3">
                  <c:v>0.692627110934</c:v>
                </c:pt>
                <c:pt idx="4">
                  <c:v>0.69283815021</c:v>
                </c:pt>
                <c:pt idx="5">
                  <c:v>0.693005319129</c:v>
                </c:pt>
                <c:pt idx="6">
                  <c:v>0.693592417205</c:v>
                </c:pt>
                <c:pt idx="7">
                  <c:v>0.692716415542</c:v>
                </c:pt>
                <c:pt idx="8">
                  <c:v>0.69246253968</c:v>
                </c:pt>
                <c:pt idx="9">
                  <c:v>0.693252921834</c:v>
                </c:pt>
                <c:pt idx="10">
                  <c:v>0.693585842896</c:v>
                </c:pt>
                <c:pt idx="11">
                  <c:v>0.69301667516</c:v>
                </c:pt>
                <c:pt idx="12">
                  <c:v>0.693215492453</c:v>
                </c:pt>
                <c:pt idx="13">
                  <c:v>0.692906820576</c:v>
                </c:pt>
                <c:pt idx="14">
                  <c:v>0.693170656914</c:v>
                </c:pt>
                <c:pt idx="15">
                  <c:v>0.692908718464</c:v>
                </c:pt>
                <c:pt idx="16">
                  <c:v>0.692709271782</c:v>
                </c:pt>
                <c:pt idx="17">
                  <c:v>0.693728985612</c:v>
                </c:pt>
                <c:pt idx="18">
                  <c:v>0.692636018171</c:v>
                </c:pt>
                <c:pt idx="19">
                  <c:v>0.692675373325</c:v>
                </c:pt>
                <c:pt idx="20">
                  <c:v>0.692473925607</c:v>
                </c:pt>
                <c:pt idx="21">
                  <c:v>0.692425776046</c:v>
                </c:pt>
                <c:pt idx="22">
                  <c:v>0.693133823057</c:v>
                </c:pt>
                <c:pt idx="23">
                  <c:v>0.693148786143</c:v>
                </c:pt>
                <c:pt idx="24">
                  <c:v>0.692759563131</c:v>
                </c:pt>
                <c:pt idx="25">
                  <c:v>0.692871391694</c:v>
                </c:pt>
                <c:pt idx="26">
                  <c:v>0.69247511052</c:v>
                </c:pt>
                <c:pt idx="27">
                  <c:v>0.692497974952</c:v>
                </c:pt>
                <c:pt idx="28">
                  <c:v>0.693303890892</c:v>
                </c:pt>
                <c:pt idx="29">
                  <c:v>0.693220409966</c:v>
                </c:pt>
                <c:pt idx="30">
                  <c:v>0.692447710426</c:v>
                </c:pt>
                <c:pt idx="31">
                  <c:v>0.692649988807</c:v>
                </c:pt>
                <c:pt idx="32">
                  <c:v>0.692384415585</c:v>
                </c:pt>
                <c:pt idx="33">
                  <c:v>0.692483271029</c:v>
                </c:pt>
                <c:pt idx="34">
                  <c:v>0.692598515406</c:v>
                </c:pt>
                <c:pt idx="35">
                  <c:v>0.692480187375</c:v>
                </c:pt>
                <c:pt idx="36">
                  <c:v>0.692560394328</c:v>
                </c:pt>
                <c:pt idx="37">
                  <c:v>0.69254270275</c:v>
                </c:pt>
                <c:pt idx="38">
                  <c:v>0.69237238559</c:v>
                </c:pt>
                <c:pt idx="39">
                  <c:v>0.69233044991</c:v>
                </c:pt>
                <c:pt idx="40">
                  <c:v>0.692709331856</c:v>
                </c:pt>
                <c:pt idx="41">
                  <c:v>0.692477130106</c:v>
                </c:pt>
                <c:pt idx="42">
                  <c:v>0.69261576021</c:v>
                </c:pt>
                <c:pt idx="43">
                  <c:v>0.692247590373</c:v>
                </c:pt>
                <c:pt idx="44">
                  <c:v>0.69226018294</c:v>
                </c:pt>
                <c:pt idx="45">
                  <c:v>0.69239655444</c:v>
                </c:pt>
                <c:pt idx="46">
                  <c:v>0.692340308921</c:v>
                </c:pt>
                <c:pt idx="47">
                  <c:v>0.69267507873</c:v>
                </c:pt>
                <c:pt idx="48">
                  <c:v>0.692927237842</c:v>
                </c:pt>
                <c:pt idx="49">
                  <c:v>0.693449990921</c:v>
                </c:pt>
                <c:pt idx="50">
                  <c:v>0.692371126872</c:v>
                </c:pt>
                <c:pt idx="51">
                  <c:v>0.692750619375</c:v>
                </c:pt>
                <c:pt idx="52">
                  <c:v>0.692349136693</c:v>
                </c:pt>
                <c:pt idx="53">
                  <c:v>0.69237758313</c:v>
                </c:pt>
                <c:pt idx="54">
                  <c:v>0.692852485331</c:v>
                </c:pt>
                <c:pt idx="55">
                  <c:v>0.693116076787</c:v>
                </c:pt>
                <c:pt idx="56">
                  <c:v>0.692309078502</c:v>
                </c:pt>
                <c:pt idx="57">
                  <c:v>0.692352133809</c:v>
                </c:pt>
                <c:pt idx="58">
                  <c:v>0.693094749638</c:v>
                </c:pt>
                <c:pt idx="59">
                  <c:v>0.692577703163</c:v>
                </c:pt>
                <c:pt idx="60">
                  <c:v>0.693259664536</c:v>
                </c:pt>
                <c:pt idx="61">
                  <c:v>0.692459434848</c:v>
                </c:pt>
                <c:pt idx="62">
                  <c:v>0.692442777543</c:v>
                </c:pt>
                <c:pt idx="63">
                  <c:v>0.692508777769</c:v>
                </c:pt>
                <c:pt idx="64">
                  <c:v>0.692592370427</c:v>
                </c:pt>
                <c:pt idx="65">
                  <c:v>0.69299949391</c:v>
                </c:pt>
                <c:pt idx="66">
                  <c:v>0.692545689134</c:v>
                </c:pt>
                <c:pt idx="67">
                  <c:v>0.692454846736</c:v>
                </c:pt>
                <c:pt idx="68">
                  <c:v>0.692816946775</c:v>
                </c:pt>
                <c:pt idx="69">
                  <c:v>0.693162223517</c:v>
                </c:pt>
                <c:pt idx="70">
                  <c:v>0.692779942368</c:v>
                </c:pt>
                <c:pt idx="71">
                  <c:v>0.692265047208</c:v>
                </c:pt>
                <c:pt idx="72">
                  <c:v>0.692258465174</c:v>
                </c:pt>
                <c:pt idx="73">
                  <c:v>0.692258539533</c:v>
                </c:pt>
                <c:pt idx="74">
                  <c:v>0.692387236458</c:v>
                </c:pt>
                <c:pt idx="75">
                  <c:v>0.692514458836</c:v>
                </c:pt>
                <c:pt idx="76">
                  <c:v>0.692375005253</c:v>
                </c:pt>
                <c:pt idx="77">
                  <c:v>0.692471423933</c:v>
                </c:pt>
                <c:pt idx="78">
                  <c:v>0.692324843734</c:v>
                </c:pt>
                <c:pt idx="79">
                  <c:v>0.692601082555</c:v>
                </c:pt>
                <c:pt idx="80">
                  <c:v>0.69335244558</c:v>
                </c:pt>
                <c:pt idx="81">
                  <c:v>0.692468005352</c:v>
                </c:pt>
                <c:pt idx="82">
                  <c:v>0.692647621683</c:v>
                </c:pt>
                <c:pt idx="83">
                  <c:v>0.692513878952</c:v>
                </c:pt>
                <c:pt idx="84">
                  <c:v>0.692521164896</c:v>
                </c:pt>
                <c:pt idx="85">
                  <c:v>0.692437120556</c:v>
                </c:pt>
                <c:pt idx="86">
                  <c:v>0.692442395702</c:v>
                </c:pt>
                <c:pt idx="87">
                  <c:v>0.692457898359</c:v>
                </c:pt>
                <c:pt idx="88">
                  <c:v>0.692666090277</c:v>
                </c:pt>
                <c:pt idx="89">
                  <c:v>0.692580959652</c:v>
                </c:pt>
                <c:pt idx="90">
                  <c:v>0.692527347132</c:v>
                </c:pt>
                <c:pt idx="91">
                  <c:v>0.692507558862</c:v>
                </c:pt>
                <c:pt idx="92">
                  <c:v>0.692501656812</c:v>
                </c:pt>
                <c:pt idx="93">
                  <c:v>0.692711274261</c:v>
                </c:pt>
                <c:pt idx="94">
                  <c:v>0.692472663842</c:v>
                </c:pt>
                <c:pt idx="95">
                  <c:v>0.692415634658</c:v>
                </c:pt>
                <c:pt idx="96">
                  <c:v>0.692498028415</c:v>
                </c:pt>
                <c:pt idx="97">
                  <c:v>0.692599222003</c:v>
                </c:pt>
                <c:pt idx="98">
                  <c:v>0.692543163423</c:v>
                </c:pt>
                <c:pt idx="99">
                  <c:v>0.692325527672</c:v>
                </c:pt>
                <c:pt idx="100">
                  <c:v>0.692351014008</c:v>
                </c:pt>
                <c:pt idx="101">
                  <c:v>0.692456630933</c:v>
                </c:pt>
                <c:pt idx="102">
                  <c:v>0.692493531137</c:v>
                </c:pt>
                <c:pt idx="103">
                  <c:v>0.692459665265</c:v>
                </c:pt>
                <c:pt idx="104">
                  <c:v>0.69228121721</c:v>
                </c:pt>
                <c:pt idx="105">
                  <c:v>0.69254015551</c:v>
                </c:pt>
                <c:pt idx="106">
                  <c:v>0.69228445649</c:v>
                </c:pt>
                <c:pt idx="107">
                  <c:v>0.692359961952</c:v>
                </c:pt>
                <c:pt idx="108">
                  <c:v>0.692810262518</c:v>
                </c:pt>
                <c:pt idx="109">
                  <c:v>0.692280377693</c:v>
                </c:pt>
                <c:pt idx="110">
                  <c:v>0.692314097426</c:v>
                </c:pt>
                <c:pt idx="111">
                  <c:v>0.692425914207</c:v>
                </c:pt>
                <c:pt idx="112">
                  <c:v>0.692307074944</c:v>
                </c:pt>
                <c:pt idx="113">
                  <c:v>0.69239681692</c:v>
                </c:pt>
                <c:pt idx="114">
                  <c:v>0.692592197351</c:v>
                </c:pt>
                <c:pt idx="115">
                  <c:v>0.693015220003</c:v>
                </c:pt>
                <c:pt idx="116">
                  <c:v>0.692708238218</c:v>
                </c:pt>
                <c:pt idx="117">
                  <c:v>0.693025665137</c:v>
                </c:pt>
                <c:pt idx="118">
                  <c:v>0.692668621014</c:v>
                </c:pt>
                <c:pt idx="119">
                  <c:v>0.692448176128</c:v>
                </c:pt>
              </c:numCache>
            </c:numRef>
          </c:yVal>
          <c:smooth val="0"/>
        </c:ser>
        <c:ser>
          <c:idx val="2"/>
          <c:order val="2"/>
          <c:tx>
            <c:v>ReLU MLP</c:v>
          </c:tx>
          <c:spPr>
            <a:solidFill>
              <a:srgbClr val="218477"/>
            </a:solidFill>
            <a:ln w="23813">
              <a:solidFill>
                <a:srgbClr val="218477"/>
              </a:solidFill>
            </a:ln>
          </c:spPr>
          <c:marker>
            <c:symbol val="none"/>
            <c:size val="2"/>
          </c:marker>
          <c:xVal>
            <c:numRef>
              <c:f>'Chart Data'!$E$2:$E$121</c:f>
              <c:numCache>
                <c:formatCode>General</c:formatCode>
                <c:ptCount val="1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</c:numCache>
            </c:numRef>
          </c:xVal>
          <c:yVal>
            <c:numRef>
              <c:f>'Chart Data'!$F$2:$F$121</c:f>
              <c:numCache>
                <c:formatCode>0.##</c:formatCode>
                <c:ptCount val="120"/>
                <c:pt idx="0">
                  <c:v>0.626245590116</c:v>
                </c:pt>
                <c:pt idx="1">
                  <c:v>0.57413154473</c:v>
                </c:pt>
                <c:pt idx="2">
                  <c:v>0.530250456142</c:v>
                </c:pt>
                <c:pt idx="3">
                  <c:v>0.488931873536</c:v>
                </c:pt>
                <c:pt idx="4">
                  <c:v>0.451901315179</c:v>
                </c:pt>
                <c:pt idx="5">
                  <c:v>0.418577927384</c:v>
                </c:pt>
                <c:pt idx="6">
                  <c:v>0.388295677899</c:v>
                </c:pt>
                <c:pt idx="7">
                  <c:v>0.360964183263</c:v>
                </c:pt>
                <c:pt idx="8">
                  <c:v>0.335984944577</c:v>
                </c:pt>
                <c:pt idx="9">
                  <c:v>0.313553791682</c:v>
                </c:pt>
                <c:pt idx="10">
                  <c:v>0.292954286521</c:v>
                </c:pt>
                <c:pt idx="11">
                  <c:v>0.273810161374</c:v>
                </c:pt>
                <c:pt idx="12">
                  <c:v>0.256363993552</c:v>
                </c:pt>
                <c:pt idx="13">
                  <c:v>0.240620285158</c:v>
                </c:pt>
                <c:pt idx="14">
                  <c:v>0.226365380107</c:v>
                </c:pt>
                <c:pt idx="15">
                  <c:v>0.213488246554</c:v>
                </c:pt>
                <c:pt idx="16">
                  <c:v>0.202012350565</c:v>
                </c:pt>
                <c:pt idx="17">
                  <c:v>0.191514894923</c:v>
                </c:pt>
                <c:pt idx="18">
                  <c:v>0.181911196139</c:v>
                </c:pt>
                <c:pt idx="19">
                  <c:v>0.173256919829</c:v>
                </c:pt>
                <c:pt idx="20">
                  <c:v>0.165293225393</c:v>
                </c:pt>
                <c:pt idx="21">
                  <c:v>0.157986599491</c:v>
                </c:pt>
                <c:pt idx="22">
                  <c:v>0.151247608623</c:v>
                </c:pt>
                <c:pt idx="23">
                  <c:v>0.144936962668</c:v>
                </c:pt>
                <c:pt idx="24">
                  <c:v>0.139237380829</c:v>
                </c:pt>
                <c:pt idx="25">
                  <c:v>0.133878664397</c:v>
                </c:pt>
                <c:pt idx="26">
                  <c:v>0.12902769432</c:v>
                </c:pt>
                <c:pt idx="27">
                  <c:v>0.12453617029</c:v>
                </c:pt>
                <c:pt idx="28">
                  <c:v>0.120398187832</c:v>
                </c:pt>
                <c:pt idx="29">
                  <c:v>0.116638124364</c:v>
                </c:pt>
                <c:pt idx="30">
                  <c:v>0.113007441736</c:v>
                </c:pt>
                <c:pt idx="31">
                  <c:v>0.109546562126</c:v>
                </c:pt>
                <c:pt idx="32">
                  <c:v>0.106416098578</c:v>
                </c:pt>
                <c:pt idx="33">
                  <c:v>0.103477941866</c:v>
                </c:pt>
                <c:pt idx="34">
                  <c:v>0.100636418151</c:v>
                </c:pt>
                <c:pt idx="35">
                  <c:v>0.0980267663669</c:v>
                </c:pt>
                <c:pt idx="36">
                  <c:v>0.0955581901525</c:v>
                </c:pt>
                <c:pt idx="37">
                  <c:v>0.0931919431465</c:v>
                </c:pt>
                <c:pt idx="38">
                  <c:v>0.0910269914675</c:v>
                </c:pt>
                <c:pt idx="39">
                  <c:v>0.088979947891</c:v>
                </c:pt>
                <c:pt idx="40">
                  <c:v>0.0870532382204</c:v>
                </c:pt>
                <c:pt idx="41">
                  <c:v>0.0851643368998</c:v>
                </c:pt>
                <c:pt idx="42">
                  <c:v>0.0833824297752</c:v>
                </c:pt>
                <c:pt idx="43">
                  <c:v>0.081690982562</c:v>
                </c:pt>
                <c:pt idx="44">
                  <c:v>0.0802097803373</c:v>
                </c:pt>
                <c:pt idx="45">
                  <c:v>0.0786659423304</c:v>
                </c:pt>
                <c:pt idx="46">
                  <c:v>0.077222218522</c:v>
                </c:pt>
                <c:pt idx="47">
                  <c:v>0.0758288979497</c:v>
                </c:pt>
                <c:pt idx="48">
                  <c:v>0.0745616779667</c:v>
                </c:pt>
                <c:pt idx="49">
                  <c:v>0.0732642251114</c:v>
                </c:pt>
                <c:pt idx="50">
                  <c:v>0.0720608252299</c:v>
                </c:pt>
                <c:pt idx="51">
                  <c:v>0.0708598342427</c:v>
                </c:pt>
                <c:pt idx="52">
                  <c:v>0.0697375896643</c:v>
                </c:pt>
                <c:pt idx="53">
                  <c:v>0.068634875358</c:v>
                </c:pt>
                <c:pt idx="54">
                  <c:v>0.067627298663</c:v>
                </c:pt>
                <c:pt idx="55">
                  <c:v>0.0666322488567</c:v>
                </c:pt>
                <c:pt idx="56">
                  <c:v>0.0656792374656</c:v>
                </c:pt>
                <c:pt idx="57">
                  <c:v>0.0648663788731</c:v>
                </c:pt>
                <c:pt idx="58">
                  <c:v>0.063968408681</c:v>
                </c:pt>
                <c:pt idx="59">
                  <c:v>0.0631192104083</c:v>
                </c:pt>
                <c:pt idx="60">
                  <c:v>0.0622958506664</c:v>
                </c:pt>
                <c:pt idx="61">
                  <c:v>0.061497575258</c:v>
                </c:pt>
                <c:pt idx="62">
                  <c:v>0.0607377539966</c:v>
                </c:pt>
                <c:pt idx="63">
                  <c:v>0.0600218323054</c:v>
                </c:pt>
                <c:pt idx="64">
                  <c:v>0.0593316936252</c:v>
                </c:pt>
                <c:pt idx="65">
                  <c:v>0.0586904157989</c:v>
                </c:pt>
                <c:pt idx="66">
                  <c:v>0.0580423887339</c:v>
                </c:pt>
                <c:pt idx="67">
                  <c:v>0.0574011437531</c:v>
                </c:pt>
                <c:pt idx="68">
                  <c:v>0.0568101230678</c:v>
                </c:pt>
                <c:pt idx="69">
                  <c:v>0.0562143630289</c:v>
                </c:pt>
                <c:pt idx="70">
                  <c:v>0.0556547950666</c:v>
                </c:pt>
                <c:pt idx="71">
                  <c:v>0.0550899613676</c:v>
                </c:pt>
                <c:pt idx="72">
                  <c:v>0.0545425822815</c:v>
                </c:pt>
                <c:pt idx="73">
                  <c:v>0.0539933916272</c:v>
                </c:pt>
                <c:pt idx="74">
                  <c:v>0.0534833335846</c:v>
                </c:pt>
                <c:pt idx="75">
                  <c:v>0.0529791695946</c:v>
                </c:pt>
                <c:pt idx="76">
                  <c:v>0.0524909862294</c:v>
                </c:pt>
                <c:pt idx="77">
                  <c:v>0.0520203112079</c:v>
                </c:pt>
                <c:pt idx="78">
                  <c:v>0.0515610321604</c:v>
                </c:pt>
                <c:pt idx="79">
                  <c:v>0.0511168519565</c:v>
                </c:pt>
                <c:pt idx="80">
                  <c:v>0.0507492815023</c:v>
                </c:pt>
                <c:pt idx="81">
                  <c:v>0.0503236098591</c:v>
                </c:pt>
                <c:pt idx="82">
                  <c:v>0.0499106401754</c:v>
                </c:pt>
                <c:pt idx="83">
                  <c:v>0.0495041043908</c:v>
                </c:pt>
                <c:pt idx="84">
                  <c:v>0.0490905747283</c:v>
                </c:pt>
                <c:pt idx="85">
                  <c:v>0.0486947542845</c:v>
                </c:pt>
                <c:pt idx="86">
                  <c:v>0.0483235647406</c:v>
                </c:pt>
                <c:pt idx="87">
                  <c:v>0.0479491862805</c:v>
                </c:pt>
                <c:pt idx="88">
                  <c:v>0.047645175266</c:v>
                </c:pt>
                <c:pt idx="89">
                  <c:v>0.0473671950815</c:v>
                </c:pt>
                <c:pt idx="90">
                  <c:v>0.0470118203759</c:v>
                </c:pt>
                <c:pt idx="91">
                  <c:v>0.0466671857063</c:v>
                </c:pt>
                <c:pt idx="92">
                  <c:v>0.0463302811834</c:v>
                </c:pt>
                <c:pt idx="93">
                  <c:v>0.0459842280898</c:v>
                </c:pt>
                <c:pt idx="94">
                  <c:v>0.0456700261232</c:v>
                </c:pt>
                <c:pt idx="95">
                  <c:v>0.0453808514401</c:v>
                </c:pt>
                <c:pt idx="96">
                  <c:v>0.0450871793438</c:v>
                </c:pt>
                <c:pt idx="97">
                  <c:v>0.0447906882269</c:v>
                </c:pt>
                <c:pt idx="98">
                  <c:v>0.0444799268769</c:v>
                </c:pt>
                <c:pt idx="99">
                  <c:v>0.0441973144515</c:v>
                </c:pt>
                <c:pt idx="100">
                  <c:v>0.0439379003779</c:v>
                </c:pt>
                <c:pt idx="101">
                  <c:v>0.0436776118194</c:v>
                </c:pt>
                <c:pt idx="102">
                  <c:v>0.0434160628678</c:v>
                </c:pt>
                <c:pt idx="103">
                  <c:v>0.0431617917403</c:v>
                </c:pt>
                <c:pt idx="104">
                  <c:v>0.0429027006644</c:v>
                </c:pt>
                <c:pt idx="105">
                  <c:v>0.042657596327</c:v>
                </c:pt>
                <c:pt idx="106">
                  <c:v>0.0424130739921</c:v>
                </c:pt>
                <c:pt idx="107">
                  <c:v>0.042193980276</c:v>
                </c:pt>
                <c:pt idx="108">
                  <c:v>0.0419991087768</c:v>
                </c:pt>
                <c:pt idx="109">
                  <c:v>0.0417595887068</c:v>
                </c:pt>
                <c:pt idx="110">
                  <c:v>0.0415554512018</c:v>
                </c:pt>
                <c:pt idx="111">
                  <c:v>0.0413358893785</c:v>
                </c:pt>
                <c:pt idx="112">
                  <c:v>0.041114390839</c:v>
                </c:pt>
                <c:pt idx="113">
                  <c:v>0.0409024747872</c:v>
                </c:pt>
                <c:pt idx="114">
                  <c:v>0.0406949867027</c:v>
                </c:pt>
                <c:pt idx="115">
                  <c:v>0.0404946776969</c:v>
                </c:pt>
                <c:pt idx="116">
                  <c:v>0.0402937866681</c:v>
                </c:pt>
                <c:pt idx="117">
                  <c:v>0.0400964739001</c:v>
                </c:pt>
                <c:pt idx="118">
                  <c:v>0.0399182595104</c:v>
                </c:pt>
                <c:pt idx="119">
                  <c:v>0.0397331482728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mean cross-entropy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20"/>
          <c:min val="0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epoch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30"/>
      </c:valAx>
      <c:spPr>
        <a:solidFill>
          <a:srgbClr val="FAFBFC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17212B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linear</c:v>
          </c:tx>
          <c:spPr>
            <a:solidFill>
              <a:srgbClr val="246B8E"/>
            </a:solidFill>
            <a:ln w="23813">
              <a:solidFill>
                <a:srgbClr val="246B8E"/>
              </a:solidFill>
            </a:ln>
          </c:spPr>
          <c:marker>
            <c:symbol val="none"/>
            <c:size val="2"/>
          </c:marker>
          <c:xVal>
            <c:numRef>
              <c:f>'Chart Data'!$A$2:$A$121</c:f>
              <c:numCache>
                <c:formatCode>General</c:formatCode>
                <c:ptCount val="1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</c:numCache>
            </c:numRef>
          </c:xVal>
          <c:yVal>
            <c:numRef>
              <c:f>'Chart Data'!$B$2:$B$121</c:f>
              <c:numCache>
                <c:formatCode>0.##</c:formatCode>
                <c:ptCount val="120"/>
                <c:pt idx="0">
                  <c:v>0.696154249315</c:v>
                </c:pt>
                <c:pt idx="1">
                  <c:v>0.693995123339</c:v>
                </c:pt>
                <c:pt idx="2">
                  <c:v>0.69311105239</c:v>
                </c:pt>
                <c:pt idx="3">
                  <c:v>0.693115925919</c:v>
                </c:pt>
                <c:pt idx="4">
                  <c:v>0.693485351818</c:v>
                </c:pt>
                <c:pt idx="5">
                  <c:v>0.693908053071</c:v>
                </c:pt>
                <c:pt idx="6">
                  <c:v>0.694180997791</c:v>
                </c:pt>
                <c:pt idx="7">
                  <c:v>0.694297052919</c:v>
                </c:pt>
                <c:pt idx="8">
                  <c:v>0.694042155332</c:v>
                </c:pt>
                <c:pt idx="9">
                  <c:v>0.694284728758</c:v>
                </c:pt>
                <c:pt idx="10">
                  <c:v>0.694094641532</c:v>
                </c:pt>
                <c:pt idx="11">
                  <c:v>0.69358042435</c:v>
                </c:pt>
                <c:pt idx="12">
                  <c:v>0.693194492645</c:v>
                </c:pt>
                <c:pt idx="13">
                  <c:v>0.693252342732</c:v>
                </c:pt>
                <c:pt idx="14">
                  <c:v>0.69353150123</c:v>
                </c:pt>
                <c:pt idx="15">
                  <c:v>0.693320134996</c:v>
                </c:pt>
                <c:pt idx="16">
                  <c:v>0.693239250936</c:v>
                </c:pt>
                <c:pt idx="17">
                  <c:v>0.694001603993</c:v>
                </c:pt>
                <c:pt idx="18">
                  <c:v>0.694110500426</c:v>
                </c:pt>
                <c:pt idx="19">
                  <c:v>0.694186316742</c:v>
                </c:pt>
                <c:pt idx="20">
                  <c:v>0.694090634342</c:v>
                </c:pt>
                <c:pt idx="21">
                  <c:v>0.693636232367</c:v>
                </c:pt>
                <c:pt idx="22">
                  <c:v>0.693870551564</c:v>
                </c:pt>
                <c:pt idx="23">
                  <c:v>0.693476863337</c:v>
                </c:pt>
                <c:pt idx="24">
                  <c:v>0.693370179391</c:v>
                </c:pt>
                <c:pt idx="25">
                  <c:v>0.693244381331</c:v>
                </c:pt>
                <c:pt idx="26">
                  <c:v>0.693379068242</c:v>
                </c:pt>
                <c:pt idx="27">
                  <c:v>0.693312821004</c:v>
                </c:pt>
                <c:pt idx="28">
                  <c:v>0.693166896919</c:v>
                </c:pt>
                <c:pt idx="29">
                  <c:v>0.693263822663</c:v>
                </c:pt>
                <c:pt idx="30">
                  <c:v>0.693317642867</c:v>
                </c:pt>
                <c:pt idx="31">
                  <c:v>0.693414515013</c:v>
                </c:pt>
                <c:pt idx="32">
                  <c:v>0.693369650269</c:v>
                </c:pt>
                <c:pt idx="33">
                  <c:v>0.693425408673</c:v>
                </c:pt>
                <c:pt idx="34">
                  <c:v>0.693777788859</c:v>
                </c:pt>
                <c:pt idx="35">
                  <c:v>0.694049662065</c:v>
                </c:pt>
                <c:pt idx="36">
                  <c:v>0.69418620692</c:v>
                </c:pt>
                <c:pt idx="37">
                  <c:v>0.69401249977</c:v>
                </c:pt>
                <c:pt idx="38">
                  <c:v>0.69412692301</c:v>
                </c:pt>
                <c:pt idx="39">
                  <c:v>0.693762826319</c:v>
                </c:pt>
                <c:pt idx="40">
                  <c:v>0.694189210535</c:v>
                </c:pt>
                <c:pt idx="41">
                  <c:v>0.694159469146</c:v>
                </c:pt>
                <c:pt idx="42">
                  <c:v>0.694205445464</c:v>
                </c:pt>
                <c:pt idx="43">
                  <c:v>0.693816238491</c:v>
                </c:pt>
                <c:pt idx="44">
                  <c:v>0.693823073161</c:v>
                </c:pt>
                <c:pt idx="45">
                  <c:v>0.693505654279</c:v>
                </c:pt>
                <c:pt idx="46">
                  <c:v>0.693933644059</c:v>
                </c:pt>
                <c:pt idx="47">
                  <c:v>0.694419975529</c:v>
                </c:pt>
                <c:pt idx="48">
                  <c:v>0.694459472568</c:v>
                </c:pt>
                <c:pt idx="49">
                  <c:v>0.69520985637</c:v>
                </c:pt>
                <c:pt idx="50">
                  <c:v>0.694447026037</c:v>
                </c:pt>
                <c:pt idx="51">
                  <c:v>0.693789663287</c:v>
                </c:pt>
                <c:pt idx="52">
                  <c:v>0.693843740466</c:v>
                </c:pt>
                <c:pt idx="53">
                  <c:v>0.694161723251</c:v>
                </c:pt>
                <c:pt idx="54">
                  <c:v>0.69340389541</c:v>
                </c:pt>
                <c:pt idx="55">
                  <c:v>0.693743120092</c:v>
                </c:pt>
                <c:pt idx="56">
                  <c:v>0.693776883289</c:v>
                </c:pt>
                <c:pt idx="57">
                  <c:v>0.693813385924</c:v>
                </c:pt>
                <c:pt idx="58">
                  <c:v>0.694744480808</c:v>
                </c:pt>
                <c:pt idx="59">
                  <c:v>0.69421433496</c:v>
                </c:pt>
                <c:pt idx="60">
                  <c:v>0.69473906551</c:v>
                </c:pt>
                <c:pt idx="61">
                  <c:v>0.694301159907</c:v>
                </c:pt>
                <c:pt idx="62">
                  <c:v>0.694108117323</c:v>
                </c:pt>
                <c:pt idx="63">
                  <c:v>0.694439339387</c:v>
                </c:pt>
                <c:pt idx="64">
                  <c:v>0.693872868255</c:v>
                </c:pt>
                <c:pt idx="65">
                  <c:v>0.69415453457</c:v>
                </c:pt>
                <c:pt idx="66">
                  <c:v>0.694171692741</c:v>
                </c:pt>
                <c:pt idx="67">
                  <c:v>0.694157569089</c:v>
                </c:pt>
                <c:pt idx="68">
                  <c:v>0.694335917581</c:v>
                </c:pt>
                <c:pt idx="69">
                  <c:v>0.694848714188</c:v>
                </c:pt>
                <c:pt idx="70">
                  <c:v>0.694512230729</c:v>
                </c:pt>
                <c:pt idx="71">
                  <c:v>0.693774547843</c:v>
                </c:pt>
                <c:pt idx="72">
                  <c:v>0.693671248309</c:v>
                </c:pt>
                <c:pt idx="73">
                  <c:v>0.693663640236</c:v>
                </c:pt>
                <c:pt idx="74">
                  <c:v>0.693765170819</c:v>
                </c:pt>
                <c:pt idx="75">
                  <c:v>0.693975377113</c:v>
                </c:pt>
                <c:pt idx="76">
                  <c:v>0.693985324004</c:v>
                </c:pt>
                <c:pt idx="77">
                  <c:v>0.694099241088</c:v>
                </c:pt>
                <c:pt idx="78">
                  <c:v>0.69405532505</c:v>
                </c:pt>
                <c:pt idx="79">
                  <c:v>0.694365999336</c:v>
                </c:pt>
                <c:pt idx="80">
                  <c:v>0.695115031479</c:v>
                </c:pt>
                <c:pt idx="81">
                  <c:v>0.694410766197</c:v>
                </c:pt>
                <c:pt idx="82">
                  <c:v>0.694637056437</c:v>
                </c:pt>
                <c:pt idx="83">
                  <c:v>0.694651054563</c:v>
                </c:pt>
                <c:pt idx="84">
                  <c:v>0.694098531086</c:v>
                </c:pt>
                <c:pt idx="85">
                  <c:v>0.694030410223</c:v>
                </c:pt>
                <c:pt idx="86">
                  <c:v>0.693742071767</c:v>
                </c:pt>
                <c:pt idx="87">
                  <c:v>0.693450530031</c:v>
                </c:pt>
                <c:pt idx="88">
                  <c:v>0.693585814577</c:v>
                </c:pt>
                <c:pt idx="89">
                  <c:v>0.693802504202</c:v>
                </c:pt>
                <c:pt idx="90">
                  <c:v>0.693530901312</c:v>
                </c:pt>
                <c:pt idx="91">
                  <c:v>0.694035515747</c:v>
                </c:pt>
                <c:pt idx="92">
                  <c:v>0.694284118593</c:v>
                </c:pt>
                <c:pt idx="93">
                  <c:v>0.693890035169</c:v>
                </c:pt>
                <c:pt idx="94">
                  <c:v>0.693476852574</c:v>
                </c:pt>
                <c:pt idx="95">
                  <c:v>0.69378462339</c:v>
                </c:pt>
                <c:pt idx="96">
                  <c:v>0.69414408051</c:v>
                </c:pt>
                <c:pt idx="97">
                  <c:v>0.694365434626</c:v>
                </c:pt>
                <c:pt idx="98">
                  <c:v>0.69443525945</c:v>
                </c:pt>
                <c:pt idx="99">
                  <c:v>0.693712633481</c:v>
                </c:pt>
                <c:pt idx="100">
                  <c:v>0.693543010927</c:v>
                </c:pt>
                <c:pt idx="101">
                  <c:v>0.693843860671</c:v>
                </c:pt>
                <c:pt idx="102">
                  <c:v>0.693771794554</c:v>
                </c:pt>
                <c:pt idx="103">
                  <c:v>0.693940800431</c:v>
                </c:pt>
                <c:pt idx="104">
                  <c:v>0.693975451496</c:v>
                </c:pt>
                <c:pt idx="105">
                  <c:v>0.693786754438</c:v>
                </c:pt>
                <c:pt idx="106">
                  <c:v>0.693762992356</c:v>
                </c:pt>
                <c:pt idx="107">
                  <c:v>0.693965457459</c:v>
                </c:pt>
                <c:pt idx="108">
                  <c:v>0.693799999671</c:v>
                </c:pt>
                <c:pt idx="109">
                  <c:v>0.693644785245</c:v>
                </c:pt>
                <c:pt idx="110">
                  <c:v>0.693712371101</c:v>
                </c:pt>
                <c:pt idx="111">
                  <c:v>0.694147852907</c:v>
                </c:pt>
                <c:pt idx="112">
                  <c:v>0.694135885036</c:v>
                </c:pt>
                <c:pt idx="113">
                  <c:v>0.694334984171</c:v>
                </c:pt>
                <c:pt idx="114">
                  <c:v>0.69465255561</c:v>
                </c:pt>
                <c:pt idx="115">
                  <c:v>0.695206209872</c:v>
                </c:pt>
                <c:pt idx="116">
                  <c:v>0.694535895813</c:v>
                </c:pt>
                <c:pt idx="117">
                  <c:v>0.694862141737</c:v>
                </c:pt>
                <c:pt idx="118">
                  <c:v>0.694477149874</c:v>
                </c:pt>
                <c:pt idx="119">
                  <c:v>0.694482982326</c:v>
                </c:pt>
              </c:numCache>
            </c:numRef>
          </c:yVal>
          <c:smooth val="0"/>
        </c:ser>
        <c:ser>
          <c:idx val="1"/>
          <c:order val="1"/>
          <c:tx>
            <c:v>affine stack</c:v>
          </c:tx>
          <c:spPr>
            <a:solidFill>
              <a:srgbClr val="B87521"/>
            </a:solidFill>
            <a:ln w="23813">
              <a:solidFill>
                <a:srgbClr val="B87521"/>
              </a:solidFill>
            </a:ln>
          </c:spPr>
          <c:marker>
            <c:symbol val="none"/>
            <c:size val="2"/>
          </c:marker>
          <c:xVal>
            <c:numRef>
              <c:f>'Chart Data'!$C$2:$C$121</c:f>
              <c:numCache>
                <c:formatCode>General</c:formatCode>
                <c:ptCount val="1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</c:numCache>
            </c:numRef>
          </c:xVal>
          <c:yVal>
            <c:numRef>
              <c:f>'Chart Data'!$D$2:$D$121</c:f>
              <c:numCache>
                <c:formatCode>0.##</c:formatCode>
                <c:ptCount val="120"/>
                <c:pt idx="0">
                  <c:v>0.69703576624</c:v>
                </c:pt>
                <c:pt idx="1">
                  <c:v>0.693820391115</c:v>
                </c:pt>
                <c:pt idx="2">
                  <c:v>0.694397778706</c:v>
                </c:pt>
                <c:pt idx="3">
                  <c:v>0.694791514426</c:v>
                </c:pt>
                <c:pt idx="4">
                  <c:v>0.695111231817</c:v>
                </c:pt>
                <c:pt idx="5">
                  <c:v>0.695960702154</c:v>
                </c:pt>
                <c:pt idx="6">
                  <c:v>0.696275716359</c:v>
                </c:pt>
                <c:pt idx="7">
                  <c:v>0.695306356617</c:v>
                </c:pt>
                <c:pt idx="8">
                  <c:v>0.694296485577</c:v>
                </c:pt>
                <c:pt idx="9">
                  <c:v>0.695081192543</c:v>
                </c:pt>
                <c:pt idx="10">
                  <c:v>0.694720748974</c:v>
                </c:pt>
                <c:pt idx="11">
                  <c:v>0.693363337277</c:v>
                </c:pt>
                <c:pt idx="12">
                  <c:v>0.692997299132</c:v>
                </c:pt>
                <c:pt idx="13">
                  <c:v>0.693134574804</c:v>
                </c:pt>
                <c:pt idx="14">
                  <c:v>0.694052479323</c:v>
                </c:pt>
                <c:pt idx="15">
                  <c:v>0.693232764957</c:v>
                </c:pt>
                <c:pt idx="16">
                  <c:v>0.693178276886</c:v>
                </c:pt>
                <c:pt idx="17">
                  <c:v>0.695718577848</c:v>
                </c:pt>
                <c:pt idx="18">
                  <c:v>0.694872050326</c:v>
                </c:pt>
                <c:pt idx="19">
                  <c:v>0.694786400108</c:v>
                </c:pt>
                <c:pt idx="20">
                  <c:v>0.694307051221</c:v>
                </c:pt>
                <c:pt idx="21">
                  <c:v>0.693411890319</c:v>
                </c:pt>
                <c:pt idx="22">
                  <c:v>0.694445786947</c:v>
                </c:pt>
                <c:pt idx="23">
                  <c:v>0.693657467401</c:v>
                </c:pt>
                <c:pt idx="24">
                  <c:v>0.693321413581</c:v>
                </c:pt>
                <c:pt idx="25">
                  <c:v>0.693122639184</c:v>
                </c:pt>
                <c:pt idx="26">
                  <c:v>0.693358676289</c:v>
                </c:pt>
                <c:pt idx="27">
                  <c:v>0.693289766875</c:v>
                </c:pt>
                <c:pt idx="28">
                  <c:v>0.693253551191</c:v>
                </c:pt>
                <c:pt idx="29">
                  <c:v>0.693534737814</c:v>
                </c:pt>
                <c:pt idx="30">
                  <c:v>0.693340444154</c:v>
                </c:pt>
                <c:pt idx="31">
                  <c:v>0.693819867663</c:v>
                </c:pt>
                <c:pt idx="32">
                  <c:v>0.693377653448</c:v>
                </c:pt>
                <c:pt idx="33">
                  <c:v>0.693523477728</c:v>
                </c:pt>
                <c:pt idx="34">
                  <c:v>0.694282476816</c:v>
                </c:pt>
                <c:pt idx="35">
                  <c:v>0.694808981064</c:v>
                </c:pt>
                <c:pt idx="36">
                  <c:v>0.694870726626</c:v>
                </c:pt>
                <c:pt idx="37">
                  <c:v>0.694380344306</c:v>
                </c:pt>
                <c:pt idx="38">
                  <c:v>0.694497812941</c:v>
                </c:pt>
                <c:pt idx="39">
                  <c:v>0.693653426661</c:v>
                </c:pt>
                <c:pt idx="40">
                  <c:v>0.694502755196</c:v>
                </c:pt>
                <c:pt idx="41">
                  <c:v>0.694515833225</c:v>
                </c:pt>
                <c:pt idx="42">
                  <c:v>0.694520394419</c:v>
                </c:pt>
                <c:pt idx="43">
                  <c:v>0.693761416174</c:v>
                </c:pt>
                <c:pt idx="44">
                  <c:v>0.693892142767</c:v>
                </c:pt>
                <c:pt idx="45">
                  <c:v>0.693285483438</c:v>
                </c:pt>
                <c:pt idx="46">
                  <c:v>0.694194685569</c:v>
                </c:pt>
                <c:pt idx="47">
                  <c:v>0.695166321635</c:v>
                </c:pt>
                <c:pt idx="48">
                  <c:v>0.695284264873</c:v>
                </c:pt>
                <c:pt idx="49">
                  <c:v>0.696588696074</c:v>
                </c:pt>
                <c:pt idx="50">
                  <c:v>0.69445611962</c:v>
                </c:pt>
                <c:pt idx="51">
                  <c:v>0.693573381817</c:v>
                </c:pt>
                <c:pt idx="52">
                  <c:v>0.693688570001</c:v>
                </c:pt>
                <c:pt idx="53">
                  <c:v>0.694459934916</c:v>
                </c:pt>
                <c:pt idx="54">
                  <c:v>0.693334888094</c:v>
                </c:pt>
                <c:pt idx="55">
                  <c:v>0.694322977661</c:v>
                </c:pt>
                <c:pt idx="56">
                  <c:v>0.693956544728</c:v>
                </c:pt>
                <c:pt idx="57">
                  <c:v>0.693838672959</c:v>
                </c:pt>
                <c:pt idx="58">
                  <c:v>0.695875461178</c:v>
                </c:pt>
                <c:pt idx="59">
                  <c:v>0.694473223727</c:v>
                </c:pt>
                <c:pt idx="60">
                  <c:v>0.695698326086</c:v>
                </c:pt>
                <c:pt idx="61">
                  <c:v>0.694509276675</c:v>
                </c:pt>
                <c:pt idx="62">
                  <c:v>0.69430995379</c:v>
                </c:pt>
                <c:pt idx="63">
                  <c:v>0.694823639104</c:v>
                </c:pt>
                <c:pt idx="64">
                  <c:v>0.693933772607</c:v>
                </c:pt>
                <c:pt idx="65">
                  <c:v>0.694721283491</c:v>
                </c:pt>
                <c:pt idx="66">
                  <c:v>0.694519451741</c:v>
                </c:pt>
                <c:pt idx="67">
                  <c:v>0.694482034932</c:v>
                </c:pt>
                <c:pt idx="68">
                  <c:v>0.694794490488</c:v>
                </c:pt>
                <c:pt idx="69">
                  <c:v>0.695738392291</c:v>
                </c:pt>
                <c:pt idx="70">
                  <c:v>0.694833967554</c:v>
                </c:pt>
                <c:pt idx="71">
                  <c:v>0.693548641599</c:v>
                </c:pt>
                <c:pt idx="72">
                  <c:v>0.693570787499</c:v>
                </c:pt>
                <c:pt idx="73">
                  <c:v>0.693555405689</c:v>
                </c:pt>
                <c:pt idx="74">
                  <c:v>0.693864908086</c:v>
                </c:pt>
                <c:pt idx="75">
                  <c:v>0.69433765857</c:v>
                </c:pt>
                <c:pt idx="76">
                  <c:v>0.694140259898</c:v>
                </c:pt>
                <c:pt idx="77">
                  <c:v>0.69440898117</c:v>
                </c:pt>
                <c:pt idx="78">
                  <c:v>0.694301816817</c:v>
                </c:pt>
                <c:pt idx="79">
                  <c:v>0.694881781562</c:v>
                </c:pt>
                <c:pt idx="80">
                  <c:v>0.696382276842</c:v>
                </c:pt>
                <c:pt idx="81">
                  <c:v>0.694664939505</c:v>
                </c:pt>
                <c:pt idx="82">
                  <c:v>0.695042336604</c:v>
                </c:pt>
                <c:pt idx="83">
                  <c:v>0.694923419387</c:v>
                </c:pt>
                <c:pt idx="84">
                  <c:v>0.694106379213</c:v>
                </c:pt>
                <c:pt idx="85">
                  <c:v>0.694058831302</c:v>
                </c:pt>
                <c:pt idx="86">
                  <c:v>0.693572971236</c:v>
                </c:pt>
                <c:pt idx="87">
                  <c:v>0.693261757433</c:v>
                </c:pt>
                <c:pt idx="88">
                  <c:v>0.693605645453</c:v>
                </c:pt>
                <c:pt idx="89">
                  <c:v>0.693855501049</c:v>
                </c:pt>
                <c:pt idx="90">
                  <c:v>0.693462332317</c:v>
                </c:pt>
                <c:pt idx="91">
                  <c:v>0.694327564327</c:v>
                </c:pt>
                <c:pt idx="92">
                  <c:v>0.69467914982</c:v>
                </c:pt>
                <c:pt idx="93">
                  <c:v>0.693887060142</c:v>
                </c:pt>
                <c:pt idx="94">
                  <c:v>0.693327207137</c:v>
                </c:pt>
                <c:pt idx="95">
                  <c:v>0.693926997052</c:v>
                </c:pt>
                <c:pt idx="96">
                  <c:v>0.694484304823</c:v>
                </c:pt>
                <c:pt idx="97">
                  <c:v>0.694885677697</c:v>
                </c:pt>
                <c:pt idx="98">
                  <c:v>0.69488726998</c:v>
                </c:pt>
                <c:pt idx="99">
                  <c:v>0.69353065267</c:v>
                </c:pt>
                <c:pt idx="100">
                  <c:v>0.693351812148</c:v>
                </c:pt>
                <c:pt idx="101">
                  <c:v>0.693950552434</c:v>
                </c:pt>
                <c:pt idx="102">
                  <c:v>0.693743132506</c:v>
                </c:pt>
                <c:pt idx="103">
                  <c:v>0.694009041396</c:v>
                </c:pt>
                <c:pt idx="104">
                  <c:v>0.69408679448</c:v>
                </c:pt>
                <c:pt idx="105">
                  <c:v>0.693934297085</c:v>
                </c:pt>
                <c:pt idx="106">
                  <c:v>0.693844415146</c:v>
                </c:pt>
                <c:pt idx="107">
                  <c:v>0.69418101763</c:v>
                </c:pt>
                <c:pt idx="108">
                  <c:v>0.694054693809</c:v>
                </c:pt>
                <c:pt idx="109">
                  <c:v>0.693538634822</c:v>
                </c:pt>
                <c:pt idx="110">
                  <c:v>0.69369482903</c:v>
                </c:pt>
                <c:pt idx="111">
                  <c:v>0.694384471194</c:v>
                </c:pt>
                <c:pt idx="112">
                  <c:v>0.694299211593</c:v>
                </c:pt>
                <c:pt idx="113">
                  <c:v>0.694603335956</c:v>
                </c:pt>
                <c:pt idx="114">
                  <c:v>0.695116964141</c:v>
                </c:pt>
                <c:pt idx="115">
                  <c:v>0.695974756952</c:v>
                </c:pt>
                <c:pt idx="116">
                  <c:v>0.694843153701</c:v>
                </c:pt>
                <c:pt idx="117">
                  <c:v>0.695490668194</c:v>
                </c:pt>
                <c:pt idx="118">
                  <c:v>0.694668756566</c:v>
                </c:pt>
                <c:pt idx="119">
                  <c:v>0.694593121528</c:v>
                </c:pt>
              </c:numCache>
            </c:numRef>
          </c:yVal>
          <c:smooth val="0"/>
        </c:ser>
        <c:ser>
          <c:idx val="2"/>
          <c:order val="2"/>
          <c:tx>
            <c:v>ReLU MLP</c:v>
          </c:tx>
          <c:spPr>
            <a:solidFill>
              <a:srgbClr val="218477"/>
            </a:solidFill>
            <a:ln w="23813">
              <a:solidFill>
                <a:srgbClr val="218477"/>
              </a:solidFill>
            </a:ln>
          </c:spPr>
          <c:marker>
            <c:symbol val="none"/>
            <c:size val="2"/>
          </c:marker>
          <c:xVal>
            <c:numRef>
              <c:f>'Chart Data'!$E$2:$E$121</c:f>
              <c:numCache>
                <c:formatCode>General</c:formatCode>
                <c:ptCount val="1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</c:numCache>
            </c:numRef>
          </c:xVal>
          <c:yVal>
            <c:numRef>
              <c:f>'Chart Data'!$F$2:$F$121</c:f>
              <c:numCache>
                <c:formatCode>0.##</c:formatCode>
                <c:ptCount val="120"/>
                <c:pt idx="0">
                  <c:v>0.631536513577</c:v>
                </c:pt>
                <c:pt idx="1">
                  <c:v>0.581654264502</c:v>
                </c:pt>
                <c:pt idx="2">
                  <c:v>0.538888702684</c:v>
                </c:pt>
                <c:pt idx="3">
                  <c:v>0.497903738789</c:v>
                </c:pt>
                <c:pt idx="4">
                  <c:v>0.459991495365</c:v>
                </c:pt>
                <c:pt idx="5">
                  <c:v>0.424608565795</c:v>
                </c:pt>
                <c:pt idx="6">
                  <c:v>0.391882655223</c:v>
                </c:pt>
                <c:pt idx="7">
                  <c:v>0.363187477301</c:v>
                </c:pt>
                <c:pt idx="8">
                  <c:v>0.337180229077</c:v>
                </c:pt>
                <c:pt idx="9">
                  <c:v>0.314151727692</c:v>
                </c:pt>
                <c:pt idx="10">
                  <c:v>0.293147543991</c:v>
                </c:pt>
                <c:pt idx="11">
                  <c:v>0.272520412548</c:v>
                </c:pt>
                <c:pt idx="12">
                  <c:v>0.253084516527</c:v>
                </c:pt>
                <c:pt idx="13">
                  <c:v>0.237839071841</c:v>
                </c:pt>
                <c:pt idx="14">
                  <c:v>0.223209418316</c:v>
                </c:pt>
                <c:pt idx="15">
                  <c:v>0.210134744937</c:v>
                </c:pt>
                <c:pt idx="16">
                  <c:v>0.197562423478</c:v>
                </c:pt>
                <c:pt idx="17">
                  <c:v>0.186322654848</c:v>
                </c:pt>
                <c:pt idx="18">
                  <c:v>0.176273759525</c:v>
                </c:pt>
                <c:pt idx="19">
                  <c:v>0.16810550647</c:v>
                </c:pt>
                <c:pt idx="20">
                  <c:v>0.159434010221</c:v>
                </c:pt>
                <c:pt idx="21">
                  <c:v>0.15217315413</c:v>
                </c:pt>
                <c:pt idx="22">
                  <c:v>0.146499399547</c:v>
                </c:pt>
                <c:pt idx="23">
                  <c:v>0.139694666895</c:v>
                </c:pt>
                <c:pt idx="24">
                  <c:v>0.133764034196</c:v>
                </c:pt>
                <c:pt idx="25">
                  <c:v>0.128472912399</c:v>
                </c:pt>
                <c:pt idx="26">
                  <c:v>0.123116881673</c:v>
                </c:pt>
                <c:pt idx="27">
                  <c:v>0.118203883345</c:v>
                </c:pt>
                <c:pt idx="28">
                  <c:v>0.113651503013</c:v>
                </c:pt>
                <c:pt idx="29">
                  <c:v>0.109167545178</c:v>
                </c:pt>
                <c:pt idx="30">
                  <c:v>0.105885039871</c:v>
                </c:pt>
                <c:pt idx="31">
                  <c:v>0.103199030014</c:v>
                </c:pt>
                <c:pt idx="32">
                  <c:v>0.0997293709906</c:v>
                </c:pt>
                <c:pt idx="33">
                  <c:v>0.0966817006906</c:v>
                </c:pt>
                <c:pt idx="34">
                  <c:v>0.0939766822154</c:v>
                </c:pt>
                <c:pt idx="35">
                  <c:v>0.0911123982502</c:v>
                </c:pt>
                <c:pt idx="36">
                  <c:v>0.0894353048659</c:v>
                </c:pt>
                <c:pt idx="37">
                  <c:v>0.0867800461772</c:v>
                </c:pt>
                <c:pt idx="38">
                  <c:v>0.0838450516472</c:v>
                </c:pt>
                <c:pt idx="39">
                  <c:v>0.0818618675024</c:v>
                </c:pt>
                <c:pt idx="40">
                  <c:v>0.0803704844917</c:v>
                </c:pt>
                <c:pt idx="41">
                  <c:v>0.078391050569</c:v>
                </c:pt>
                <c:pt idx="42">
                  <c:v>0.0764255299782</c:v>
                </c:pt>
                <c:pt idx="43">
                  <c:v>0.0746995812285</c:v>
                </c:pt>
                <c:pt idx="44">
                  <c:v>0.0738333334695</c:v>
                </c:pt>
                <c:pt idx="45">
                  <c:v>0.0723611295344</c:v>
                </c:pt>
                <c:pt idx="46">
                  <c:v>0.0710119902873</c:v>
                </c:pt>
                <c:pt idx="47">
                  <c:v>0.0693876465186</c:v>
                </c:pt>
                <c:pt idx="48">
                  <c:v>0.0686850497163</c:v>
                </c:pt>
                <c:pt idx="49">
                  <c:v>0.0669195829934</c:v>
                </c:pt>
                <c:pt idx="50">
                  <c:v>0.0652817696248</c:v>
                </c:pt>
                <c:pt idx="51">
                  <c:v>0.0639855185233</c:v>
                </c:pt>
                <c:pt idx="52">
                  <c:v>0.0627771859429</c:v>
                </c:pt>
                <c:pt idx="53">
                  <c:v>0.0619707999289</c:v>
                </c:pt>
                <c:pt idx="54">
                  <c:v>0.0609826815892</c:v>
                </c:pt>
                <c:pt idx="55">
                  <c:v>0.0601668677303</c:v>
                </c:pt>
                <c:pt idx="56">
                  <c:v>0.0589249529904</c:v>
                </c:pt>
                <c:pt idx="57">
                  <c:v>0.0585089276856</c:v>
                </c:pt>
                <c:pt idx="58">
                  <c:v>0.057442691834</c:v>
                </c:pt>
                <c:pt idx="59">
                  <c:v>0.05666846665</c:v>
                </c:pt>
                <c:pt idx="60">
                  <c:v>0.0558411946954</c:v>
                </c:pt>
                <c:pt idx="61">
                  <c:v>0.0546757557299</c:v>
                </c:pt>
                <c:pt idx="62">
                  <c:v>0.0535462573604</c:v>
                </c:pt>
                <c:pt idx="63">
                  <c:v>0.0526543035423</c:v>
                </c:pt>
                <c:pt idx="64">
                  <c:v>0.0517396341197</c:v>
                </c:pt>
                <c:pt idx="65">
                  <c:v>0.0505850263143</c:v>
                </c:pt>
                <c:pt idx="66">
                  <c:v>0.0499429147215</c:v>
                </c:pt>
                <c:pt idx="67">
                  <c:v>0.049494632242</c:v>
                </c:pt>
                <c:pt idx="68">
                  <c:v>0.0485435016124</c:v>
                </c:pt>
                <c:pt idx="69">
                  <c:v>0.0479880386754</c:v>
                </c:pt>
                <c:pt idx="70">
                  <c:v>0.0473467137173</c:v>
                </c:pt>
                <c:pt idx="71">
                  <c:v>0.046926849446</c:v>
                </c:pt>
                <c:pt idx="72">
                  <c:v>0.0464698673829</c:v>
                </c:pt>
                <c:pt idx="73">
                  <c:v>0.0462682284478</c:v>
                </c:pt>
                <c:pt idx="74">
                  <c:v>0.0459816229012</c:v>
                </c:pt>
                <c:pt idx="75">
                  <c:v>0.0454944688491</c:v>
                </c:pt>
                <c:pt idx="76">
                  <c:v>0.045175781563</c:v>
                </c:pt>
                <c:pt idx="77">
                  <c:v>0.0445855127266</c:v>
                </c:pt>
                <c:pt idx="78">
                  <c:v>0.0439960518783</c:v>
                </c:pt>
                <c:pt idx="79">
                  <c:v>0.0435157642148</c:v>
                </c:pt>
                <c:pt idx="80">
                  <c:v>0.043631790469</c:v>
                </c:pt>
                <c:pt idx="81">
                  <c:v>0.0430492000125</c:v>
                </c:pt>
                <c:pt idx="82">
                  <c:v>0.042613211815</c:v>
                </c:pt>
                <c:pt idx="83">
                  <c:v>0.0418963467886</c:v>
                </c:pt>
                <c:pt idx="84">
                  <c:v>0.0416199622316</c:v>
                </c:pt>
                <c:pt idx="85">
                  <c:v>0.0410515574902</c:v>
                </c:pt>
                <c:pt idx="86">
                  <c:v>0.0405728430127</c:v>
                </c:pt>
                <c:pt idx="87">
                  <c:v>0.0401843662453</c:v>
                </c:pt>
                <c:pt idx="88">
                  <c:v>0.040251269671</c:v>
                </c:pt>
                <c:pt idx="89">
                  <c:v>0.0404016818794</c:v>
                </c:pt>
                <c:pt idx="90">
                  <c:v>0.0399553090908</c:v>
                </c:pt>
                <c:pt idx="91">
                  <c:v>0.0393644281106</c:v>
                </c:pt>
                <c:pt idx="92">
                  <c:v>0.0389797846256</c:v>
                </c:pt>
                <c:pt idx="93">
                  <c:v>0.0379799056986</c:v>
                </c:pt>
                <c:pt idx="94">
                  <c:v>0.0377758324273</c:v>
                </c:pt>
                <c:pt idx="95">
                  <c:v>0.0372534730719</c:v>
                </c:pt>
                <c:pt idx="96">
                  <c:v>0.0366465761866</c:v>
                </c:pt>
                <c:pt idx="97">
                  <c:v>0.0365122595542</c:v>
                </c:pt>
                <c:pt idx="98">
                  <c:v>0.0365601523115</c:v>
                </c:pt>
                <c:pt idx="99">
                  <c:v>0.0362780939523</c:v>
                </c:pt>
                <c:pt idx="100">
                  <c:v>0.0356595229401</c:v>
                </c:pt>
                <c:pt idx="101">
                  <c:v>0.0352057856951</c:v>
                </c:pt>
                <c:pt idx="102">
                  <c:v>0.0351093860138</c:v>
                </c:pt>
                <c:pt idx="103">
                  <c:v>0.0348257499526</c:v>
                </c:pt>
                <c:pt idx="104">
                  <c:v>0.0344722398052</c:v>
                </c:pt>
                <c:pt idx="105">
                  <c:v>0.0343079786923</c:v>
                </c:pt>
                <c:pt idx="106">
                  <c:v>0.0341263488883</c:v>
                </c:pt>
                <c:pt idx="107">
                  <c:v>0.0336780405399</c:v>
                </c:pt>
                <c:pt idx="108">
                  <c:v>0.0332094430791</c:v>
                </c:pt>
                <c:pt idx="109">
                  <c:v>0.0330665130424</c:v>
                </c:pt>
                <c:pt idx="110">
                  <c:v>0.0326571178373</c:v>
                </c:pt>
                <c:pt idx="111">
                  <c:v>0.0322594998429</c:v>
                </c:pt>
                <c:pt idx="112">
                  <c:v>0.0321808495211</c:v>
                </c:pt>
                <c:pt idx="113">
                  <c:v>0.0320591353249</c:v>
                </c:pt>
                <c:pt idx="114">
                  <c:v>0.0319125792997</c:v>
                </c:pt>
                <c:pt idx="115">
                  <c:v>0.0317076518791</c:v>
                </c:pt>
                <c:pt idx="116">
                  <c:v>0.0318624583861</c:v>
                </c:pt>
                <c:pt idx="117">
                  <c:v>0.0317597283241</c:v>
                </c:pt>
                <c:pt idx="118">
                  <c:v>0.0312897782789</c:v>
                </c:pt>
                <c:pt idx="119">
                  <c:v>0.0312717144008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mean cross-entropy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20"/>
          <c:min val="0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epoch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30"/>
      </c:valAx>
      <c:spPr>
        <a:solidFill>
          <a:srgbClr val="FAFBFC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17212B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>
      <a:srgbClr val="FAFBFC"/>
    </a:solidFill>
  </c:spPr>
  <c:externalData r:id="rIdChartSnapshot1">
    <c:autoUpdate val="0"/>
  </c:externalData>
</c:chartSpace>
</file>

<file path=ppt/slides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predicted class 0</c:v>
          </c:tx>
          <c:spPr>
            <a:solidFill>
              <a:srgbClr val="8AB6CA"/>
            </a:solidFill>
            <a:ln w="0">
              <a:noFill/>
            </a:ln>
          </c:spPr>
          <c:marker>
            <c:symbol val="square"/>
            <c:size val="5"/>
            <c:spPr>
              <a:solidFill>
                <a:srgbClr val="8AB6CA"/>
              </a:solidFill>
            </c:spPr>
          </c:marker>
          <c:xVal>
            <c:numRef>
              <c:f>'Chart Data'!$A$2:$A$319</c:f>
              <c:numCache>
                <c:formatCode>General</c:formatCode>
                <c:ptCount val="318"/>
                <c:pt idx="0">
                  <c:v>-2</c:v>
                </c:pt>
                <c:pt idx="1">
                  <c:v>-1.83333333333</c:v>
                </c:pt>
                <c:pt idx="2">
                  <c:v>-1.66666666667</c:v>
                </c:pt>
                <c:pt idx="3">
                  <c:v>-1.5</c:v>
                </c:pt>
                <c:pt idx="4">
                  <c:v>-1.33333333333</c:v>
                </c:pt>
                <c:pt idx="5">
                  <c:v>-1.16666666667</c:v>
                </c:pt>
                <c:pt idx="6">
                  <c:v>-1</c:v>
                </c:pt>
                <c:pt idx="7">
                  <c:v>-0.833333333333</c:v>
                </c:pt>
                <c:pt idx="8">
                  <c:v>-0.666666666667</c:v>
                </c:pt>
                <c:pt idx="9">
                  <c:v>-0.5</c:v>
                </c:pt>
                <c:pt idx="10">
                  <c:v>-2</c:v>
                </c:pt>
                <c:pt idx="11">
                  <c:v>-1.83333333333</c:v>
                </c:pt>
                <c:pt idx="12">
                  <c:v>-1.66666666667</c:v>
                </c:pt>
                <c:pt idx="13">
                  <c:v>-1.5</c:v>
                </c:pt>
                <c:pt idx="14">
                  <c:v>-1.33333333333</c:v>
                </c:pt>
                <c:pt idx="15">
                  <c:v>-1.16666666667</c:v>
                </c:pt>
                <c:pt idx="16">
                  <c:v>-1</c:v>
                </c:pt>
                <c:pt idx="17">
                  <c:v>-0.833333333333</c:v>
                </c:pt>
                <c:pt idx="18">
                  <c:v>-0.666666666667</c:v>
                </c:pt>
                <c:pt idx="19">
                  <c:v>-0.5</c:v>
                </c:pt>
                <c:pt idx="20">
                  <c:v>-0.333333333333</c:v>
                </c:pt>
                <c:pt idx="21">
                  <c:v>-2</c:v>
                </c:pt>
                <c:pt idx="22">
                  <c:v>-1.83333333333</c:v>
                </c:pt>
                <c:pt idx="23">
                  <c:v>-1.66666666667</c:v>
                </c:pt>
                <c:pt idx="24">
                  <c:v>-1.5</c:v>
                </c:pt>
                <c:pt idx="25">
                  <c:v>-1.33333333333</c:v>
                </c:pt>
                <c:pt idx="26">
                  <c:v>-1.16666666667</c:v>
                </c:pt>
                <c:pt idx="27">
                  <c:v>-1</c:v>
                </c:pt>
                <c:pt idx="28">
                  <c:v>-0.833333333333</c:v>
                </c:pt>
                <c:pt idx="29">
                  <c:v>-0.666666666667</c:v>
                </c:pt>
                <c:pt idx="30">
                  <c:v>-0.5</c:v>
                </c:pt>
                <c:pt idx="31">
                  <c:v>-0.333333333333</c:v>
                </c:pt>
                <c:pt idx="32">
                  <c:v>-2</c:v>
                </c:pt>
                <c:pt idx="33">
                  <c:v>-1.83333333333</c:v>
                </c:pt>
                <c:pt idx="34">
                  <c:v>-1.66666666667</c:v>
                </c:pt>
                <c:pt idx="35">
                  <c:v>-1.5</c:v>
                </c:pt>
                <c:pt idx="36">
                  <c:v>-1.33333333333</c:v>
                </c:pt>
                <c:pt idx="37">
                  <c:v>-1.16666666667</c:v>
                </c:pt>
                <c:pt idx="38">
                  <c:v>-1</c:v>
                </c:pt>
                <c:pt idx="39">
                  <c:v>-0.833333333333</c:v>
                </c:pt>
                <c:pt idx="40">
                  <c:v>-0.666666666667</c:v>
                </c:pt>
                <c:pt idx="41">
                  <c:v>-0.5</c:v>
                </c:pt>
                <c:pt idx="42">
                  <c:v>-0.333333333333</c:v>
                </c:pt>
                <c:pt idx="43">
                  <c:v>-0.166666666667</c:v>
                </c:pt>
                <c:pt idx="44">
                  <c:v>-2</c:v>
                </c:pt>
                <c:pt idx="45">
                  <c:v>-1.83333333333</c:v>
                </c:pt>
                <c:pt idx="46">
                  <c:v>-1.66666666667</c:v>
                </c:pt>
                <c:pt idx="47">
                  <c:v>-1.5</c:v>
                </c:pt>
                <c:pt idx="48">
                  <c:v>-1.33333333333</c:v>
                </c:pt>
                <c:pt idx="49">
                  <c:v>-1.16666666667</c:v>
                </c:pt>
                <c:pt idx="50">
                  <c:v>-1</c:v>
                </c:pt>
                <c:pt idx="51">
                  <c:v>-0.833333333333</c:v>
                </c:pt>
                <c:pt idx="52">
                  <c:v>-0.666666666667</c:v>
                </c:pt>
                <c:pt idx="53">
                  <c:v>-0.5</c:v>
                </c:pt>
                <c:pt idx="54">
                  <c:v>-0.333333333333</c:v>
                </c:pt>
                <c:pt idx="55">
                  <c:v>-0.166666666667</c:v>
                </c:pt>
                <c:pt idx="56">
                  <c:v>-2</c:v>
                </c:pt>
                <c:pt idx="57">
                  <c:v>-1.83333333333</c:v>
                </c:pt>
                <c:pt idx="58">
                  <c:v>-1.66666666667</c:v>
                </c:pt>
                <c:pt idx="59">
                  <c:v>-1.5</c:v>
                </c:pt>
                <c:pt idx="60">
                  <c:v>-1.33333333333</c:v>
                </c:pt>
                <c:pt idx="61">
                  <c:v>-1.16666666667</c:v>
                </c:pt>
                <c:pt idx="62">
                  <c:v>-1</c:v>
                </c:pt>
                <c:pt idx="63">
                  <c:v>-0.833333333333</c:v>
                </c:pt>
                <c:pt idx="64">
                  <c:v>-0.666666666667</c:v>
                </c:pt>
                <c:pt idx="65">
                  <c:v>-0.5</c:v>
                </c:pt>
                <c:pt idx="66">
                  <c:v>-0.333333333333</c:v>
                </c:pt>
                <c:pt idx="67">
                  <c:v>-0.166666666667</c:v>
                </c:pt>
                <c:pt idx="68">
                  <c:v>-2</c:v>
                </c:pt>
                <c:pt idx="69">
                  <c:v>-1.83333333333</c:v>
                </c:pt>
                <c:pt idx="70">
                  <c:v>-1.66666666667</c:v>
                </c:pt>
                <c:pt idx="71">
                  <c:v>-1.5</c:v>
                </c:pt>
                <c:pt idx="72">
                  <c:v>-1.33333333333</c:v>
                </c:pt>
                <c:pt idx="73">
                  <c:v>-1.16666666667</c:v>
                </c:pt>
                <c:pt idx="74">
                  <c:v>-1</c:v>
                </c:pt>
                <c:pt idx="75">
                  <c:v>-0.833333333333</c:v>
                </c:pt>
                <c:pt idx="76">
                  <c:v>-0.666666666667</c:v>
                </c:pt>
                <c:pt idx="77">
                  <c:v>-0.5</c:v>
                </c:pt>
                <c:pt idx="78">
                  <c:v>-0.333333333333</c:v>
                </c:pt>
                <c:pt idx="79">
                  <c:v>-0.166666666667</c:v>
                </c:pt>
                <c:pt idx="80">
                  <c:v>0</c:v>
                </c:pt>
                <c:pt idx="81">
                  <c:v>-2</c:v>
                </c:pt>
                <c:pt idx="82">
                  <c:v>-1.83333333333</c:v>
                </c:pt>
                <c:pt idx="83">
                  <c:v>-1.66666666667</c:v>
                </c:pt>
                <c:pt idx="84">
                  <c:v>-1.5</c:v>
                </c:pt>
                <c:pt idx="85">
                  <c:v>-1.33333333333</c:v>
                </c:pt>
                <c:pt idx="86">
                  <c:v>-1.16666666667</c:v>
                </c:pt>
                <c:pt idx="87">
                  <c:v>-1</c:v>
                </c:pt>
                <c:pt idx="88">
                  <c:v>-0.833333333333</c:v>
                </c:pt>
                <c:pt idx="89">
                  <c:v>-0.666666666667</c:v>
                </c:pt>
                <c:pt idx="90">
                  <c:v>-0.5</c:v>
                </c:pt>
                <c:pt idx="91">
                  <c:v>-0.333333333333</c:v>
                </c:pt>
                <c:pt idx="92">
                  <c:v>-0.166666666667</c:v>
                </c:pt>
                <c:pt idx="93">
                  <c:v>0</c:v>
                </c:pt>
                <c:pt idx="94">
                  <c:v>-2</c:v>
                </c:pt>
                <c:pt idx="95">
                  <c:v>-1.83333333333</c:v>
                </c:pt>
                <c:pt idx="96">
                  <c:v>-1.66666666667</c:v>
                </c:pt>
                <c:pt idx="97">
                  <c:v>-1.5</c:v>
                </c:pt>
                <c:pt idx="98">
                  <c:v>-1.33333333333</c:v>
                </c:pt>
                <c:pt idx="99">
                  <c:v>-1.16666666667</c:v>
                </c:pt>
                <c:pt idx="100">
                  <c:v>-1</c:v>
                </c:pt>
                <c:pt idx="101">
                  <c:v>-0.833333333333</c:v>
                </c:pt>
                <c:pt idx="102">
                  <c:v>-0.666666666667</c:v>
                </c:pt>
                <c:pt idx="103">
                  <c:v>-0.5</c:v>
                </c:pt>
                <c:pt idx="104">
                  <c:v>-0.333333333333</c:v>
                </c:pt>
                <c:pt idx="105">
                  <c:v>-0.166666666667</c:v>
                </c:pt>
                <c:pt idx="106">
                  <c:v>0</c:v>
                </c:pt>
                <c:pt idx="107">
                  <c:v>0.166666666667</c:v>
                </c:pt>
                <c:pt idx="108">
                  <c:v>-2</c:v>
                </c:pt>
                <c:pt idx="109">
                  <c:v>-1.83333333333</c:v>
                </c:pt>
                <c:pt idx="110">
                  <c:v>-1.66666666667</c:v>
                </c:pt>
                <c:pt idx="111">
                  <c:v>-1.5</c:v>
                </c:pt>
                <c:pt idx="112">
                  <c:v>-1.33333333333</c:v>
                </c:pt>
                <c:pt idx="113">
                  <c:v>-1.16666666667</c:v>
                </c:pt>
                <c:pt idx="114">
                  <c:v>-1</c:v>
                </c:pt>
                <c:pt idx="115">
                  <c:v>-0.833333333333</c:v>
                </c:pt>
                <c:pt idx="116">
                  <c:v>-0.666666666667</c:v>
                </c:pt>
                <c:pt idx="117">
                  <c:v>-0.5</c:v>
                </c:pt>
                <c:pt idx="118">
                  <c:v>-0.333333333333</c:v>
                </c:pt>
                <c:pt idx="119">
                  <c:v>-0.166666666667</c:v>
                </c:pt>
                <c:pt idx="120">
                  <c:v>0</c:v>
                </c:pt>
                <c:pt idx="121">
                  <c:v>0.166666666667</c:v>
                </c:pt>
                <c:pt idx="122">
                  <c:v>-1.66666666667</c:v>
                </c:pt>
                <c:pt idx="123">
                  <c:v>-1.5</c:v>
                </c:pt>
                <c:pt idx="124">
                  <c:v>-1.33333333333</c:v>
                </c:pt>
                <c:pt idx="125">
                  <c:v>-1.16666666667</c:v>
                </c:pt>
                <c:pt idx="126">
                  <c:v>-1</c:v>
                </c:pt>
                <c:pt idx="127">
                  <c:v>-0.833333333333</c:v>
                </c:pt>
                <c:pt idx="128">
                  <c:v>-0.666666666667</c:v>
                </c:pt>
                <c:pt idx="129">
                  <c:v>-0.5</c:v>
                </c:pt>
                <c:pt idx="130">
                  <c:v>-0.333333333333</c:v>
                </c:pt>
                <c:pt idx="131">
                  <c:v>-0.166666666667</c:v>
                </c:pt>
                <c:pt idx="132">
                  <c:v>0</c:v>
                </c:pt>
                <c:pt idx="133">
                  <c:v>0.166666666667</c:v>
                </c:pt>
                <c:pt idx="134">
                  <c:v>-1.33333333333</c:v>
                </c:pt>
                <c:pt idx="135">
                  <c:v>-1.16666666667</c:v>
                </c:pt>
                <c:pt idx="136">
                  <c:v>-1</c:v>
                </c:pt>
                <c:pt idx="137">
                  <c:v>-0.833333333333</c:v>
                </c:pt>
                <c:pt idx="138">
                  <c:v>-0.666666666667</c:v>
                </c:pt>
                <c:pt idx="139">
                  <c:v>-0.5</c:v>
                </c:pt>
                <c:pt idx="140">
                  <c:v>-0.333333333333</c:v>
                </c:pt>
                <c:pt idx="141">
                  <c:v>-0.166666666667</c:v>
                </c:pt>
                <c:pt idx="142">
                  <c:v>0</c:v>
                </c:pt>
                <c:pt idx="143">
                  <c:v>0.166666666667</c:v>
                </c:pt>
                <c:pt idx="144">
                  <c:v>0.333333333333</c:v>
                </c:pt>
                <c:pt idx="145">
                  <c:v>-1</c:v>
                </c:pt>
                <c:pt idx="146">
                  <c:v>-0.833333333333</c:v>
                </c:pt>
                <c:pt idx="147">
                  <c:v>-0.666666666667</c:v>
                </c:pt>
                <c:pt idx="148">
                  <c:v>-0.5</c:v>
                </c:pt>
                <c:pt idx="149">
                  <c:v>-0.333333333333</c:v>
                </c:pt>
                <c:pt idx="150">
                  <c:v>-0.166666666667</c:v>
                </c:pt>
                <c:pt idx="151">
                  <c:v>0</c:v>
                </c:pt>
                <c:pt idx="152">
                  <c:v>0.166666666667</c:v>
                </c:pt>
                <c:pt idx="153">
                  <c:v>0.333333333333</c:v>
                </c:pt>
                <c:pt idx="154">
                  <c:v>0.5</c:v>
                </c:pt>
                <c:pt idx="155">
                  <c:v>0.666666666667</c:v>
                </c:pt>
                <c:pt idx="156">
                  <c:v>0.833333333333</c:v>
                </c:pt>
                <c:pt idx="157">
                  <c:v>1</c:v>
                </c:pt>
                <c:pt idx="158">
                  <c:v>-0.666666666667</c:v>
                </c:pt>
                <c:pt idx="159">
                  <c:v>-0.5</c:v>
                </c:pt>
                <c:pt idx="160">
                  <c:v>-0.333333333333</c:v>
                </c:pt>
                <c:pt idx="161">
                  <c:v>-0.166666666667</c:v>
                </c:pt>
                <c:pt idx="162">
                  <c:v>0</c:v>
                </c:pt>
                <c:pt idx="163">
                  <c:v>0.166666666667</c:v>
                </c:pt>
                <c:pt idx="164">
                  <c:v>0.333333333333</c:v>
                </c:pt>
                <c:pt idx="165">
                  <c:v>0.5</c:v>
                </c:pt>
                <c:pt idx="166">
                  <c:v>0.666666666667</c:v>
                </c:pt>
                <c:pt idx="167">
                  <c:v>0.833333333333</c:v>
                </c:pt>
                <c:pt idx="168">
                  <c:v>1</c:v>
                </c:pt>
                <c:pt idx="169">
                  <c:v>1.16666666667</c:v>
                </c:pt>
                <c:pt idx="170">
                  <c:v>1.33333333333</c:v>
                </c:pt>
                <c:pt idx="171">
                  <c:v>1.5</c:v>
                </c:pt>
                <c:pt idx="172">
                  <c:v>1.66666666667</c:v>
                </c:pt>
                <c:pt idx="173">
                  <c:v>-0.333333333333</c:v>
                </c:pt>
                <c:pt idx="174">
                  <c:v>-0.166666666667</c:v>
                </c:pt>
                <c:pt idx="175">
                  <c:v>0</c:v>
                </c:pt>
                <c:pt idx="176">
                  <c:v>0.166666666667</c:v>
                </c:pt>
                <c:pt idx="177">
                  <c:v>0.333333333333</c:v>
                </c:pt>
                <c:pt idx="178">
                  <c:v>0.5</c:v>
                </c:pt>
                <c:pt idx="179">
                  <c:v>0.666666666667</c:v>
                </c:pt>
                <c:pt idx="180">
                  <c:v>0.833333333333</c:v>
                </c:pt>
                <c:pt idx="181">
                  <c:v>1</c:v>
                </c:pt>
                <c:pt idx="182">
                  <c:v>1.16666666667</c:v>
                </c:pt>
                <c:pt idx="183">
                  <c:v>1.33333333333</c:v>
                </c:pt>
                <c:pt idx="184">
                  <c:v>1.5</c:v>
                </c:pt>
                <c:pt idx="185">
                  <c:v>1.66666666667</c:v>
                </c:pt>
                <c:pt idx="186">
                  <c:v>1.83333333333</c:v>
                </c:pt>
                <c:pt idx="187">
                  <c:v>2</c:v>
                </c:pt>
                <c:pt idx="188">
                  <c:v>-0.166666666667</c:v>
                </c:pt>
                <c:pt idx="189">
                  <c:v>0</c:v>
                </c:pt>
                <c:pt idx="190">
                  <c:v>0.166666666667</c:v>
                </c:pt>
                <c:pt idx="191">
                  <c:v>0.333333333333</c:v>
                </c:pt>
                <c:pt idx="192">
                  <c:v>0.5</c:v>
                </c:pt>
                <c:pt idx="193">
                  <c:v>0.666666666667</c:v>
                </c:pt>
                <c:pt idx="194">
                  <c:v>0.833333333333</c:v>
                </c:pt>
                <c:pt idx="195">
                  <c:v>1</c:v>
                </c:pt>
                <c:pt idx="196">
                  <c:v>1.16666666667</c:v>
                </c:pt>
                <c:pt idx="197">
                  <c:v>1.33333333333</c:v>
                </c:pt>
                <c:pt idx="198">
                  <c:v>1.5</c:v>
                </c:pt>
                <c:pt idx="199">
                  <c:v>1.66666666667</c:v>
                </c:pt>
                <c:pt idx="200">
                  <c:v>1.83333333333</c:v>
                </c:pt>
                <c:pt idx="201">
                  <c:v>2</c:v>
                </c:pt>
                <c:pt idx="202">
                  <c:v>-0.166666666667</c:v>
                </c:pt>
                <c:pt idx="203">
                  <c:v>0</c:v>
                </c:pt>
                <c:pt idx="204">
                  <c:v>0.166666666667</c:v>
                </c:pt>
                <c:pt idx="205">
                  <c:v>0.333333333333</c:v>
                </c:pt>
                <c:pt idx="206">
                  <c:v>0.5</c:v>
                </c:pt>
                <c:pt idx="207">
                  <c:v>0.666666666667</c:v>
                </c:pt>
                <c:pt idx="208">
                  <c:v>0.833333333333</c:v>
                </c:pt>
                <c:pt idx="209">
                  <c:v>1</c:v>
                </c:pt>
                <c:pt idx="210">
                  <c:v>1.16666666667</c:v>
                </c:pt>
                <c:pt idx="211">
                  <c:v>1.33333333333</c:v>
                </c:pt>
                <c:pt idx="212">
                  <c:v>1.5</c:v>
                </c:pt>
                <c:pt idx="213">
                  <c:v>1.66666666667</c:v>
                </c:pt>
                <c:pt idx="214">
                  <c:v>1.83333333333</c:v>
                </c:pt>
                <c:pt idx="215">
                  <c:v>2</c:v>
                </c:pt>
                <c:pt idx="216">
                  <c:v>0</c:v>
                </c:pt>
                <c:pt idx="217">
                  <c:v>0.166666666667</c:v>
                </c:pt>
                <c:pt idx="218">
                  <c:v>0.333333333333</c:v>
                </c:pt>
                <c:pt idx="219">
                  <c:v>0.5</c:v>
                </c:pt>
                <c:pt idx="220">
                  <c:v>0.666666666667</c:v>
                </c:pt>
                <c:pt idx="221">
                  <c:v>0.833333333333</c:v>
                </c:pt>
                <c:pt idx="222">
                  <c:v>1</c:v>
                </c:pt>
                <c:pt idx="223">
                  <c:v>1.16666666667</c:v>
                </c:pt>
                <c:pt idx="224">
                  <c:v>1.33333333333</c:v>
                </c:pt>
                <c:pt idx="225">
                  <c:v>1.5</c:v>
                </c:pt>
                <c:pt idx="226">
                  <c:v>1.66666666667</c:v>
                </c:pt>
                <c:pt idx="227">
                  <c:v>1.83333333333</c:v>
                </c:pt>
                <c:pt idx="228">
                  <c:v>2</c:v>
                </c:pt>
                <c:pt idx="229">
                  <c:v>0</c:v>
                </c:pt>
                <c:pt idx="230">
                  <c:v>0.166666666667</c:v>
                </c:pt>
                <c:pt idx="231">
                  <c:v>0.333333333333</c:v>
                </c:pt>
                <c:pt idx="232">
                  <c:v>0.5</c:v>
                </c:pt>
                <c:pt idx="233">
                  <c:v>0.666666666667</c:v>
                </c:pt>
                <c:pt idx="234">
                  <c:v>0.833333333333</c:v>
                </c:pt>
                <c:pt idx="235">
                  <c:v>1</c:v>
                </c:pt>
                <c:pt idx="236">
                  <c:v>1.16666666667</c:v>
                </c:pt>
                <c:pt idx="237">
                  <c:v>1.33333333333</c:v>
                </c:pt>
                <c:pt idx="238">
                  <c:v>1.5</c:v>
                </c:pt>
                <c:pt idx="239">
                  <c:v>1.66666666667</c:v>
                </c:pt>
                <c:pt idx="240">
                  <c:v>1.83333333333</c:v>
                </c:pt>
                <c:pt idx="241">
                  <c:v>2</c:v>
                </c:pt>
                <c:pt idx="242">
                  <c:v>0</c:v>
                </c:pt>
                <c:pt idx="243">
                  <c:v>0.166666666667</c:v>
                </c:pt>
                <c:pt idx="244">
                  <c:v>0.333333333333</c:v>
                </c:pt>
                <c:pt idx="245">
                  <c:v>0.5</c:v>
                </c:pt>
                <c:pt idx="246">
                  <c:v>0.666666666667</c:v>
                </c:pt>
                <c:pt idx="247">
                  <c:v>0.833333333333</c:v>
                </c:pt>
                <c:pt idx="248">
                  <c:v>1</c:v>
                </c:pt>
                <c:pt idx="249">
                  <c:v>1.16666666667</c:v>
                </c:pt>
                <c:pt idx="250">
                  <c:v>1.33333333333</c:v>
                </c:pt>
                <c:pt idx="251">
                  <c:v>1.5</c:v>
                </c:pt>
                <c:pt idx="252">
                  <c:v>1.66666666667</c:v>
                </c:pt>
                <c:pt idx="253">
                  <c:v>1.83333333333</c:v>
                </c:pt>
                <c:pt idx="254">
                  <c:v>2</c:v>
                </c:pt>
                <c:pt idx="255">
                  <c:v>0</c:v>
                </c:pt>
                <c:pt idx="256">
                  <c:v>0.166666666667</c:v>
                </c:pt>
                <c:pt idx="257">
                  <c:v>0.333333333333</c:v>
                </c:pt>
                <c:pt idx="258">
                  <c:v>0.5</c:v>
                </c:pt>
                <c:pt idx="259">
                  <c:v>0.666666666667</c:v>
                </c:pt>
                <c:pt idx="260">
                  <c:v>0.833333333333</c:v>
                </c:pt>
                <c:pt idx="261">
                  <c:v>1</c:v>
                </c:pt>
                <c:pt idx="262">
                  <c:v>1.16666666667</c:v>
                </c:pt>
                <c:pt idx="263">
                  <c:v>1.33333333333</c:v>
                </c:pt>
                <c:pt idx="264">
                  <c:v>1.5</c:v>
                </c:pt>
                <c:pt idx="265">
                  <c:v>1.66666666667</c:v>
                </c:pt>
                <c:pt idx="266">
                  <c:v>1.83333333333</c:v>
                </c:pt>
                <c:pt idx="267">
                  <c:v>2</c:v>
                </c:pt>
                <c:pt idx="268">
                  <c:v>0</c:v>
                </c:pt>
                <c:pt idx="269">
                  <c:v>0.166666666667</c:v>
                </c:pt>
                <c:pt idx="270">
                  <c:v>0.333333333333</c:v>
                </c:pt>
                <c:pt idx="271">
                  <c:v>0.5</c:v>
                </c:pt>
                <c:pt idx="272">
                  <c:v>0.666666666667</c:v>
                </c:pt>
                <c:pt idx="273">
                  <c:v>0.833333333333</c:v>
                </c:pt>
                <c:pt idx="274">
                  <c:v>1</c:v>
                </c:pt>
                <c:pt idx="275">
                  <c:v>1.16666666667</c:v>
                </c:pt>
                <c:pt idx="276">
                  <c:v>1.33333333333</c:v>
                </c:pt>
                <c:pt idx="277">
                  <c:v>1.5</c:v>
                </c:pt>
                <c:pt idx="278">
                  <c:v>1.66666666667</c:v>
                </c:pt>
                <c:pt idx="279">
                  <c:v>1.83333333333</c:v>
                </c:pt>
                <c:pt idx="280">
                  <c:v>2</c:v>
                </c:pt>
                <c:pt idx="281">
                  <c:v>0</c:v>
                </c:pt>
                <c:pt idx="282">
                  <c:v>0.166666666667</c:v>
                </c:pt>
                <c:pt idx="283">
                  <c:v>0.333333333333</c:v>
                </c:pt>
                <c:pt idx="284">
                  <c:v>0.5</c:v>
                </c:pt>
                <c:pt idx="285">
                  <c:v>0.666666666667</c:v>
                </c:pt>
                <c:pt idx="286">
                  <c:v>0.833333333333</c:v>
                </c:pt>
                <c:pt idx="287">
                  <c:v>1</c:v>
                </c:pt>
                <c:pt idx="288">
                  <c:v>1.16666666667</c:v>
                </c:pt>
                <c:pt idx="289">
                  <c:v>1.33333333333</c:v>
                </c:pt>
                <c:pt idx="290">
                  <c:v>1.5</c:v>
                </c:pt>
                <c:pt idx="291">
                  <c:v>1.66666666667</c:v>
                </c:pt>
                <c:pt idx="292">
                  <c:v>1.83333333333</c:v>
                </c:pt>
                <c:pt idx="293">
                  <c:v>2</c:v>
                </c:pt>
                <c:pt idx="294">
                  <c:v>0.166666666667</c:v>
                </c:pt>
                <c:pt idx="295">
                  <c:v>0.333333333333</c:v>
                </c:pt>
                <c:pt idx="296">
                  <c:v>0.5</c:v>
                </c:pt>
                <c:pt idx="297">
                  <c:v>0.666666666667</c:v>
                </c:pt>
                <c:pt idx="298">
                  <c:v>0.833333333333</c:v>
                </c:pt>
                <c:pt idx="299">
                  <c:v>1</c:v>
                </c:pt>
                <c:pt idx="300">
                  <c:v>1.16666666667</c:v>
                </c:pt>
                <c:pt idx="301">
                  <c:v>1.33333333333</c:v>
                </c:pt>
                <c:pt idx="302">
                  <c:v>1.5</c:v>
                </c:pt>
                <c:pt idx="303">
                  <c:v>1.66666666667</c:v>
                </c:pt>
                <c:pt idx="304">
                  <c:v>1.83333333333</c:v>
                </c:pt>
                <c:pt idx="305">
                  <c:v>2</c:v>
                </c:pt>
                <c:pt idx="306">
                  <c:v>0.166666666667</c:v>
                </c:pt>
                <c:pt idx="307">
                  <c:v>0.333333333333</c:v>
                </c:pt>
                <c:pt idx="308">
                  <c:v>0.5</c:v>
                </c:pt>
                <c:pt idx="309">
                  <c:v>0.666666666667</c:v>
                </c:pt>
                <c:pt idx="310">
                  <c:v>0.833333333333</c:v>
                </c:pt>
                <c:pt idx="311">
                  <c:v>1</c:v>
                </c:pt>
                <c:pt idx="312">
                  <c:v>1.16666666667</c:v>
                </c:pt>
                <c:pt idx="313">
                  <c:v>1.33333333333</c:v>
                </c:pt>
                <c:pt idx="314">
                  <c:v>1.5</c:v>
                </c:pt>
                <c:pt idx="315">
                  <c:v>1.66666666667</c:v>
                </c:pt>
                <c:pt idx="316">
                  <c:v>1.83333333333</c:v>
                </c:pt>
                <c:pt idx="317">
                  <c:v>2</c:v>
                </c:pt>
              </c:numCache>
            </c:numRef>
          </c:xVal>
          <c:yVal>
            <c:numRef>
              <c:f>'Chart Data'!$B$2:$B$319</c:f>
              <c:numCache>
                <c:formatCode>0.##</c:formatCode>
                <c:ptCount val="318"/>
                <c:pt idx="0">
                  <c:v>-2</c:v>
                </c:pt>
                <c:pt idx="1">
                  <c:v>-2</c:v>
                </c:pt>
                <c:pt idx="2">
                  <c:v>-2</c:v>
                </c:pt>
                <c:pt idx="3">
                  <c:v>-2</c:v>
                </c:pt>
                <c:pt idx="4">
                  <c:v>-2</c:v>
                </c:pt>
                <c:pt idx="5">
                  <c:v>-2</c:v>
                </c:pt>
                <c:pt idx="6">
                  <c:v>-2</c:v>
                </c:pt>
                <c:pt idx="7">
                  <c:v>-2</c:v>
                </c:pt>
                <c:pt idx="8">
                  <c:v>-2</c:v>
                </c:pt>
                <c:pt idx="9">
                  <c:v>-2</c:v>
                </c:pt>
                <c:pt idx="10">
                  <c:v>-1.83333333333</c:v>
                </c:pt>
                <c:pt idx="11">
                  <c:v>-1.83333333333</c:v>
                </c:pt>
                <c:pt idx="12">
                  <c:v>-1.83333333333</c:v>
                </c:pt>
                <c:pt idx="13">
                  <c:v>-1.83333333333</c:v>
                </c:pt>
                <c:pt idx="14">
                  <c:v>-1.83333333333</c:v>
                </c:pt>
                <c:pt idx="15">
                  <c:v>-1.83333333333</c:v>
                </c:pt>
                <c:pt idx="16">
                  <c:v>-1.83333333333</c:v>
                </c:pt>
                <c:pt idx="17">
                  <c:v>-1.83333333333</c:v>
                </c:pt>
                <c:pt idx="18">
                  <c:v>-1.83333333333</c:v>
                </c:pt>
                <c:pt idx="19">
                  <c:v>-1.83333333333</c:v>
                </c:pt>
                <c:pt idx="20">
                  <c:v>-1.83333333333</c:v>
                </c:pt>
                <c:pt idx="21">
                  <c:v>-1.66666666667</c:v>
                </c:pt>
                <c:pt idx="22">
                  <c:v>-1.66666666667</c:v>
                </c:pt>
                <c:pt idx="23">
                  <c:v>-1.66666666667</c:v>
                </c:pt>
                <c:pt idx="24">
                  <c:v>-1.66666666667</c:v>
                </c:pt>
                <c:pt idx="25">
                  <c:v>-1.66666666667</c:v>
                </c:pt>
                <c:pt idx="26">
                  <c:v>-1.66666666667</c:v>
                </c:pt>
                <c:pt idx="27">
                  <c:v>-1.66666666667</c:v>
                </c:pt>
                <c:pt idx="28">
                  <c:v>-1.66666666667</c:v>
                </c:pt>
                <c:pt idx="29">
                  <c:v>-1.66666666667</c:v>
                </c:pt>
                <c:pt idx="30">
                  <c:v>-1.66666666667</c:v>
                </c:pt>
                <c:pt idx="31">
                  <c:v>-1.66666666667</c:v>
                </c:pt>
                <c:pt idx="32">
                  <c:v>-1.5</c:v>
                </c:pt>
                <c:pt idx="33">
                  <c:v>-1.5</c:v>
                </c:pt>
                <c:pt idx="34">
                  <c:v>-1.5</c:v>
                </c:pt>
                <c:pt idx="35">
                  <c:v>-1.5</c:v>
                </c:pt>
                <c:pt idx="36">
                  <c:v>-1.5</c:v>
                </c:pt>
                <c:pt idx="37">
                  <c:v>-1.5</c:v>
                </c:pt>
                <c:pt idx="38">
                  <c:v>-1.5</c:v>
                </c:pt>
                <c:pt idx="39">
                  <c:v>-1.5</c:v>
                </c:pt>
                <c:pt idx="40">
                  <c:v>-1.5</c:v>
                </c:pt>
                <c:pt idx="41">
                  <c:v>-1.5</c:v>
                </c:pt>
                <c:pt idx="42">
                  <c:v>-1.5</c:v>
                </c:pt>
                <c:pt idx="43">
                  <c:v>-1.5</c:v>
                </c:pt>
                <c:pt idx="44">
                  <c:v>-1.33333333333</c:v>
                </c:pt>
                <c:pt idx="45">
                  <c:v>-1.33333333333</c:v>
                </c:pt>
                <c:pt idx="46">
                  <c:v>-1.33333333333</c:v>
                </c:pt>
                <c:pt idx="47">
                  <c:v>-1.33333333333</c:v>
                </c:pt>
                <c:pt idx="48">
                  <c:v>-1.33333333333</c:v>
                </c:pt>
                <c:pt idx="49">
                  <c:v>-1.33333333333</c:v>
                </c:pt>
                <c:pt idx="50">
                  <c:v>-1.33333333333</c:v>
                </c:pt>
                <c:pt idx="51">
                  <c:v>-1.33333333333</c:v>
                </c:pt>
                <c:pt idx="52">
                  <c:v>-1.33333333333</c:v>
                </c:pt>
                <c:pt idx="53">
                  <c:v>-1.33333333333</c:v>
                </c:pt>
                <c:pt idx="54">
                  <c:v>-1.33333333333</c:v>
                </c:pt>
                <c:pt idx="55">
                  <c:v>-1.33333333333</c:v>
                </c:pt>
                <c:pt idx="56">
                  <c:v>-1.16666666667</c:v>
                </c:pt>
                <c:pt idx="57">
                  <c:v>-1.16666666667</c:v>
                </c:pt>
                <c:pt idx="58">
                  <c:v>-1.16666666667</c:v>
                </c:pt>
                <c:pt idx="59">
                  <c:v>-1.16666666667</c:v>
                </c:pt>
                <c:pt idx="60">
                  <c:v>-1.16666666667</c:v>
                </c:pt>
                <c:pt idx="61">
                  <c:v>-1.16666666667</c:v>
                </c:pt>
                <c:pt idx="62">
                  <c:v>-1.16666666667</c:v>
                </c:pt>
                <c:pt idx="63">
                  <c:v>-1.16666666667</c:v>
                </c:pt>
                <c:pt idx="64">
                  <c:v>-1.16666666667</c:v>
                </c:pt>
                <c:pt idx="65">
                  <c:v>-1.16666666667</c:v>
                </c:pt>
                <c:pt idx="66">
                  <c:v>-1.16666666667</c:v>
                </c:pt>
                <c:pt idx="67">
                  <c:v>-1.16666666667</c:v>
                </c:pt>
                <c:pt idx="68">
                  <c:v>-1</c:v>
                </c:pt>
                <c:pt idx="69">
                  <c:v>-1</c:v>
                </c:pt>
                <c:pt idx="70">
                  <c:v>-1</c:v>
                </c:pt>
                <c:pt idx="71">
                  <c:v>-1</c:v>
                </c:pt>
                <c:pt idx="72">
                  <c:v>-1</c:v>
                </c:pt>
                <c:pt idx="73">
                  <c:v>-1</c:v>
                </c:pt>
                <c:pt idx="74">
                  <c:v>-1</c:v>
                </c:pt>
                <c:pt idx="75">
                  <c:v>-1</c:v>
                </c:pt>
                <c:pt idx="76">
                  <c:v>-1</c:v>
                </c:pt>
                <c:pt idx="77">
                  <c:v>-1</c:v>
                </c:pt>
                <c:pt idx="78">
                  <c:v>-1</c:v>
                </c:pt>
                <c:pt idx="79">
                  <c:v>-1</c:v>
                </c:pt>
                <c:pt idx="80">
                  <c:v>-1</c:v>
                </c:pt>
                <c:pt idx="81">
                  <c:v>-0.833333333333</c:v>
                </c:pt>
                <c:pt idx="82">
                  <c:v>-0.833333333333</c:v>
                </c:pt>
                <c:pt idx="83">
                  <c:v>-0.833333333333</c:v>
                </c:pt>
                <c:pt idx="84">
                  <c:v>-0.833333333333</c:v>
                </c:pt>
                <c:pt idx="85">
                  <c:v>-0.833333333333</c:v>
                </c:pt>
                <c:pt idx="86">
                  <c:v>-0.833333333333</c:v>
                </c:pt>
                <c:pt idx="87">
                  <c:v>-0.833333333333</c:v>
                </c:pt>
                <c:pt idx="88">
                  <c:v>-0.833333333333</c:v>
                </c:pt>
                <c:pt idx="89">
                  <c:v>-0.833333333333</c:v>
                </c:pt>
                <c:pt idx="90">
                  <c:v>-0.833333333333</c:v>
                </c:pt>
                <c:pt idx="91">
                  <c:v>-0.833333333333</c:v>
                </c:pt>
                <c:pt idx="92">
                  <c:v>-0.833333333333</c:v>
                </c:pt>
                <c:pt idx="93">
                  <c:v>-0.833333333333</c:v>
                </c:pt>
                <c:pt idx="94">
                  <c:v>-0.666666666667</c:v>
                </c:pt>
                <c:pt idx="95">
                  <c:v>-0.666666666667</c:v>
                </c:pt>
                <c:pt idx="96">
                  <c:v>-0.666666666667</c:v>
                </c:pt>
                <c:pt idx="97">
                  <c:v>-0.666666666667</c:v>
                </c:pt>
                <c:pt idx="98">
                  <c:v>-0.666666666667</c:v>
                </c:pt>
                <c:pt idx="99">
                  <c:v>-0.666666666667</c:v>
                </c:pt>
                <c:pt idx="100">
                  <c:v>-0.666666666667</c:v>
                </c:pt>
                <c:pt idx="101">
                  <c:v>-0.666666666667</c:v>
                </c:pt>
                <c:pt idx="102">
                  <c:v>-0.666666666667</c:v>
                </c:pt>
                <c:pt idx="103">
                  <c:v>-0.666666666667</c:v>
                </c:pt>
                <c:pt idx="104">
                  <c:v>-0.666666666667</c:v>
                </c:pt>
                <c:pt idx="105">
                  <c:v>-0.666666666667</c:v>
                </c:pt>
                <c:pt idx="106">
                  <c:v>-0.666666666667</c:v>
                </c:pt>
                <c:pt idx="107">
                  <c:v>-0.666666666667</c:v>
                </c:pt>
                <c:pt idx="108">
                  <c:v>-0.5</c:v>
                </c:pt>
                <c:pt idx="109">
                  <c:v>-0.5</c:v>
                </c:pt>
                <c:pt idx="110">
                  <c:v>-0.5</c:v>
                </c:pt>
                <c:pt idx="111">
                  <c:v>-0.5</c:v>
                </c:pt>
                <c:pt idx="112">
                  <c:v>-0.5</c:v>
                </c:pt>
                <c:pt idx="113">
                  <c:v>-0.5</c:v>
                </c:pt>
                <c:pt idx="114">
                  <c:v>-0.5</c:v>
                </c:pt>
                <c:pt idx="115">
                  <c:v>-0.5</c:v>
                </c:pt>
                <c:pt idx="116">
                  <c:v>-0.5</c:v>
                </c:pt>
                <c:pt idx="117">
                  <c:v>-0.5</c:v>
                </c:pt>
                <c:pt idx="118">
                  <c:v>-0.5</c:v>
                </c:pt>
                <c:pt idx="119">
                  <c:v>-0.5</c:v>
                </c:pt>
                <c:pt idx="120">
                  <c:v>-0.5</c:v>
                </c:pt>
                <c:pt idx="121">
                  <c:v>-0.5</c:v>
                </c:pt>
                <c:pt idx="122">
                  <c:v>-0.333333333333</c:v>
                </c:pt>
                <c:pt idx="123">
                  <c:v>-0.333333333333</c:v>
                </c:pt>
                <c:pt idx="124">
                  <c:v>-0.333333333333</c:v>
                </c:pt>
                <c:pt idx="125">
                  <c:v>-0.333333333333</c:v>
                </c:pt>
                <c:pt idx="126">
                  <c:v>-0.333333333333</c:v>
                </c:pt>
                <c:pt idx="127">
                  <c:v>-0.333333333333</c:v>
                </c:pt>
                <c:pt idx="128">
                  <c:v>-0.333333333333</c:v>
                </c:pt>
                <c:pt idx="129">
                  <c:v>-0.333333333333</c:v>
                </c:pt>
                <c:pt idx="130">
                  <c:v>-0.333333333333</c:v>
                </c:pt>
                <c:pt idx="131">
                  <c:v>-0.333333333333</c:v>
                </c:pt>
                <c:pt idx="132">
                  <c:v>-0.333333333333</c:v>
                </c:pt>
                <c:pt idx="133">
                  <c:v>-0.333333333333</c:v>
                </c:pt>
                <c:pt idx="134">
                  <c:v>-0.166666666667</c:v>
                </c:pt>
                <c:pt idx="135">
                  <c:v>-0.166666666667</c:v>
                </c:pt>
                <c:pt idx="136">
                  <c:v>-0.166666666667</c:v>
                </c:pt>
                <c:pt idx="137">
                  <c:v>-0.166666666667</c:v>
                </c:pt>
                <c:pt idx="138">
                  <c:v>-0.166666666667</c:v>
                </c:pt>
                <c:pt idx="139">
                  <c:v>-0.166666666667</c:v>
                </c:pt>
                <c:pt idx="140">
                  <c:v>-0.166666666667</c:v>
                </c:pt>
                <c:pt idx="141">
                  <c:v>-0.166666666667</c:v>
                </c:pt>
                <c:pt idx="142">
                  <c:v>-0.166666666667</c:v>
                </c:pt>
                <c:pt idx="143">
                  <c:v>-0.166666666667</c:v>
                </c:pt>
                <c:pt idx="144">
                  <c:v>-0.166666666667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0.166666666667</c:v>
                </c:pt>
                <c:pt idx="159">
                  <c:v>0.166666666667</c:v>
                </c:pt>
                <c:pt idx="160">
                  <c:v>0.166666666667</c:v>
                </c:pt>
                <c:pt idx="161">
                  <c:v>0.166666666667</c:v>
                </c:pt>
                <c:pt idx="162">
                  <c:v>0.166666666667</c:v>
                </c:pt>
                <c:pt idx="163">
                  <c:v>0.166666666667</c:v>
                </c:pt>
                <c:pt idx="164">
                  <c:v>0.166666666667</c:v>
                </c:pt>
                <c:pt idx="165">
                  <c:v>0.166666666667</c:v>
                </c:pt>
                <c:pt idx="166">
                  <c:v>0.166666666667</c:v>
                </c:pt>
                <c:pt idx="167">
                  <c:v>0.166666666667</c:v>
                </c:pt>
                <c:pt idx="168">
                  <c:v>0.166666666667</c:v>
                </c:pt>
                <c:pt idx="169">
                  <c:v>0.166666666667</c:v>
                </c:pt>
                <c:pt idx="170">
                  <c:v>0.166666666667</c:v>
                </c:pt>
                <c:pt idx="171">
                  <c:v>0.166666666667</c:v>
                </c:pt>
                <c:pt idx="172">
                  <c:v>0.166666666667</c:v>
                </c:pt>
                <c:pt idx="173">
                  <c:v>0.333333333333</c:v>
                </c:pt>
                <c:pt idx="174">
                  <c:v>0.333333333333</c:v>
                </c:pt>
                <c:pt idx="175">
                  <c:v>0.333333333333</c:v>
                </c:pt>
                <c:pt idx="176">
                  <c:v>0.333333333333</c:v>
                </c:pt>
                <c:pt idx="177">
                  <c:v>0.333333333333</c:v>
                </c:pt>
                <c:pt idx="178">
                  <c:v>0.333333333333</c:v>
                </c:pt>
                <c:pt idx="179">
                  <c:v>0.333333333333</c:v>
                </c:pt>
                <c:pt idx="180">
                  <c:v>0.333333333333</c:v>
                </c:pt>
                <c:pt idx="181">
                  <c:v>0.333333333333</c:v>
                </c:pt>
                <c:pt idx="182">
                  <c:v>0.333333333333</c:v>
                </c:pt>
                <c:pt idx="183">
                  <c:v>0.333333333333</c:v>
                </c:pt>
                <c:pt idx="184">
                  <c:v>0.333333333333</c:v>
                </c:pt>
                <c:pt idx="185">
                  <c:v>0.333333333333</c:v>
                </c:pt>
                <c:pt idx="186">
                  <c:v>0.333333333333</c:v>
                </c:pt>
                <c:pt idx="187">
                  <c:v>0.333333333333</c:v>
                </c:pt>
                <c:pt idx="188">
                  <c:v>0.5</c:v>
                </c:pt>
                <c:pt idx="189">
                  <c:v>0.5</c:v>
                </c:pt>
                <c:pt idx="190">
                  <c:v>0.5</c:v>
                </c:pt>
                <c:pt idx="191">
                  <c:v>0.5</c:v>
                </c:pt>
                <c:pt idx="192">
                  <c:v>0.5</c:v>
                </c:pt>
                <c:pt idx="193">
                  <c:v>0.5</c:v>
                </c:pt>
                <c:pt idx="194">
                  <c:v>0.5</c:v>
                </c:pt>
                <c:pt idx="195">
                  <c:v>0.5</c:v>
                </c:pt>
                <c:pt idx="196">
                  <c:v>0.5</c:v>
                </c:pt>
                <c:pt idx="197">
                  <c:v>0.5</c:v>
                </c:pt>
                <c:pt idx="198">
                  <c:v>0.5</c:v>
                </c:pt>
                <c:pt idx="199">
                  <c:v>0.5</c:v>
                </c:pt>
                <c:pt idx="200">
                  <c:v>0.5</c:v>
                </c:pt>
                <c:pt idx="201">
                  <c:v>0.5</c:v>
                </c:pt>
                <c:pt idx="202">
                  <c:v>0.666666666667</c:v>
                </c:pt>
                <c:pt idx="203">
                  <c:v>0.666666666667</c:v>
                </c:pt>
                <c:pt idx="204">
                  <c:v>0.666666666667</c:v>
                </c:pt>
                <c:pt idx="205">
                  <c:v>0.666666666667</c:v>
                </c:pt>
                <c:pt idx="206">
                  <c:v>0.666666666667</c:v>
                </c:pt>
                <c:pt idx="207">
                  <c:v>0.666666666667</c:v>
                </c:pt>
                <c:pt idx="208">
                  <c:v>0.666666666667</c:v>
                </c:pt>
                <c:pt idx="209">
                  <c:v>0.666666666667</c:v>
                </c:pt>
                <c:pt idx="210">
                  <c:v>0.666666666667</c:v>
                </c:pt>
                <c:pt idx="211">
                  <c:v>0.666666666667</c:v>
                </c:pt>
                <c:pt idx="212">
                  <c:v>0.666666666667</c:v>
                </c:pt>
                <c:pt idx="213">
                  <c:v>0.666666666667</c:v>
                </c:pt>
                <c:pt idx="214">
                  <c:v>0.666666666667</c:v>
                </c:pt>
                <c:pt idx="215">
                  <c:v>0.666666666667</c:v>
                </c:pt>
                <c:pt idx="216">
                  <c:v>0.833333333333</c:v>
                </c:pt>
                <c:pt idx="217">
                  <c:v>0.833333333333</c:v>
                </c:pt>
                <c:pt idx="218">
                  <c:v>0.833333333333</c:v>
                </c:pt>
                <c:pt idx="219">
                  <c:v>0.833333333333</c:v>
                </c:pt>
                <c:pt idx="220">
                  <c:v>0.833333333333</c:v>
                </c:pt>
                <c:pt idx="221">
                  <c:v>0.833333333333</c:v>
                </c:pt>
                <c:pt idx="222">
                  <c:v>0.833333333333</c:v>
                </c:pt>
                <c:pt idx="223">
                  <c:v>0.833333333333</c:v>
                </c:pt>
                <c:pt idx="224">
                  <c:v>0.833333333333</c:v>
                </c:pt>
                <c:pt idx="225">
                  <c:v>0.833333333333</c:v>
                </c:pt>
                <c:pt idx="226">
                  <c:v>0.833333333333</c:v>
                </c:pt>
                <c:pt idx="227">
                  <c:v>0.833333333333</c:v>
                </c:pt>
                <c:pt idx="228">
                  <c:v>0.833333333333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1.16666666667</c:v>
                </c:pt>
                <c:pt idx="243">
                  <c:v>1.16666666667</c:v>
                </c:pt>
                <c:pt idx="244">
                  <c:v>1.16666666667</c:v>
                </c:pt>
                <c:pt idx="245">
                  <c:v>1.16666666667</c:v>
                </c:pt>
                <c:pt idx="246">
                  <c:v>1.16666666667</c:v>
                </c:pt>
                <c:pt idx="247">
                  <c:v>1.16666666667</c:v>
                </c:pt>
                <c:pt idx="248">
                  <c:v>1.16666666667</c:v>
                </c:pt>
                <c:pt idx="249">
                  <c:v>1.16666666667</c:v>
                </c:pt>
                <c:pt idx="250">
                  <c:v>1.16666666667</c:v>
                </c:pt>
                <c:pt idx="251">
                  <c:v>1.16666666667</c:v>
                </c:pt>
                <c:pt idx="252">
                  <c:v>1.16666666667</c:v>
                </c:pt>
                <c:pt idx="253">
                  <c:v>1.16666666667</c:v>
                </c:pt>
                <c:pt idx="254">
                  <c:v>1.16666666667</c:v>
                </c:pt>
                <c:pt idx="255">
                  <c:v>1.33333333333</c:v>
                </c:pt>
                <c:pt idx="256">
                  <c:v>1.33333333333</c:v>
                </c:pt>
                <c:pt idx="257">
                  <c:v>1.33333333333</c:v>
                </c:pt>
                <c:pt idx="258">
                  <c:v>1.33333333333</c:v>
                </c:pt>
                <c:pt idx="259">
                  <c:v>1.33333333333</c:v>
                </c:pt>
                <c:pt idx="260">
                  <c:v>1.33333333333</c:v>
                </c:pt>
                <c:pt idx="261">
                  <c:v>1.33333333333</c:v>
                </c:pt>
                <c:pt idx="262">
                  <c:v>1.33333333333</c:v>
                </c:pt>
                <c:pt idx="263">
                  <c:v>1.33333333333</c:v>
                </c:pt>
                <c:pt idx="264">
                  <c:v>1.33333333333</c:v>
                </c:pt>
                <c:pt idx="265">
                  <c:v>1.33333333333</c:v>
                </c:pt>
                <c:pt idx="266">
                  <c:v>1.33333333333</c:v>
                </c:pt>
                <c:pt idx="267">
                  <c:v>1.33333333333</c:v>
                </c:pt>
                <c:pt idx="268">
                  <c:v>1.5</c:v>
                </c:pt>
                <c:pt idx="269">
                  <c:v>1.5</c:v>
                </c:pt>
                <c:pt idx="270">
                  <c:v>1.5</c:v>
                </c:pt>
                <c:pt idx="271">
                  <c:v>1.5</c:v>
                </c:pt>
                <c:pt idx="272">
                  <c:v>1.5</c:v>
                </c:pt>
                <c:pt idx="273">
                  <c:v>1.5</c:v>
                </c:pt>
                <c:pt idx="274">
                  <c:v>1.5</c:v>
                </c:pt>
                <c:pt idx="275">
                  <c:v>1.5</c:v>
                </c:pt>
                <c:pt idx="276">
                  <c:v>1.5</c:v>
                </c:pt>
                <c:pt idx="277">
                  <c:v>1.5</c:v>
                </c:pt>
                <c:pt idx="278">
                  <c:v>1.5</c:v>
                </c:pt>
                <c:pt idx="279">
                  <c:v>1.5</c:v>
                </c:pt>
                <c:pt idx="280">
                  <c:v>1.5</c:v>
                </c:pt>
                <c:pt idx="281">
                  <c:v>1.66666666667</c:v>
                </c:pt>
                <c:pt idx="282">
                  <c:v>1.66666666667</c:v>
                </c:pt>
                <c:pt idx="283">
                  <c:v>1.66666666667</c:v>
                </c:pt>
                <c:pt idx="284">
                  <c:v>1.66666666667</c:v>
                </c:pt>
                <c:pt idx="285">
                  <c:v>1.66666666667</c:v>
                </c:pt>
                <c:pt idx="286">
                  <c:v>1.66666666667</c:v>
                </c:pt>
                <c:pt idx="287">
                  <c:v>1.66666666667</c:v>
                </c:pt>
                <c:pt idx="288">
                  <c:v>1.66666666667</c:v>
                </c:pt>
                <c:pt idx="289">
                  <c:v>1.66666666667</c:v>
                </c:pt>
                <c:pt idx="290">
                  <c:v>1.66666666667</c:v>
                </c:pt>
                <c:pt idx="291">
                  <c:v>1.66666666667</c:v>
                </c:pt>
                <c:pt idx="292">
                  <c:v>1.66666666667</c:v>
                </c:pt>
                <c:pt idx="293">
                  <c:v>1.66666666667</c:v>
                </c:pt>
                <c:pt idx="294">
                  <c:v>1.83333333333</c:v>
                </c:pt>
                <c:pt idx="295">
                  <c:v>1.83333333333</c:v>
                </c:pt>
                <c:pt idx="296">
                  <c:v>1.83333333333</c:v>
                </c:pt>
                <c:pt idx="297">
                  <c:v>1.83333333333</c:v>
                </c:pt>
                <c:pt idx="298">
                  <c:v>1.83333333333</c:v>
                </c:pt>
                <c:pt idx="299">
                  <c:v>1.83333333333</c:v>
                </c:pt>
                <c:pt idx="300">
                  <c:v>1.83333333333</c:v>
                </c:pt>
                <c:pt idx="301">
                  <c:v>1.83333333333</c:v>
                </c:pt>
                <c:pt idx="302">
                  <c:v>1.83333333333</c:v>
                </c:pt>
                <c:pt idx="303">
                  <c:v>1.83333333333</c:v>
                </c:pt>
                <c:pt idx="304">
                  <c:v>1.83333333333</c:v>
                </c:pt>
                <c:pt idx="305">
                  <c:v>1.83333333333</c:v>
                </c:pt>
                <c:pt idx="306">
                  <c:v>2</c:v>
                </c:pt>
                <c:pt idx="307">
                  <c:v>2</c:v>
                </c:pt>
                <c:pt idx="308">
                  <c:v>2</c:v>
                </c:pt>
                <c:pt idx="309">
                  <c:v>2</c:v>
                </c:pt>
                <c:pt idx="310">
                  <c:v>2</c:v>
                </c:pt>
                <c:pt idx="311">
                  <c:v>2</c:v>
                </c:pt>
                <c:pt idx="312">
                  <c:v>2</c:v>
                </c:pt>
                <c:pt idx="313">
                  <c:v>2</c:v>
                </c:pt>
                <c:pt idx="314">
                  <c:v>2</c:v>
                </c:pt>
                <c:pt idx="315">
                  <c:v>2</c:v>
                </c:pt>
                <c:pt idx="316">
                  <c:v>2</c:v>
                </c:pt>
                <c:pt idx="317">
                  <c:v>2</c:v>
                </c:pt>
              </c:numCache>
            </c:numRef>
          </c:yVal>
          <c:smooth val="0"/>
        </c:ser>
        <c:ser>
          <c:idx val="1"/>
          <c:order val="1"/>
          <c:tx>
            <c:v>predicted class 1</c:v>
          </c:tx>
          <c:spPr>
            <a:solidFill>
              <a:srgbClr val="DDBB85"/>
            </a:solidFill>
            <a:ln w="0">
              <a:noFill/>
            </a:ln>
          </c:spPr>
          <c:marker>
            <c:symbol val="square"/>
            <c:size val="5"/>
            <c:spPr>
              <a:solidFill>
                <a:srgbClr val="DDBB85"/>
              </a:solidFill>
            </c:spPr>
          </c:marker>
          <c:xVal>
            <c:numRef>
              <c:f>'Chart Data'!$C$2:$C$319</c:f>
              <c:numCache>
                <c:formatCode>General</c:formatCode>
                <c:ptCount val="318"/>
                <c:pt idx="0">
                  <c:v>-0.333333333333</c:v>
                </c:pt>
                <c:pt idx="1">
                  <c:v>-0.166666666667</c:v>
                </c:pt>
                <c:pt idx="2">
                  <c:v>0</c:v>
                </c:pt>
                <c:pt idx="3">
                  <c:v>0.166666666667</c:v>
                </c:pt>
                <c:pt idx="4">
                  <c:v>0.333333333333</c:v>
                </c:pt>
                <c:pt idx="5">
                  <c:v>0.5</c:v>
                </c:pt>
                <c:pt idx="6">
                  <c:v>0.666666666667</c:v>
                </c:pt>
                <c:pt idx="7">
                  <c:v>0.833333333333</c:v>
                </c:pt>
                <c:pt idx="8">
                  <c:v>1</c:v>
                </c:pt>
                <c:pt idx="9">
                  <c:v>1.16666666667</c:v>
                </c:pt>
                <c:pt idx="10">
                  <c:v>1.33333333333</c:v>
                </c:pt>
                <c:pt idx="11">
                  <c:v>1.5</c:v>
                </c:pt>
                <c:pt idx="12">
                  <c:v>1.66666666667</c:v>
                </c:pt>
                <c:pt idx="13">
                  <c:v>1.83333333333</c:v>
                </c:pt>
                <c:pt idx="14">
                  <c:v>2</c:v>
                </c:pt>
                <c:pt idx="15">
                  <c:v>-0.166666666667</c:v>
                </c:pt>
                <c:pt idx="16">
                  <c:v>0</c:v>
                </c:pt>
                <c:pt idx="17">
                  <c:v>0.166666666667</c:v>
                </c:pt>
                <c:pt idx="18">
                  <c:v>0.333333333333</c:v>
                </c:pt>
                <c:pt idx="19">
                  <c:v>0.5</c:v>
                </c:pt>
                <c:pt idx="20">
                  <c:v>0.666666666667</c:v>
                </c:pt>
                <c:pt idx="21">
                  <c:v>0.833333333333</c:v>
                </c:pt>
                <c:pt idx="22">
                  <c:v>1</c:v>
                </c:pt>
                <c:pt idx="23">
                  <c:v>1.16666666667</c:v>
                </c:pt>
                <c:pt idx="24">
                  <c:v>1.33333333333</c:v>
                </c:pt>
                <c:pt idx="25">
                  <c:v>1.5</c:v>
                </c:pt>
                <c:pt idx="26">
                  <c:v>1.66666666667</c:v>
                </c:pt>
                <c:pt idx="27">
                  <c:v>1.83333333333</c:v>
                </c:pt>
                <c:pt idx="28">
                  <c:v>2</c:v>
                </c:pt>
                <c:pt idx="29">
                  <c:v>-0.166666666667</c:v>
                </c:pt>
                <c:pt idx="30">
                  <c:v>0</c:v>
                </c:pt>
                <c:pt idx="31">
                  <c:v>0.166666666667</c:v>
                </c:pt>
                <c:pt idx="32">
                  <c:v>0.333333333333</c:v>
                </c:pt>
                <c:pt idx="33">
                  <c:v>0.5</c:v>
                </c:pt>
                <c:pt idx="34">
                  <c:v>0.666666666667</c:v>
                </c:pt>
                <c:pt idx="35">
                  <c:v>0.833333333333</c:v>
                </c:pt>
                <c:pt idx="36">
                  <c:v>1</c:v>
                </c:pt>
                <c:pt idx="37">
                  <c:v>1.16666666667</c:v>
                </c:pt>
                <c:pt idx="38">
                  <c:v>1.33333333333</c:v>
                </c:pt>
                <c:pt idx="39">
                  <c:v>1.5</c:v>
                </c:pt>
                <c:pt idx="40">
                  <c:v>1.66666666667</c:v>
                </c:pt>
                <c:pt idx="41">
                  <c:v>1.83333333333</c:v>
                </c:pt>
                <c:pt idx="42">
                  <c:v>2</c:v>
                </c:pt>
                <c:pt idx="43">
                  <c:v>0</c:v>
                </c:pt>
                <c:pt idx="44">
                  <c:v>0.166666666667</c:v>
                </c:pt>
                <c:pt idx="45">
                  <c:v>0.333333333333</c:v>
                </c:pt>
                <c:pt idx="46">
                  <c:v>0.5</c:v>
                </c:pt>
                <c:pt idx="47">
                  <c:v>0.666666666667</c:v>
                </c:pt>
                <c:pt idx="48">
                  <c:v>0.833333333333</c:v>
                </c:pt>
                <c:pt idx="49">
                  <c:v>1</c:v>
                </c:pt>
                <c:pt idx="50">
                  <c:v>1.16666666667</c:v>
                </c:pt>
                <c:pt idx="51">
                  <c:v>1.33333333333</c:v>
                </c:pt>
                <c:pt idx="52">
                  <c:v>1.5</c:v>
                </c:pt>
                <c:pt idx="53">
                  <c:v>1.66666666667</c:v>
                </c:pt>
                <c:pt idx="54">
                  <c:v>1.83333333333</c:v>
                </c:pt>
                <c:pt idx="55">
                  <c:v>2</c:v>
                </c:pt>
                <c:pt idx="56">
                  <c:v>0</c:v>
                </c:pt>
                <c:pt idx="57">
                  <c:v>0.166666666667</c:v>
                </c:pt>
                <c:pt idx="58">
                  <c:v>0.333333333333</c:v>
                </c:pt>
                <c:pt idx="59">
                  <c:v>0.5</c:v>
                </c:pt>
                <c:pt idx="60">
                  <c:v>0.666666666667</c:v>
                </c:pt>
                <c:pt idx="61">
                  <c:v>0.833333333333</c:v>
                </c:pt>
                <c:pt idx="62">
                  <c:v>1</c:v>
                </c:pt>
                <c:pt idx="63">
                  <c:v>1.16666666667</c:v>
                </c:pt>
                <c:pt idx="64">
                  <c:v>1.33333333333</c:v>
                </c:pt>
                <c:pt idx="65">
                  <c:v>1.5</c:v>
                </c:pt>
                <c:pt idx="66">
                  <c:v>1.66666666667</c:v>
                </c:pt>
                <c:pt idx="67">
                  <c:v>1.83333333333</c:v>
                </c:pt>
                <c:pt idx="68">
                  <c:v>2</c:v>
                </c:pt>
                <c:pt idx="69">
                  <c:v>0</c:v>
                </c:pt>
                <c:pt idx="70">
                  <c:v>0.166666666667</c:v>
                </c:pt>
                <c:pt idx="71">
                  <c:v>0.333333333333</c:v>
                </c:pt>
                <c:pt idx="72">
                  <c:v>0.5</c:v>
                </c:pt>
                <c:pt idx="73">
                  <c:v>0.666666666667</c:v>
                </c:pt>
                <c:pt idx="74">
                  <c:v>0.833333333333</c:v>
                </c:pt>
                <c:pt idx="75">
                  <c:v>1</c:v>
                </c:pt>
                <c:pt idx="76">
                  <c:v>1.16666666667</c:v>
                </c:pt>
                <c:pt idx="77">
                  <c:v>1.33333333333</c:v>
                </c:pt>
                <c:pt idx="78">
                  <c:v>1.5</c:v>
                </c:pt>
                <c:pt idx="79">
                  <c:v>1.66666666667</c:v>
                </c:pt>
                <c:pt idx="80">
                  <c:v>1.83333333333</c:v>
                </c:pt>
                <c:pt idx="81">
                  <c:v>2</c:v>
                </c:pt>
                <c:pt idx="82">
                  <c:v>0.166666666667</c:v>
                </c:pt>
                <c:pt idx="83">
                  <c:v>0.333333333333</c:v>
                </c:pt>
                <c:pt idx="84">
                  <c:v>0.5</c:v>
                </c:pt>
                <c:pt idx="85">
                  <c:v>0.666666666667</c:v>
                </c:pt>
                <c:pt idx="86">
                  <c:v>0.833333333333</c:v>
                </c:pt>
                <c:pt idx="87">
                  <c:v>1</c:v>
                </c:pt>
                <c:pt idx="88">
                  <c:v>1.16666666667</c:v>
                </c:pt>
                <c:pt idx="89">
                  <c:v>1.33333333333</c:v>
                </c:pt>
                <c:pt idx="90">
                  <c:v>1.5</c:v>
                </c:pt>
                <c:pt idx="91">
                  <c:v>1.66666666667</c:v>
                </c:pt>
                <c:pt idx="92">
                  <c:v>1.83333333333</c:v>
                </c:pt>
                <c:pt idx="93">
                  <c:v>2</c:v>
                </c:pt>
                <c:pt idx="94">
                  <c:v>0.166666666667</c:v>
                </c:pt>
                <c:pt idx="95">
                  <c:v>0.333333333333</c:v>
                </c:pt>
                <c:pt idx="96">
                  <c:v>0.5</c:v>
                </c:pt>
                <c:pt idx="97">
                  <c:v>0.666666666667</c:v>
                </c:pt>
                <c:pt idx="98">
                  <c:v>0.833333333333</c:v>
                </c:pt>
                <c:pt idx="99">
                  <c:v>1</c:v>
                </c:pt>
                <c:pt idx="100">
                  <c:v>1.16666666667</c:v>
                </c:pt>
                <c:pt idx="101">
                  <c:v>1.33333333333</c:v>
                </c:pt>
                <c:pt idx="102">
                  <c:v>1.5</c:v>
                </c:pt>
                <c:pt idx="103">
                  <c:v>1.66666666667</c:v>
                </c:pt>
                <c:pt idx="104">
                  <c:v>1.83333333333</c:v>
                </c:pt>
                <c:pt idx="105">
                  <c:v>2</c:v>
                </c:pt>
                <c:pt idx="106">
                  <c:v>0.333333333333</c:v>
                </c:pt>
                <c:pt idx="107">
                  <c:v>0.5</c:v>
                </c:pt>
                <c:pt idx="108">
                  <c:v>0.666666666667</c:v>
                </c:pt>
                <c:pt idx="109">
                  <c:v>0.833333333333</c:v>
                </c:pt>
                <c:pt idx="110">
                  <c:v>1</c:v>
                </c:pt>
                <c:pt idx="111">
                  <c:v>1.16666666667</c:v>
                </c:pt>
                <c:pt idx="112">
                  <c:v>1.33333333333</c:v>
                </c:pt>
                <c:pt idx="113">
                  <c:v>1.5</c:v>
                </c:pt>
                <c:pt idx="114">
                  <c:v>1.66666666667</c:v>
                </c:pt>
                <c:pt idx="115">
                  <c:v>1.83333333333</c:v>
                </c:pt>
                <c:pt idx="116">
                  <c:v>2</c:v>
                </c:pt>
                <c:pt idx="117">
                  <c:v>0.333333333333</c:v>
                </c:pt>
                <c:pt idx="118">
                  <c:v>0.5</c:v>
                </c:pt>
                <c:pt idx="119">
                  <c:v>0.666666666667</c:v>
                </c:pt>
                <c:pt idx="120">
                  <c:v>0.833333333333</c:v>
                </c:pt>
                <c:pt idx="121">
                  <c:v>1</c:v>
                </c:pt>
                <c:pt idx="122">
                  <c:v>1.16666666667</c:v>
                </c:pt>
                <c:pt idx="123">
                  <c:v>1.33333333333</c:v>
                </c:pt>
                <c:pt idx="124">
                  <c:v>1.5</c:v>
                </c:pt>
                <c:pt idx="125">
                  <c:v>1.66666666667</c:v>
                </c:pt>
                <c:pt idx="126">
                  <c:v>1.83333333333</c:v>
                </c:pt>
                <c:pt idx="127">
                  <c:v>2</c:v>
                </c:pt>
                <c:pt idx="128">
                  <c:v>-2</c:v>
                </c:pt>
                <c:pt idx="129">
                  <c:v>-1.83333333333</c:v>
                </c:pt>
                <c:pt idx="130">
                  <c:v>0.333333333333</c:v>
                </c:pt>
                <c:pt idx="131">
                  <c:v>0.5</c:v>
                </c:pt>
                <c:pt idx="132">
                  <c:v>0.666666666667</c:v>
                </c:pt>
                <c:pt idx="133">
                  <c:v>0.833333333333</c:v>
                </c:pt>
                <c:pt idx="134">
                  <c:v>1</c:v>
                </c:pt>
                <c:pt idx="135">
                  <c:v>1.16666666667</c:v>
                </c:pt>
                <c:pt idx="136">
                  <c:v>1.33333333333</c:v>
                </c:pt>
                <c:pt idx="137">
                  <c:v>1.5</c:v>
                </c:pt>
                <c:pt idx="138">
                  <c:v>1.66666666667</c:v>
                </c:pt>
                <c:pt idx="139">
                  <c:v>1.83333333333</c:v>
                </c:pt>
                <c:pt idx="140">
                  <c:v>2</c:v>
                </c:pt>
                <c:pt idx="141">
                  <c:v>-2</c:v>
                </c:pt>
                <c:pt idx="142">
                  <c:v>-1.83333333333</c:v>
                </c:pt>
                <c:pt idx="143">
                  <c:v>-1.66666666667</c:v>
                </c:pt>
                <c:pt idx="144">
                  <c:v>-1.5</c:v>
                </c:pt>
                <c:pt idx="145">
                  <c:v>0.5</c:v>
                </c:pt>
                <c:pt idx="146">
                  <c:v>0.666666666667</c:v>
                </c:pt>
                <c:pt idx="147">
                  <c:v>0.833333333333</c:v>
                </c:pt>
                <c:pt idx="148">
                  <c:v>1</c:v>
                </c:pt>
                <c:pt idx="149">
                  <c:v>1.16666666667</c:v>
                </c:pt>
                <c:pt idx="150">
                  <c:v>1.33333333333</c:v>
                </c:pt>
                <c:pt idx="151">
                  <c:v>1.5</c:v>
                </c:pt>
                <c:pt idx="152">
                  <c:v>1.66666666667</c:v>
                </c:pt>
                <c:pt idx="153">
                  <c:v>1.83333333333</c:v>
                </c:pt>
                <c:pt idx="154">
                  <c:v>2</c:v>
                </c:pt>
                <c:pt idx="155">
                  <c:v>-2</c:v>
                </c:pt>
                <c:pt idx="156">
                  <c:v>-1.83333333333</c:v>
                </c:pt>
                <c:pt idx="157">
                  <c:v>-1.66666666667</c:v>
                </c:pt>
                <c:pt idx="158">
                  <c:v>-1.5</c:v>
                </c:pt>
                <c:pt idx="159">
                  <c:v>-1.33333333333</c:v>
                </c:pt>
                <c:pt idx="160">
                  <c:v>-1.16666666667</c:v>
                </c:pt>
                <c:pt idx="161">
                  <c:v>1.16666666667</c:v>
                </c:pt>
                <c:pt idx="162">
                  <c:v>1.33333333333</c:v>
                </c:pt>
                <c:pt idx="163">
                  <c:v>1.5</c:v>
                </c:pt>
                <c:pt idx="164">
                  <c:v>1.66666666667</c:v>
                </c:pt>
                <c:pt idx="165">
                  <c:v>1.83333333333</c:v>
                </c:pt>
                <c:pt idx="166">
                  <c:v>2</c:v>
                </c:pt>
                <c:pt idx="167">
                  <c:v>-2</c:v>
                </c:pt>
                <c:pt idx="168">
                  <c:v>-1.83333333333</c:v>
                </c:pt>
                <c:pt idx="169">
                  <c:v>-1.66666666667</c:v>
                </c:pt>
                <c:pt idx="170">
                  <c:v>-1.5</c:v>
                </c:pt>
                <c:pt idx="171">
                  <c:v>-1.33333333333</c:v>
                </c:pt>
                <c:pt idx="172">
                  <c:v>-1.16666666667</c:v>
                </c:pt>
                <c:pt idx="173">
                  <c:v>-1</c:v>
                </c:pt>
                <c:pt idx="174">
                  <c:v>-0.833333333333</c:v>
                </c:pt>
                <c:pt idx="175">
                  <c:v>1.83333333333</c:v>
                </c:pt>
                <c:pt idx="176">
                  <c:v>2</c:v>
                </c:pt>
                <c:pt idx="177">
                  <c:v>-2</c:v>
                </c:pt>
                <c:pt idx="178">
                  <c:v>-1.83333333333</c:v>
                </c:pt>
                <c:pt idx="179">
                  <c:v>-1.66666666667</c:v>
                </c:pt>
                <c:pt idx="180">
                  <c:v>-1.5</c:v>
                </c:pt>
                <c:pt idx="181">
                  <c:v>-1.33333333333</c:v>
                </c:pt>
                <c:pt idx="182">
                  <c:v>-1.16666666667</c:v>
                </c:pt>
                <c:pt idx="183">
                  <c:v>-1</c:v>
                </c:pt>
                <c:pt idx="184">
                  <c:v>-0.833333333333</c:v>
                </c:pt>
                <c:pt idx="185">
                  <c:v>-0.666666666667</c:v>
                </c:pt>
                <c:pt idx="186">
                  <c:v>-0.5</c:v>
                </c:pt>
                <c:pt idx="187">
                  <c:v>-2</c:v>
                </c:pt>
                <c:pt idx="188">
                  <c:v>-1.83333333333</c:v>
                </c:pt>
                <c:pt idx="189">
                  <c:v>-1.66666666667</c:v>
                </c:pt>
                <c:pt idx="190">
                  <c:v>-1.5</c:v>
                </c:pt>
                <c:pt idx="191">
                  <c:v>-1.33333333333</c:v>
                </c:pt>
                <c:pt idx="192">
                  <c:v>-1.16666666667</c:v>
                </c:pt>
                <c:pt idx="193">
                  <c:v>-1</c:v>
                </c:pt>
                <c:pt idx="194">
                  <c:v>-0.833333333333</c:v>
                </c:pt>
                <c:pt idx="195">
                  <c:v>-0.666666666667</c:v>
                </c:pt>
                <c:pt idx="196">
                  <c:v>-0.5</c:v>
                </c:pt>
                <c:pt idx="197">
                  <c:v>-0.333333333333</c:v>
                </c:pt>
                <c:pt idx="198">
                  <c:v>-2</c:v>
                </c:pt>
                <c:pt idx="199">
                  <c:v>-1.83333333333</c:v>
                </c:pt>
                <c:pt idx="200">
                  <c:v>-1.66666666667</c:v>
                </c:pt>
                <c:pt idx="201">
                  <c:v>-1.5</c:v>
                </c:pt>
                <c:pt idx="202">
                  <c:v>-1.33333333333</c:v>
                </c:pt>
                <c:pt idx="203">
                  <c:v>-1.16666666667</c:v>
                </c:pt>
                <c:pt idx="204">
                  <c:v>-1</c:v>
                </c:pt>
                <c:pt idx="205">
                  <c:v>-0.833333333333</c:v>
                </c:pt>
                <c:pt idx="206">
                  <c:v>-0.666666666667</c:v>
                </c:pt>
                <c:pt idx="207">
                  <c:v>-0.5</c:v>
                </c:pt>
                <c:pt idx="208">
                  <c:v>-0.333333333333</c:v>
                </c:pt>
                <c:pt idx="209">
                  <c:v>-2</c:v>
                </c:pt>
                <c:pt idx="210">
                  <c:v>-1.83333333333</c:v>
                </c:pt>
                <c:pt idx="211">
                  <c:v>-1.66666666667</c:v>
                </c:pt>
                <c:pt idx="212">
                  <c:v>-1.5</c:v>
                </c:pt>
                <c:pt idx="213">
                  <c:v>-1.33333333333</c:v>
                </c:pt>
                <c:pt idx="214">
                  <c:v>-1.16666666667</c:v>
                </c:pt>
                <c:pt idx="215">
                  <c:v>-1</c:v>
                </c:pt>
                <c:pt idx="216">
                  <c:v>-0.833333333333</c:v>
                </c:pt>
                <c:pt idx="217">
                  <c:v>-0.666666666667</c:v>
                </c:pt>
                <c:pt idx="218">
                  <c:v>-0.5</c:v>
                </c:pt>
                <c:pt idx="219">
                  <c:v>-0.333333333333</c:v>
                </c:pt>
                <c:pt idx="220">
                  <c:v>-0.166666666667</c:v>
                </c:pt>
                <c:pt idx="221">
                  <c:v>-2</c:v>
                </c:pt>
                <c:pt idx="222">
                  <c:v>-1.83333333333</c:v>
                </c:pt>
                <c:pt idx="223">
                  <c:v>-1.66666666667</c:v>
                </c:pt>
                <c:pt idx="224">
                  <c:v>-1.5</c:v>
                </c:pt>
                <c:pt idx="225">
                  <c:v>-1.33333333333</c:v>
                </c:pt>
                <c:pt idx="226">
                  <c:v>-1.16666666667</c:v>
                </c:pt>
                <c:pt idx="227">
                  <c:v>-1</c:v>
                </c:pt>
                <c:pt idx="228">
                  <c:v>-0.833333333333</c:v>
                </c:pt>
                <c:pt idx="229">
                  <c:v>-0.666666666667</c:v>
                </c:pt>
                <c:pt idx="230">
                  <c:v>-0.5</c:v>
                </c:pt>
                <c:pt idx="231">
                  <c:v>-0.333333333333</c:v>
                </c:pt>
                <c:pt idx="232">
                  <c:v>-0.166666666667</c:v>
                </c:pt>
                <c:pt idx="233">
                  <c:v>-2</c:v>
                </c:pt>
                <c:pt idx="234">
                  <c:v>-1.83333333333</c:v>
                </c:pt>
                <c:pt idx="235">
                  <c:v>-1.66666666667</c:v>
                </c:pt>
                <c:pt idx="236">
                  <c:v>-1.5</c:v>
                </c:pt>
                <c:pt idx="237">
                  <c:v>-1.33333333333</c:v>
                </c:pt>
                <c:pt idx="238">
                  <c:v>-1.16666666667</c:v>
                </c:pt>
                <c:pt idx="239">
                  <c:v>-1</c:v>
                </c:pt>
                <c:pt idx="240">
                  <c:v>-0.833333333333</c:v>
                </c:pt>
                <c:pt idx="241">
                  <c:v>-0.666666666667</c:v>
                </c:pt>
                <c:pt idx="242">
                  <c:v>-0.5</c:v>
                </c:pt>
                <c:pt idx="243">
                  <c:v>-0.333333333333</c:v>
                </c:pt>
                <c:pt idx="244">
                  <c:v>-0.166666666667</c:v>
                </c:pt>
                <c:pt idx="245">
                  <c:v>-2</c:v>
                </c:pt>
                <c:pt idx="246">
                  <c:v>-1.83333333333</c:v>
                </c:pt>
                <c:pt idx="247">
                  <c:v>-1.66666666667</c:v>
                </c:pt>
                <c:pt idx="248">
                  <c:v>-1.5</c:v>
                </c:pt>
                <c:pt idx="249">
                  <c:v>-1.33333333333</c:v>
                </c:pt>
                <c:pt idx="250">
                  <c:v>-1.16666666667</c:v>
                </c:pt>
                <c:pt idx="251">
                  <c:v>-1</c:v>
                </c:pt>
                <c:pt idx="252">
                  <c:v>-0.833333333333</c:v>
                </c:pt>
                <c:pt idx="253">
                  <c:v>-0.666666666667</c:v>
                </c:pt>
                <c:pt idx="254">
                  <c:v>-0.5</c:v>
                </c:pt>
                <c:pt idx="255">
                  <c:v>-0.333333333333</c:v>
                </c:pt>
                <c:pt idx="256">
                  <c:v>-0.166666666667</c:v>
                </c:pt>
                <c:pt idx="257">
                  <c:v>-2</c:v>
                </c:pt>
                <c:pt idx="258">
                  <c:v>-1.83333333333</c:v>
                </c:pt>
                <c:pt idx="259">
                  <c:v>-1.66666666667</c:v>
                </c:pt>
                <c:pt idx="260">
                  <c:v>-1.5</c:v>
                </c:pt>
                <c:pt idx="261">
                  <c:v>-1.33333333333</c:v>
                </c:pt>
                <c:pt idx="262">
                  <c:v>-1.16666666667</c:v>
                </c:pt>
                <c:pt idx="263">
                  <c:v>-1</c:v>
                </c:pt>
                <c:pt idx="264">
                  <c:v>-0.833333333333</c:v>
                </c:pt>
                <c:pt idx="265">
                  <c:v>-0.666666666667</c:v>
                </c:pt>
                <c:pt idx="266">
                  <c:v>-0.5</c:v>
                </c:pt>
                <c:pt idx="267">
                  <c:v>-0.333333333333</c:v>
                </c:pt>
                <c:pt idx="268">
                  <c:v>-0.166666666667</c:v>
                </c:pt>
                <c:pt idx="269">
                  <c:v>-2</c:v>
                </c:pt>
                <c:pt idx="270">
                  <c:v>-1.83333333333</c:v>
                </c:pt>
                <c:pt idx="271">
                  <c:v>-1.66666666667</c:v>
                </c:pt>
                <c:pt idx="272">
                  <c:v>-1.5</c:v>
                </c:pt>
                <c:pt idx="273">
                  <c:v>-1.33333333333</c:v>
                </c:pt>
                <c:pt idx="274">
                  <c:v>-1.16666666667</c:v>
                </c:pt>
                <c:pt idx="275">
                  <c:v>-1</c:v>
                </c:pt>
                <c:pt idx="276">
                  <c:v>-0.833333333333</c:v>
                </c:pt>
                <c:pt idx="277">
                  <c:v>-0.666666666667</c:v>
                </c:pt>
                <c:pt idx="278">
                  <c:v>-0.5</c:v>
                </c:pt>
                <c:pt idx="279">
                  <c:v>-0.333333333333</c:v>
                </c:pt>
                <c:pt idx="280">
                  <c:v>-0.166666666667</c:v>
                </c:pt>
                <c:pt idx="281">
                  <c:v>-2</c:v>
                </c:pt>
                <c:pt idx="282">
                  <c:v>-1.83333333333</c:v>
                </c:pt>
                <c:pt idx="283">
                  <c:v>-1.66666666667</c:v>
                </c:pt>
                <c:pt idx="284">
                  <c:v>-1.5</c:v>
                </c:pt>
                <c:pt idx="285">
                  <c:v>-1.33333333333</c:v>
                </c:pt>
                <c:pt idx="286">
                  <c:v>-1.16666666667</c:v>
                </c:pt>
                <c:pt idx="287">
                  <c:v>-1</c:v>
                </c:pt>
                <c:pt idx="288">
                  <c:v>-0.833333333333</c:v>
                </c:pt>
                <c:pt idx="289">
                  <c:v>-0.666666666667</c:v>
                </c:pt>
                <c:pt idx="290">
                  <c:v>-0.5</c:v>
                </c:pt>
                <c:pt idx="291">
                  <c:v>-0.333333333333</c:v>
                </c:pt>
                <c:pt idx="292">
                  <c:v>-0.166666666667</c:v>
                </c:pt>
                <c:pt idx="293">
                  <c:v>0</c:v>
                </c:pt>
                <c:pt idx="294">
                  <c:v>-2</c:v>
                </c:pt>
                <c:pt idx="295">
                  <c:v>-1.83333333333</c:v>
                </c:pt>
                <c:pt idx="296">
                  <c:v>-1.66666666667</c:v>
                </c:pt>
                <c:pt idx="297">
                  <c:v>-1.5</c:v>
                </c:pt>
                <c:pt idx="298">
                  <c:v>-1.33333333333</c:v>
                </c:pt>
                <c:pt idx="299">
                  <c:v>-1.16666666667</c:v>
                </c:pt>
                <c:pt idx="300">
                  <c:v>-1</c:v>
                </c:pt>
                <c:pt idx="301">
                  <c:v>-0.833333333333</c:v>
                </c:pt>
                <c:pt idx="302">
                  <c:v>-0.666666666667</c:v>
                </c:pt>
                <c:pt idx="303">
                  <c:v>-0.5</c:v>
                </c:pt>
                <c:pt idx="304">
                  <c:v>-0.333333333333</c:v>
                </c:pt>
                <c:pt idx="305">
                  <c:v>-0.166666666667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</c:numCache>
            </c:numRef>
          </c:xVal>
          <c:yVal>
            <c:numRef>
              <c:f>'Chart Data'!$D$2:$D$319</c:f>
              <c:numCache>
                <c:formatCode>0.##</c:formatCode>
                <c:ptCount val="318"/>
                <c:pt idx="0">
                  <c:v>-2</c:v>
                </c:pt>
                <c:pt idx="1">
                  <c:v>-2</c:v>
                </c:pt>
                <c:pt idx="2">
                  <c:v>-2</c:v>
                </c:pt>
                <c:pt idx="3">
                  <c:v>-2</c:v>
                </c:pt>
                <c:pt idx="4">
                  <c:v>-2</c:v>
                </c:pt>
                <c:pt idx="5">
                  <c:v>-2</c:v>
                </c:pt>
                <c:pt idx="6">
                  <c:v>-2</c:v>
                </c:pt>
                <c:pt idx="7">
                  <c:v>-2</c:v>
                </c:pt>
                <c:pt idx="8">
                  <c:v>-2</c:v>
                </c:pt>
                <c:pt idx="9">
                  <c:v>-2</c:v>
                </c:pt>
                <c:pt idx="10">
                  <c:v>-2</c:v>
                </c:pt>
                <c:pt idx="11">
                  <c:v>-2</c:v>
                </c:pt>
                <c:pt idx="12">
                  <c:v>-2</c:v>
                </c:pt>
                <c:pt idx="13">
                  <c:v>-2</c:v>
                </c:pt>
                <c:pt idx="14">
                  <c:v>-2</c:v>
                </c:pt>
                <c:pt idx="15">
                  <c:v>-1.83333333333</c:v>
                </c:pt>
                <c:pt idx="16">
                  <c:v>-1.83333333333</c:v>
                </c:pt>
                <c:pt idx="17">
                  <c:v>-1.83333333333</c:v>
                </c:pt>
                <c:pt idx="18">
                  <c:v>-1.83333333333</c:v>
                </c:pt>
                <c:pt idx="19">
                  <c:v>-1.83333333333</c:v>
                </c:pt>
                <c:pt idx="20">
                  <c:v>-1.83333333333</c:v>
                </c:pt>
                <c:pt idx="21">
                  <c:v>-1.83333333333</c:v>
                </c:pt>
                <c:pt idx="22">
                  <c:v>-1.83333333333</c:v>
                </c:pt>
                <c:pt idx="23">
                  <c:v>-1.83333333333</c:v>
                </c:pt>
                <c:pt idx="24">
                  <c:v>-1.83333333333</c:v>
                </c:pt>
                <c:pt idx="25">
                  <c:v>-1.83333333333</c:v>
                </c:pt>
                <c:pt idx="26">
                  <c:v>-1.83333333333</c:v>
                </c:pt>
                <c:pt idx="27">
                  <c:v>-1.83333333333</c:v>
                </c:pt>
                <c:pt idx="28">
                  <c:v>-1.83333333333</c:v>
                </c:pt>
                <c:pt idx="29">
                  <c:v>-1.66666666667</c:v>
                </c:pt>
                <c:pt idx="30">
                  <c:v>-1.66666666667</c:v>
                </c:pt>
                <c:pt idx="31">
                  <c:v>-1.66666666667</c:v>
                </c:pt>
                <c:pt idx="32">
                  <c:v>-1.66666666667</c:v>
                </c:pt>
                <c:pt idx="33">
                  <c:v>-1.66666666667</c:v>
                </c:pt>
                <c:pt idx="34">
                  <c:v>-1.66666666667</c:v>
                </c:pt>
                <c:pt idx="35">
                  <c:v>-1.66666666667</c:v>
                </c:pt>
                <c:pt idx="36">
                  <c:v>-1.66666666667</c:v>
                </c:pt>
                <c:pt idx="37">
                  <c:v>-1.66666666667</c:v>
                </c:pt>
                <c:pt idx="38">
                  <c:v>-1.66666666667</c:v>
                </c:pt>
                <c:pt idx="39">
                  <c:v>-1.66666666667</c:v>
                </c:pt>
                <c:pt idx="40">
                  <c:v>-1.66666666667</c:v>
                </c:pt>
                <c:pt idx="41">
                  <c:v>-1.66666666667</c:v>
                </c:pt>
                <c:pt idx="42">
                  <c:v>-1.66666666667</c:v>
                </c:pt>
                <c:pt idx="43">
                  <c:v>-1.5</c:v>
                </c:pt>
                <c:pt idx="44">
                  <c:v>-1.5</c:v>
                </c:pt>
                <c:pt idx="45">
                  <c:v>-1.5</c:v>
                </c:pt>
                <c:pt idx="46">
                  <c:v>-1.5</c:v>
                </c:pt>
                <c:pt idx="47">
                  <c:v>-1.5</c:v>
                </c:pt>
                <c:pt idx="48">
                  <c:v>-1.5</c:v>
                </c:pt>
                <c:pt idx="49">
                  <c:v>-1.5</c:v>
                </c:pt>
                <c:pt idx="50">
                  <c:v>-1.5</c:v>
                </c:pt>
                <c:pt idx="51">
                  <c:v>-1.5</c:v>
                </c:pt>
                <c:pt idx="52">
                  <c:v>-1.5</c:v>
                </c:pt>
                <c:pt idx="53">
                  <c:v>-1.5</c:v>
                </c:pt>
                <c:pt idx="54">
                  <c:v>-1.5</c:v>
                </c:pt>
                <c:pt idx="55">
                  <c:v>-1.5</c:v>
                </c:pt>
                <c:pt idx="56">
                  <c:v>-1.33333333333</c:v>
                </c:pt>
                <c:pt idx="57">
                  <c:v>-1.33333333333</c:v>
                </c:pt>
                <c:pt idx="58">
                  <c:v>-1.33333333333</c:v>
                </c:pt>
                <c:pt idx="59">
                  <c:v>-1.33333333333</c:v>
                </c:pt>
                <c:pt idx="60">
                  <c:v>-1.33333333333</c:v>
                </c:pt>
                <c:pt idx="61">
                  <c:v>-1.33333333333</c:v>
                </c:pt>
                <c:pt idx="62">
                  <c:v>-1.33333333333</c:v>
                </c:pt>
                <c:pt idx="63">
                  <c:v>-1.33333333333</c:v>
                </c:pt>
                <c:pt idx="64">
                  <c:v>-1.33333333333</c:v>
                </c:pt>
                <c:pt idx="65">
                  <c:v>-1.33333333333</c:v>
                </c:pt>
                <c:pt idx="66">
                  <c:v>-1.33333333333</c:v>
                </c:pt>
                <c:pt idx="67">
                  <c:v>-1.33333333333</c:v>
                </c:pt>
                <c:pt idx="68">
                  <c:v>-1.33333333333</c:v>
                </c:pt>
                <c:pt idx="69">
                  <c:v>-1.16666666667</c:v>
                </c:pt>
                <c:pt idx="70">
                  <c:v>-1.16666666667</c:v>
                </c:pt>
                <c:pt idx="71">
                  <c:v>-1.16666666667</c:v>
                </c:pt>
                <c:pt idx="72">
                  <c:v>-1.16666666667</c:v>
                </c:pt>
                <c:pt idx="73">
                  <c:v>-1.16666666667</c:v>
                </c:pt>
                <c:pt idx="74">
                  <c:v>-1.16666666667</c:v>
                </c:pt>
                <c:pt idx="75">
                  <c:v>-1.16666666667</c:v>
                </c:pt>
                <c:pt idx="76">
                  <c:v>-1.16666666667</c:v>
                </c:pt>
                <c:pt idx="77">
                  <c:v>-1.16666666667</c:v>
                </c:pt>
                <c:pt idx="78">
                  <c:v>-1.16666666667</c:v>
                </c:pt>
                <c:pt idx="79">
                  <c:v>-1.16666666667</c:v>
                </c:pt>
                <c:pt idx="80">
                  <c:v>-1.16666666667</c:v>
                </c:pt>
                <c:pt idx="81">
                  <c:v>-1.16666666667</c:v>
                </c:pt>
                <c:pt idx="82">
                  <c:v>-1</c:v>
                </c:pt>
                <c:pt idx="83">
                  <c:v>-1</c:v>
                </c:pt>
                <c:pt idx="84">
                  <c:v>-1</c:v>
                </c:pt>
                <c:pt idx="85">
                  <c:v>-1</c:v>
                </c:pt>
                <c:pt idx="86">
                  <c:v>-1</c:v>
                </c:pt>
                <c:pt idx="87">
                  <c:v>-1</c:v>
                </c:pt>
                <c:pt idx="88">
                  <c:v>-1</c:v>
                </c:pt>
                <c:pt idx="89">
                  <c:v>-1</c:v>
                </c:pt>
                <c:pt idx="90">
                  <c:v>-1</c:v>
                </c:pt>
                <c:pt idx="91">
                  <c:v>-1</c:v>
                </c:pt>
                <c:pt idx="92">
                  <c:v>-1</c:v>
                </c:pt>
                <c:pt idx="93">
                  <c:v>-1</c:v>
                </c:pt>
                <c:pt idx="94">
                  <c:v>-0.833333333333</c:v>
                </c:pt>
                <c:pt idx="95">
                  <c:v>-0.833333333333</c:v>
                </c:pt>
                <c:pt idx="96">
                  <c:v>-0.833333333333</c:v>
                </c:pt>
                <c:pt idx="97">
                  <c:v>-0.833333333333</c:v>
                </c:pt>
                <c:pt idx="98">
                  <c:v>-0.833333333333</c:v>
                </c:pt>
                <c:pt idx="99">
                  <c:v>-0.833333333333</c:v>
                </c:pt>
                <c:pt idx="100">
                  <c:v>-0.833333333333</c:v>
                </c:pt>
                <c:pt idx="101">
                  <c:v>-0.833333333333</c:v>
                </c:pt>
                <c:pt idx="102">
                  <c:v>-0.833333333333</c:v>
                </c:pt>
                <c:pt idx="103">
                  <c:v>-0.833333333333</c:v>
                </c:pt>
                <c:pt idx="104">
                  <c:v>-0.833333333333</c:v>
                </c:pt>
                <c:pt idx="105">
                  <c:v>-0.833333333333</c:v>
                </c:pt>
                <c:pt idx="106">
                  <c:v>-0.666666666667</c:v>
                </c:pt>
                <c:pt idx="107">
                  <c:v>-0.666666666667</c:v>
                </c:pt>
                <c:pt idx="108">
                  <c:v>-0.666666666667</c:v>
                </c:pt>
                <c:pt idx="109">
                  <c:v>-0.666666666667</c:v>
                </c:pt>
                <c:pt idx="110">
                  <c:v>-0.666666666667</c:v>
                </c:pt>
                <c:pt idx="111">
                  <c:v>-0.666666666667</c:v>
                </c:pt>
                <c:pt idx="112">
                  <c:v>-0.666666666667</c:v>
                </c:pt>
                <c:pt idx="113">
                  <c:v>-0.666666666667</c:v>
                </c:pt>
                <c:pt idx="114">
                  <c:v>-0.666666666667</c:v>
                </c:pt>
                <c:pt idx="115">
                  <c:v>-0.666666666667</c:v>
                </c:pt>
                <c:pt idx="116">
                  <c:v>-0.666666666667</c:v>
                </c:pt>
                <c:pt idx="117">
                  <c:v>-0.5</c:v>
                </c:pt>
                <c:pt idx="118">
                  <c:v>-0.5</c:v>
                </c:pt>
                <c:pt idx="119">
                  <c:v>-0.5</c:v>
                </c:pt>
                <c:pt idx="120">
                  <c:v>-0.5</c:v>
                </c:pt>
                <c:pt idx="121">
                  <c:v>-0.5</c:v>
                </c:pt>
                <c:pt idx="122">
                  <c:v>-0.5</c:v>
                </c:pt>
                <c:pt idx="123">
                  <c:v>-0.5</c:v>
                </c:pt>
                <c:pt idx="124">
                  <c:v>-0.5</c:v>
                </c:pt>
                <c:pt idx="125">
                  <c:v>-0.5</c:v>
                </c:pt>
                <c:pt idx="126">
                  <c:v>-0.5</c:v>
                </c:pt>
                <c:pt idx="127">
                  <c:v>-0.5</c:v>
                </c:pt>
                <c:pt idx="128">
                  <c:v>-0.333333333333</c:v>
                </c:pt>
                <c:pt idx="129">
                  <c:v>-0.333333333333</c:v>
                </c:pt>
                <c:pt idx="130">
                  <c:v>-0.333333333333</c:v>
                </c:pt>
                <c:pt idx="131">
                  <c:v>-0.333333333333</c:v>
                </c:pt>
                <c:pt idx="132">
                  <c:v>-0.333333333333</c:v>
                </c:pt>
                <c:pt idx="133">
                  <c:v>-0.333333333333</c:v>
                </c:pt>
                <c:pt idx="134">
                  <c:v>-0.333333333333</c:v>
                </c:pt>
                <c:pt idx="135">
                  <c:v>-0.333333333333</c:v>
                </c:pt>
                <c:pt idx="136">
                  <c:v>-0.333333333333</c:v>
                </c:pt>
                <c:pt idx="137">
                  <c:v>-0.333333333333</c:v>
                </c:pt>
                <c:pt idx="138">
                  <c:v>-0.333333333333</c:v>
                </c:pt>
                <c:pt idx="139">
                  <c:v>-0.333333333333</c:v>
                </c:pt>
                <c:pt idx="140">
                  <c:v>-0.333333333333</c:v>
                </c:pt>
                <c:pt idx="141">
                  <c:v>-0.166666666667</c:v>
                </c:pt>
                <c:pt idx="142">
                  <c:v>-0.166666666667</c:v>
                </c:pt>
                <c:pt idx="143">
                  <c:v>-0.166666666667</c:v>
                </c:pt>
                <c:pt idx="144">
                  <c:v>-0.166666666667</c:v>
                </c:pt>
                <c:pt idx="145">
                  <c:v>-0.166666666667</c:v>
                </c:pt>
                <c:pt idx="146">
                  <c:v>-0.166666666667</c:v>
                </c:pt>
                <c:pt idx="147">
                  <c:v>-0.166666666667</c:v>
                </c:pt>
                <c:pt idx="148">
                  <c:v>-0.166666666667</c:v>
                </c:pt>
                <c:pt idx="149">
                  <c:v>-0.166666666667</c:v>
                </c:pt>
                <c:pt idx="150">
                  <c:v>-0.166666666667</c:v>
                </c:pt>
                <c:pt idx="151">
                  <c:v>-0.166666666667</c:v>
                </c:pt>
                <c:pt idx="152">
                  <c:v>-0.166666666667</c:v>
                </c:pt>
                <c:pt idx="153">
                  <c:v>-0.166666666667</c:v>
                </c:pt>
                <c:pt idx="154">
                  <c:v>-0.166666666667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0.166666666667</c:v>
                </c:pt>
                <c:pt idx="168">
                  <c:v>0.166666666667</c:v>
                </c:pt>
                <c:pt idx="169">
                  <c:v>0.166666666667</c:v>
                </c:pt>
                <c:pt idx="170">
                  <c:v>0.166666666667</c:v>
                </c:pt>
                <c:pt idx="171">
                  <c:v>0.166666666667</c:v>
                </c:pt>
                <c:pt idx="172">
                  <c:v>0.166666666667</c:v>
                </c:pt>
                <c:pt idx="173">
                  <c:v>0.166666666667</c:v>
                </c:pt>
                <c:pt idx="174">
                  <c:v>0.166666666667</c:v>
                </c:pt>
                <c:pt idx="175">
                  <c:v>0.166666666667</c:v>
                </c:pt>
                <c:pt idx="176">
                  <c:v>0.166666666667</c:v>
                </c:pt>
                <c:pt idx="177">
                  <c:v>0.333333333333</c:v>
                </c:pt>
                <c:pt idx="178">
                  <c:v>0.333333333333</c:v>
                </c:pt>
                <c:pt idx="179">
                  <c:v>0.333333333333</c:v>
                </c:pt>
                <c:pt idx="180">
                  <c:v>0.333333333333</c:v>
                </c:pt>
                <c:pt idx="181">
                  <c:v>0.333333333333</c:v>
                </c:pt>
                <c:pt idx="182">
                  <c:v>0.333333333333</c:v>
                </c:pt>
                <c:pt idx="183">
                  <c:v>0.333333333333</c:v>
                </c:pt>
                <c:pt idx="184">
                  <c:v>0.333333333333</c:v>
                </c:pt>
                <c:pt idx="185">
                  <c:v>0.333333333333</c:v>
                </c:pt>
                <c:pt idx="186">
                  <c:v>0.333333333333</c:v>
                </c:pt>
                <c:pt idx="187">
                  <c:v>0.5</c:v>
                </c:pt>
                <c:pt idx="188">
                  <c:v>0.5</c:v>
                </c:pt>
                <c:pt idx="189">
                  <c:v>0.5</c:v>
                </c:pt>
                <c:pt idx="190">
                  <c:v>0.5</c:v>
                </c:pt>
                <c:pt idx="191">
                  <c:v>0.5</c:v>
                </c:pt>
                <c:pt idx="192">
                  <c:v>0.5</c:v>
                </c:pt>
                <c:pt idx="193">
                  <c:v>0.5</c:v>
                </c:pt>
                <c:pt idx="194">
                  <c:v>0.5</c:v>
                </c:pt>
                <c:pt idx="195">
                  <c:v>0.5</c:v>
                </c:pt>
                <c:pt idx="196">
                  <c:v>0.5</c:v>
                </c:pt>
                <c:pt idx="197">
                  <c:v>0.5</c:v>
                </c:pt>
                <c:pt idx="198">
                  <c:v>0.666666666667</c:v>
                </c:pt>
                <c:pt idx="199">
                  <c:v>0.666666666667</c:v>
                </c:pt>
                <c:pt idx="200">
                  <c:v>0.666666666667</c:v>
                </c:pt>
                <c:pt idx="201">
                  <c:v>0.666666666667</c:v>
                </c:pt>
                <c:pt idx="202">
                  <c:v>0.666666666667</c:v>
                </c:pt>
                <c:pt idx="203">
                  <c:v>0.666666666667</c:v>
                </c:pt>
                <c:pt idx="204">
                  <c:v>0.666666666667</c:v>
                </c:pt>
                <c:pt idx="205">
                  <c:v>0.666666666667</c:v>
                </c:pt>
                <c:pt idx="206">
                  <c:v>0.666666666667</c:v>
                </c:pt>
                <c:pt idx="207">
                  <c:v>0.666666666667</c:v>
                </c:pt>
                <c:pt idx="208">
                  <c:v>0.666666666667</c:v>
                </c:pt>
                <c:pt idx="209">
                  <c:v>0.833333333333</c:v>
                </c:pt>
                <c:pt idx="210">
                  <c:v>0.833333333333</c:v>
                </c:pt>
                <c:pt idx="211">
                  <c:v>0.833333333333</c:v>
                </c:pt>
                <c:pt idx="212">
                  <c:v>0.833333333333</c:v>
                </c:pt>
                <c:pt idx="213">
                  <c:v>0.833333333333</c:v>
                </c:pt>
                <c:pt idx="214">
                  <c:v>0.833333333333</c:v>
                </c:pt>
                <c:pt idx="215">
                  <c:v>0.833333333333</c:v>
                </c:pt>
                <c:pt idx="216">
                  <c:v>0.833333333333</c:v>
                </c:pt>
                <c:pt idx="217">
                  <c:v>0.833333333333</c:v>
                </c:pt>
                <c:pt idx="218">
                  <c:v>0.833333333333</c:v>
                </c:pt>
                <c:pt idx="219">
                  <c:v>0.833333333333</c:v>
                </c:pt>
                <c:pt idx="220">
                  <c:v>0.833333333333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1.16666666667</c:v>
                </c:pt>
                <c:pt idx="234">
                  <c:v>1.16666666667</c:v>
                </c:pt>
                <c:pt idx="235">
                  <c:v>1.16666666667</c:v>
                </c:pt>
                <c:pt idx="236">
                  <c:v>1.16666666667</c:v>
                </c:pt>
                <c:pt idx="237">
                  <c:v>1.16666666667</c:v>
                </c:pt>
                <c:pt idx="238">
                  <c:v>1.16666666667</c:v>
                </c:pt>
                <c:pt idx="239">
                  <c:v>1.16666666667</c:v>
                </c:pt>
                <c:pt idx="240">
                  <c:v>1.16666666667</c:v>
                </c:pt>
                <c:pt idx="241">
                  <c:v>1.16666666667</c:v>
                </c:pt>
                <c:pt idx="242">
                  <c:v>1.16666666667</c:v>
                </c:pt>
                <c:pt idx="243">
                  <c:v>1.16666666667</c:v>
                </c:pt>
                <c:pt idx="244">
                  <c:v>1.16666666667</c:v>
                </c:pt>
                <c:pt idx="245">
                  <c:v>1.33333333333</c:v>
                </c:pt>
                <c:pt idx="246">
                  <c:v>1.33333333333</c:v>
                </c:pt>
                <c:pt idx="247">
                  <c:v>1.33333333333</c:v>
                </c:pt>
                <c:pt idx="248">
                  <c:v>1.33333333333</c:v>
                </c:pt>
                <c:pt idx="249">
                  <c:v>1.33333333333</c:v>
                </c:pt>
                <c:pt idx="250">
                  <c:v>1.33333333333</c:v>
                </c:pt>
                <c:pt idx="251">
                  <c:v>1.33333333333</c:v>
                </c:pt>
                <c:pt idx="252">
                  <c:v>1.33333333333</c:v>
                </c:pt>
                <c:pt idx="253">
                  <c:v>1.33333333333</c:v>
                </c:pt>
                <c:pt idx="254">
                  <c:v>1.33333333333</c:v>
                </c:pt>
                <c:pt idx="255">
                  <c:v>1.33333333333</c:v>
                </c:pt>
                <c:pt idx="256">
                  <c:v>1.33333333333</c:v>
                </c:pt>
                <c:pt idx="257">
                  <c:v>1.5</c:v>
                </c:pt>
                <c:pt idx="258">
                  <c:v>1.5</c:v>
                </c:pt>
                <c:pt idx="259">
                  <c:v>1.5</c:v>
                </c:pt>
                <c:pt idx="260">
                  <c:v>1.5</c:v>
                </c:pt>
                <c:pt idx="261">
                  <c:v>1.5</c:v>
                </c:pt>
                <c:pt idx="262">
                  <c:v>1.5</c:v>
                </c:pt>
                <c:pt idx="263">
                  <c:v>1.5</c:v>
                </c:pt>
                <c:pt idx="264">
                  <c:v>1.5</c:v>
                </c:pt>
                <c:pt idx="265">
                  <c:v>1.5</c:v>
                </c:pt>
                <c:pt idx="266">
                  <c:v>1.5</c:v>
                </c:pt>
                <c:pt idx="267">
                  <c:v>1.5</c:v>
                </c:pt>
                <c:pt idx="268">
                  <c:v>1.5</c:v>
                </c:pt>
                <c:pt idx="269">
                  <c:v>1.66666666667</c:v>
                </c:pt>
                <c:pt idx="270">
                  <c:v>1.66666666667</c:v>
                </c:pt>
                <c:pt idx="271">
                  <c:v>1.66666666667</c:v>
                </c:pt>
                <c:pt idx="272">
                  <c:v>1.66666666667</c:v>
                </c:pt>
                <c:pt idx="273">
                  <c:v>1.66666666667</c:v>
                </c:pt>
                <c:pt idx="274">
                  <c:v>1.66666666667</c:v>
                </c:pt>
                <c:pt idx="275">
                  <c:v>1.66666666667</c:v>
                </c:pt>
                <c:pt idx="276">
                  <c:v>1.66666666667</c:v>
                </c:pt>
                <c:pt idx="277">
                  <c:v>1.66666666667</c:v>
                </c:pt>
                <c:pt idx="278">
                  <c:v>1.66666666667</c:v>
                </c:pt>
                <c:pt idx="279">
                  <c:v>1.66666666667</c:v>
                </c:pt>
                <c:pt idx="280">
                  <c:v>1.66666666667</c:v>
                </c:pt>
                <c:pt idx="281">
                  <c:v>1.83333333333</c:v>
                </c:pt>
                <c:pt idx="282">
                  <c:v>1.83333333333</c:v>
                </c:pt>
                <c:pt idx="283">
                  <c:v>1.83333333333</c:v>
                </c:pt>
                <c:pt idx="284">
                  <c:v>1.83333333333</c:v>
                </c:pt>
                <c:pt idx="285">
                  <c:v>1.83333333333</c:v>
                </c:pt>
                <c:pt idx="286">
                  <c:v>1.83333333333</c:v>
                </c:pt>
                <c:pt idx="287">
                  <c:v>1.83333333333</c:v>
                </c:pt>
                <c:pt idx="288">
                  <c:v>1.83333333333</c:v>
                </c:pt>
                <c:pt idx="289">
                  <c:v>1.83333333333</c:v>
                </c:pt>
                <c:pt idx="290">
                  <c:v>1.83333333333</c:v>
                </c:pt>
                <c:pt idx="291">
                  <c:v>1.83333333333</c:v>
                </c:pt>
                <c:pt idx="292">
                  <c:v>1.83333333333</c:v>
                </c:pt>
                <c:pt idx="293">
                  <c:v>1.83333333333</c:v>
                </c:pt>
                <c:pt idx="294">
                  <c:v>2</c:v>
                </c:pt>
                <c:pt idx="295">
                  <c:v>2</c:v>
                </c:pt>
                <c:pt idx="296">
                  <c:v>2</c:v>
                </c:pt>
                <c:pt idx="297">
                  <c:v>2</c:v>
                </c:pt>
                <c:pt idx="298">
                  <c:v>2</c:v>
                </c:pt>
                <c:pt idx="299">
                  <c:v>2</c:v>
                </c:pt>
                <c:pt idx="300">
                  <c:v>2</c:v>
                </c:pt>
                <c:pt idx="301">
                  <c:v>2</c:v>
                </c:pt>
                <c:pt idx="302">
                  <c:v>2</c:v>
                </c:pt>
                <c:pt idx="303">
                  <c:v>2</c:v>
                </c:pt>
                <c:pt idx="304">
                  <c:v>2</c:v>
                </c:pt>
                <c:pt idx="305">
                  <c:v>2</c:v>
                </c:pt>
                <c:pt idx="306">
                  <c:v>2</c:v>
                </c:pt>
                <c:pt idx="307">
                  <c:v>2</c:v>
                </c:pt>
                <c:pt idx="308">
                  <c:v>2</c:v>
                </c:pt>
                <c:pt idx="309">
                  <c:v>2</c:v>
                </c:pt>
                <c:pt idx="310">
                  <c:v>2</c:v>
                </c:pt>
                <c:pt idx="311">
                  <c:v>2</c:v>
                </c:pt>
                <c:pt idx="312">
                  <c:v>2</c:v>
                </c:pt>
                <c:pt idx="313">
                  <c:v>2</c:v>
                </c:pt>
                <c:pt idx="314">
                  <c:v>2</c:v>
                </c:pt>
                <c:pt idx="315">
                  <c:v>2</c:v>
                </c:pt>
                <c:pt idx="316">
                  <c:v>2</c:v>
                </c:pt>
                <c:pt idx="317">
                  <c:v>2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original feature 2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"/>
          <c:min val="-2"/>
        </c:scaling>
        <c:delete val="0"/>
        <c:axPos val="b"/>
        <c:majorGridlines>
          <c:spPr>
            <a:ln w="6668">
              <a:solidFill>
                <a:srgbClr val="D9E1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original feature 1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##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1"/>
      </c:valAx>
      <c:spPr>
        <a:solidFill>
          <a:srgbClr val="FAFBFC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17212B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>
      <a:srgbClr val="FAFB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1B209-AE06-4C8B-B644-19818FF2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SE-801 Artificial Neural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95155-D8E1-49A3-87C6-18FB1533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46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Nonlinear activations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BA88F-BA84-491D-8C29-B950517D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37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and multilayer perceptrons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75834-4815-477D-A848-D8B9267E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What can an affine classifier never represent?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5DFA1-F848-4F50-9726-EEF2CDFC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Lecture 5   Dr. Muhammad Farrukh Qureshi   PNEC, NUST</a:t>
            </a:r>
          </a:p>
        </p:txBody>
      </p:sp>
    </p:spTree>
    <p:extLst>
      <p:ext uri="{BB962C8B-B14F-4D97-AF65-F5344CB8AC3E}">
        <p14:creationId xmlns:p14="http://schemas.microsoft.com/office/powerpoint/2010/main" val="1833007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95238-D1DC-4D06-913F-EC082FA8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model family is the next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3EA5D-9DBA-4C4A-BEDA-4828678A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We already know predictions, losses, gradients and updates.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6C934-D2FA-4CCA-9D38-1740D3B8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training loop can optimize only within its chosen model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8063D-3606-4BA1-82A2-47E50B5D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Today we change the representation before changing the training procedure.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B9131-6AC3-4B0B-AD7A-D4AA0426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2</a:t>
            </a:r>
          </a:p>
        </p:txBody>
      </p:sp>
    </p:spTree>
    <p:extLst>
      <p:ext uri="{BB962C8B-B14F-4D97-AF65-F5344CB8AC3E}">
        <p14:creationId xmlns:p14="http://schemas.microsoft.com/office/powerpoint/2010/main" val="179091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0ECC0-4249-44FA-B935-DC31CDDC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5B284-5072-41B8-8A22-98EA1D13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Explain the affine boundary and XOR contradiction.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7D167-A58C-4DBF-B90F-B19D309A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Trace hidden activations, shapes and parameters.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9547D-0201-448F-A24C-96449C6F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Implement the same MLP with tensors and nn.Sequential.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41CD6-9665-4670-92CB-0C138A9F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controlled comparisons and validation to assess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6C083-8909-40CA-9FBB-85BEAD8B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</a:t>
            </a:r>
          </a:p>
        </p:txBody>
      </p:sp>
    </p:spTree>
    <p:extLst>
      <p:ext uri="{BB962C8B-B14F-4D97-AF65-F5344CB8AC3E}">
        <p14:creationId xmlns:p14="http://schemas.microsoft.com/office/powerpoint/2010/main" val="1466142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CE33E-1D67-4B21-A4E9-E95B78DD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 binary affine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78B9A-C26F-4DAA-9B54-A3D6F513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 = w₁x₁ + w₂x₂ +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D6E6B-0A59-40ED-8FF1-C95F037E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Predict class 1 when s ≥ 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3E77B-AE22-4C1C-874D-90C81A23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boundary s = 0 is a line in two dimensions.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34363-FC33-4D18-818D-AA6D4159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What happens to the boundary when we train longer?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C7F3D-7A58-4F9F-A0C5-B3F7A34C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4</a:t>
            </a:r>
          </a:p>
        </p:txBody>
      </p:sp>
    </p:spTree>
    <p:extLst>
      <p:ext uri="{BB962C8B-B14F-4D97-AF65-F5344CB8AC3E}">
        <p14:creationId xmlns:p14="http://schemas.microsoft.com/office/powerpoint/2010/main" val="1132957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987D7-5E9F-4BC0-8ED8-2B425359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Logic targets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1666875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81684"/>
                <a:gridCol w="1871579"/>
                <a:gridCol w="1871579"/>
                <a:gridCol w="1871579"/>
                <a:gridCol w="1871579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x₁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x₂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AND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OR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XOR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3EDFB-8C83-4C99-8EDC-D7B6851F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Class labels specify which points must lie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10EB2-DB60-4BC4-B743-17B7E09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Which columns admit one separating line?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064E7-B3A8-46F6-82FF-2B76CBA4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5</a:t>
            </a:r>
          </a:p>
        </p:txBody>
      </p:sp>
    </p:spTree>
    <p:extLst>
      <p:ext uri="{BB962C8B-B14F-4D97-AF65-F5344CB8AC3E}">
        <p14:creationId xmlns:p14="http://schemas.microsoft.com/office/powerpoint/2010/main" val="1855036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BE5C2-4093-4ED1-9318-E84CAE10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AND and OR decision boundaries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519112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0fd76d19784cc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9EA5A-2B7B-4941-B8E4-40967CB7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57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AND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477000" y="1666875"/>
          <a:ext xmlns:a="http://schemas.openxmlformats.org/drawingml/2006/main" cx="519112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ae36b50f894b9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BEF18-A47C-411C-B5BF-2B7B66C0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57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A3D79-A6D3-4D9B-97EE-790EDF88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AND: s = x₁ + x₂ − 1.5     OR: s = x₁ + x₂ − 0.5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91947-1C7B-4EC2-9B11-061D6022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6</a:t>
            </a:r>
          </a:p>
        </p:txBody>
      </p:sp>
    </p:spTree>
    <p:extLst>
      <p:ext uri="{BB962C8B-B14F-4D97-AF65-F5344CB8AC3E}">
        <p14:creationId xmlns:p14="http://schemas.microsoft.com/office/powerpoint/2010/main" val="712336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C8CA0-958D-4FD1-946E-D3C8C2BB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XOR places positive points on opposite corners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fc7e734f65408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58FE9-9BC1-4AB7-BC23-44F4C2E3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Class 1 occupies (0,1) and (1,0).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211A2-7AB4-464D-B0BC-8CC450C6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Class 0 occupies (0,0) and (1,1).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E8D7B-4220-4953-9A12-3E179305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Can one half-plane contain exactly the two positive corners?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4AEF1-383C-464E-B198-B4C4DEFD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7</a:t>
            </a:r>
          </a:p>
        </p:txBody>
      </p:sp>
    </p:spTree>
    <p:extLst>
      <p:ext uri="{BB962C8B-B14F-4D97-AF65-F5344CB8AC3E}">
        <p14:creationId xmlns:p14="http://schemas.microsoft.com/office/powerpoint/2010/main" val="537330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2996C-1135-4661-A0CD-21BCBB92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XOR inequalities contradict each other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3F60E-EBB7-47FD-A806-DC4F8663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 &lt; 0, w₁ + b ≥ 0, w₂ + b ≥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19470-B425-4B44-B4BB-9BEB5647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two positive corners imply w₁ + w₂ + 2b ≥ 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DF959-499E-4507-98D3-9D69B09F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Therefore w₁ + w₂ + b ≥ −b &gt; 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01F37-1AC9-4168-9545-D9427EF6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But (1,1) needs w₁ + w₂ + b &lt; 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24F55-2E8F-4C74-BEBC-DBEEBD76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8</a:t>
            </a:r>
          </a:p>
        </p:txBody>
      </p:sp>
    </p:spTree>
    <p:extLst>
      <p:ext uri="{BB962C8B-B14F-4D97-AF65-F5344CB8AC3E}">
        <p14:creationId xmlns:p14="http://schemas.microsoft.com/office/powerpoint/2010/main" val="1164712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1D98A-192F-4DD0-8C3D-5D2ED1ED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 perceptron updates after a mistake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38B82-566A-41B7-94D3-A0ABDBB6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For labels 0 and 1, let e = y − predicted label.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E173D-0C6D-449B-8FAF-5973EF3B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On a mistake: w ← w + ηex and b ← b + ηe.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7D326-D874-45A2-99F9-85D429D6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boundary family remains affine.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311A9-1E70-4798-B71C-927DCAC3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convergence guarantee requires linear separability.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43B02-41C7-448C-816B-5FA15601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9</a:t>
            </a:r>
          </a:p>
        </p:txBody>
      </p:sp>
    </p:spTree>
    <p:extLst>
      <p:ext uri="{BB962C8B-B14F-4D97-AF65-F5344CB8AC3E}">
        <p14:creationId xmlns:p14="http://schemas.microsoft.com/office/powerpoint/2010/main" val="19166797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D4316-B232-4B24-84B5-36266829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Two affine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3E205-34EC-4080-8EF6-28ECA505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 = W₁x + b₁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39609-7674-443B-A0EE-360EA745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 = W₂h + b₂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98730-DFB8-4CA9-B172-71EEF070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These equations use column-vector notation.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C1EE9-0DEF-44CE-B4AB-DF3D785F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What is the complete input-to-logit map?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8E404-FE04-4551-880C-B0928CB0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10</a:t>
            </a:r>
          </a:p>
        </p:txBody>
      </p:sp>
    </p:spTree>
    <p:extLst>
      <p:ext uri="{BB962C8B-B14F-4D97-AF65-F5344CB8AC3E}">
        <p14:creationId xmlns:p14="http://schemas.microsoft.com/office/powerpoint/2010/main" val="764950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E0135-9541-413D-A66A-BCC323F7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effective affine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387F2-8F0B-40C1-996B-3E5F9525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 = (W₂W₁)x + (W₂b₁ + b₂)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3AA28-D695-474A-BC85-02856D39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Effective weight: W₂W₁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10B4F-6A55-4C14-9F39-70D3B15F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Effective bias: W₂b₁ + b₂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144C-8A8C-410D-BC2D-95077EB2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Depth can change optimization or rank constraints without adding nonlinearity.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6965E-998B-4B66-85E6-77477B3D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11</a:t>
            </a:r>
          </a:p>
        </p:txBody>
      </p:sp>
    </p:spTree>
    <p:extLst>
      <p:ext uri="{BB962C8B-B14F-4D97-AF65-F5344CB8AC3E}">
        <p14:creationId xmlns:p14="http://schemas.microsoft.com/office/powerpoint/2010/main" val="13793052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2C2A3-CE4B-4123-B81C-9682A86E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Hidden features with an activation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F903C-F292-4681-AE7E-7E0C7266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z = W₁x + b₁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82284-D561-4E74-84F0-D80BE86D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 = φ(z)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DEE98-EF98-41F9-8B4F-75169D60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 = W₂h + b₂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02EE7-D412-45B3-8B01-3B30CE71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output is affine in features that can be nonlinear in 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D1434-2840-46CC-B8BF-8BB8B519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12</a:t>
            </a:r>
          </a:p>
        </p:txBody>
      </p:sp>
    </p:spTree>
    <p:extLst>
      <p:ext uri="{BB962C8B-B14F-4D97-AF65-F5344CB8AC3E}">
        <p14:creationId xmlns:p14="http://schemas.microsoft.com/office/powerpoint/2010/main" val="5913924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EE9E1-C8E5-48C7-93C1-93DD1244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Sigmoid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16ec61273a4eaa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9F335-21A8-4224-BCC5-EFAF2851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σ(z) = 1 / (1 + exp(−z))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0B731-27A4-42D6-9CD1-1CC4DE7B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Outputs lie between 0 and 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40E34-F3E2-4E86-B9EB-94C6C402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Large magnitudes produce saturation.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623FF-E979-4B07-90C4-12CC6DDD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13</a:t>
            </a:r>
          </a:p>
        </p:txBody>
      </p:sp>
    </p:spTree>
    <p:extLst>
      <p:ext uri="{BB962C8B-B14F-4D97-AF65-F5344CB8AC3E}">
        <p14:creationId xmlns:p14="http://schemas.microsoft.com/office/powerpoint/2010/main" val="1205411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9AA11-6FE3-4B9F-B904-02309036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Tanh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9f6fcffc6f4f3d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ABB13-A645-4262-91E3-36030625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tanh(0) =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CCCB1-CA2F-42F9-92D9-40A19A91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Outputs lie between −1 and 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07ED9-2C90-4462-8492-396CB8D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Saturation still gives small local derivatives.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8D079-3061-41BA-9FA9-99D6A388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14</a:t>
            </a:r>
          </a:p>
        </p:txBody>
      </p:sp>
    </p:spTree>
    <p:extLst>
      <p:ext uri="{BB962C8B-B14F-4D97-AF65-F5344CB8AC3E}">
        <p14:creationId xmlns:p14="http://schemas.microsoft.com/office/powerpoint/2010/main" val="5369328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7BB94-BDA8-43CA-A92A-A84F6A2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ReLU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7da42904ff44b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F9F2E-03C1-4799-B9C6-68B5CB9C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ReLU(z) = max(0,z)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E5B69-352A-404D-A899-0A6030E2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Positive inputs retain slope 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B30A5-29A0-40FE-BDE5-E3726FEF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Negative inputs become zero.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4DF32-4796-4184-8B6B-7D27AE6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15</a:t>
            </a:r>
          </a:p>
        </p:txBody>
      </p:sp>
    </p:spTree>
    <p:extLst>
      <p:ext uri="{BB962C8B-B14F-4D97-AF65-F5344CB8AC3E}">
        <p14:creationId xmlns:p14="http://schemas.microsoft.com/office/powerpoint/2010/main" val="1089088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2924D-4BE7-4024-8F9D-A5C1F8DE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Local activation derivatives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f69c8429f74e6c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ADEB1-8126-44CF-B33A-6322ED9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σ′(z) = σ(z)(1 − σ(z))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A089A-C954-4109-859E-87E508D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tanh′(z) = 1 − tanh²(z)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3E2AC-C00D-4101-98CE-85BC942E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ReLU′(z) is 1 for z &gt; 0 and 0 for z &lt; 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A04C2-1332-4C51-A1A3-C9EE65A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16</a:t>
            </a:r>
          </a:p>
        </p:txBody>
      </p:sp>
    </p:spTree>
    <p:extLst>
      <p:ext uri="{BB962C8B-B14F-4D97-AF65-F5344CB8AC3E}">
        <p14:creationId xmlns:p14="http://schemas.microsoft.com/office/powerpoint/2010/main" val="19539457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95330-1812-49B9-B992-65B7E2A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ReLU gates an incoming gradient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3271A-5472-4BA4-949F-304A88A1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z = [−3, 0, 2] gives h = [0, 0, 2].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41D01-F4C0-419D-9417-DE1ECE3C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Using PyTorch’s zero-at-zero convention, the mask is [0, 0, 1].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563DE-8968-4607-9D06-5D16B04F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An incoming gradient [2, −1, 4] becomes [0, 0, 4].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0D0A8-8697-4078-A0CB-39815B1B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Elementwise multiplication implements this local backward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B7AD4-1D4D-4E40-8FA0-834082FD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17</a:t>
            </a:r>
          </a:p>
        </p:txBody>
      </p:sp>
    </p:spTree>
    <p:extLst>
      <p:ext uri="{BB962C8B-B14F-4D97-AF65-F5344CB8AC3E}">
        <p14:creationId xmlns:p14="http://schemas.microsoft.com/office/powerpoint/2010/main" val="20137758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1DFF5-8C99-4201-8582-700CC8E1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 forward calculation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AC92E-6A9A-4F86-9EE5-3189EAE0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x = [1,2]ᵀ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22A5A-5733-412F-8254-A53864AC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W₁ has rows [1,−1] and [1,1]. The bias is [0,−1]ᵀ.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C0CB9-A374-48F9-A524-7560A690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ReLU, then output weights [2,−1] and bias 0.5.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5E931-8B52-4720-85C7-2DD0FED9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Calculate z, h and the final score before the reveal.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4B245-5FC3-46F6-BC2A-B9E88FC9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18</a:t>
            </a:r>
          </a:p>
        </p:txBody>
      </p:sp>
    </p:spTree>
    <p:extLst>
      <p:ext uri="{BB962C8B-B14F-4D97-AF65-F5344CB8AC3E}">
        <p14:creationId xmlns:p14="http://schemas.microsoft.com/office/powerpoint/2010/main" val="9970973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E2050-9E05-4190-9858-7EF45366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Forward calculation revealed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1666875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16889"/>
                <a:gridCol w="3951111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z₁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−1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z₂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h₁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h₂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Output score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−1.5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3AD9B-CFE7-4B7F-9482-B585016A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first hidden unit switches 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222E9-A8D6-422F-A689-34BA86B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output score remains a real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8F439-E9BA-4670-AB38-38819413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19</a:t>
            </a:r>
          </a:p>
        </p:txBody>
      </p:sp>
    </p:spTree>
    <p:extLst>
      <p:ext uri="{BB962C8B-B14F-4D97-AF65-F5344CB8AC3E}">
        <p14:creationId xmlns:p14="http://schemas.microsoft.com/office/powerpoint/2010/main" val="10776514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9FD35-8E53-4389-8C03-A37012C3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58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Break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C7832-F298-425A-BEB0-459E0842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D8E4E9"/>
                </a:solidFill>
                <a:latin typeface="Noto Sans"/>
                <a:ea typeface="Noto Sans"/>
                <a:cs typeface="Noto Sans"/>
              </a:defRPr>
            </a:pPr>
            <a:r>
              <a:rPr sz="3150" b="0">
                <a:solidFill>
                  <a:srgbClr val="D8E4E9"/>
                </a:solidFill>
                <a:latin typeface="Noto Sans"/>
                <a:ea typeface="Noto Sans"/>
                <a:cs typeface="Noto Sans"/>
              </a:rPr>
              <a:t>20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68A50-75C7-4D39-BAF6-86EEC134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Resume with a constructed nonlinear representation of XOR.</a:t>
            </a:r>
          </a:p>
        </p:txBody>
      </p:sp>
    </p:spTree>
    <p:extLst>
      <p:ext uri="{BB962C8B-B14F-4D97-AF65-F5344CB8AC3E}">
        <p14:creationId xmlns:p14="http://schemas.microsoft.com/office/powerpoint/2010/main" val="15274138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3E0B8-FF5E-4B2E-9970-7627D3EA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 constructed ReLU representation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0895B-366C-4A0F-97EA-89418870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h₁ = ReLU(x₁ − x₂)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1E18E-64B4-4C80-864C-BDF2DED0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h₂ = ReLU(x₂ − x₁)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5372D-EE43-4070-A81C-9F3D6B3E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 = h₁ + h₂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E244C-4F6E-40D2-921F-F086B433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Predict class 1 when r ≥ 0.5.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69613-EEC5-47B2-B852-BBFEE26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21</a:t>
            </a:r>
          </a:p>
        </p:txBody>
      </p:sp>
    </p:spTree>
    <p:extLst>
      <p:ext uri="{BB962C8B-B14F-4D97-AF65-F5344CB8AC3E}">
        <p14:creationId xmlns:p14="http://schemas.microsoft.com/office/powerpoint/2010/main" val="20753786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23AD7-C33C-4DE3-9439-556560E8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constructed hidden coordinates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d68b20f6604c7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5A77B-3AC5-4F8E-9042-AB294C37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two negative corners map to (0,0).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6536D-72D4-4471-AB97-B07D46DD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positive corners map to (0,1) and (1,0).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2AFA9-3C4C-4B33-B84A-86EB8909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line h₁ + h₂ = 0.5 separates these hidden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B9B65-568E-430D-93BC-05026116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22</a:t>
            </a:r>
          </a:p>
        </p:txBody>
      </p:sp>
    </p:spTree>
    <p:extLst>
      <p:ext uri="{BB962C8B-B14F-4D97-AF65-F5344CB8AC3E}">
        <p14:creationId xmlns:p14="http://schemas.microsoft.com/office/powerpoint/2010/main" val="10841896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0642B-B151-4E2B-B793-6958DD54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complete XOR check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1666875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81684"/>
                <a:gridCol w="1871579"/>
                <a:gridCol w="1871579"/>
                <a:gridCol w="1871579"/>
                <a:gridCol w="1871579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h₁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h₂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Prediction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(0,0)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(0,1)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(1,0)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(1,1)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1031C-FCE9-4475-A068-ED45AF65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Verify the output on every binary input.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24212-046B-425C-B5E8-B5555304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Representability and successful training are separate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9C705-430F-4F69-8523-4BBA5A3F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23</a:t>
            </a:r>
          </a:p>
        </p:txBody>
      </p:sp>
    </p:spTree>
    <p:extLst>
      <p:ext uri="{BB962C8B-B14F-4D97-AF65-F5344CB8AC3E}">
        <p14:creationId xmlns:p14="http://schemas.microsoft.com/office/powerpoint/2010/main" val="6601295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B7C43-AB7B-4ACB-868D-2DD38ACF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Batch tensor shapes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1666875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16889"/>
                <a:gridCol w="3951111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Tensor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Shape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[N,d]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W₁, b₁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[d,h], [h]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Z and 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[N,h]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W₂, b₂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[h,C], [C]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Output logits 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[N,C]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3722B-68E8-43FC-A3AA-9E2F4EC6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Examples occupy rows in the scratch implementation.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FBCBE-A165-4E0B-8F62-1931C10B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Z = XW₁ + b₁, H = ReLU(Z), O = HW₂ + b₂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39233-6475-49C2-9E4B-08EB1A63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24</a:t>
            </a:r>
          </a:p>
        </p:txBody>
      </p:sp>
    </p:spTree>
    <p:extLst>
      <p:ext uri="{BB962C8B-B14F-4D97-AF65-F5344CB8AC3E}">
        <p14:creationId xmlns:p14="http://schemas.microsoft.com/office/powerpoint/2010/main" val="3442744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62376-74DC-4559-99D2-C482754C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Parameter count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42950" y="1666875"/>
          <a:ext xmlns:a="http://schemas.openxmlformats.org/drawingml/2006/main" cx="10668000" cy="2438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8638"/>
                <a:gridCol w="2269787"/>
                <a:gridCol w="2269787"/>
                <a:gridCol w="2269787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Weights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Biases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 inputs, 3 hidden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 hidden, 2 outputs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Network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56481-EF39-430D-995C-FFFF6253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 = dh + h + hC +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86E66-3567-4C7C-9CD5-328900E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ReLU has no trainable parameters.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8BFE3-A39E-44C6-B341-9C16CDE5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34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Batch size changes neither weight nor bias count.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65602-0EF5-4ADE-AEFC-6896445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25</a:t>
            </a:r>
          </a:p>
        </p:txBody>
      </p:sp>
    </p:spTree>
    <p:extLst>
      <p:ext uri="{BB962C8B-B14F-4D97-AF65-F5344CB8AC3E}">
        <p14:creationId xmlns:p14="http://schemas.microsoft.com/office/powerpoint/2010/main" val="17064982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3675C-A014-44E4-AFFF-C417698F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Scratch forward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06B8A-D58A-4D61-8194-7B5E9957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0477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hidden = torch.relu(X @ W1 + b1)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logits = hidden @ W2 + b2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loss = F.cross_entropy(logits, y)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Weights are tensors with requires_grad=True.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5AB21-5801-4E39-87E0-16D19E1C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26</a:t>
            </a:r>
          </a:p>
        </p:txBody>
      </p:sp>
    </p:spTree>
    <p:extLst>
      <p:ext uri="{BB962C8B-B14F-4D97-AF65-F5344CB8AC3E}">
        <p14:creationId xmlns:p14="http://schemas.microsoft.com/office/powerpoint/2010/main" val="18578302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A630D-0F23-4C9A-BA4A-75CC452D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equivalent nn.Sequential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48E9D-D604-4567-A583-9B21CC3D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0477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model = nn.Sequential(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    nn.Linear(2, 8),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    nn.ReLU(),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    nn.Linear(8, 2),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36500-37BE-464A-8E3E-9AF7FD6F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27</a:t>
            </a:r>
          </a:p>
        </p:txBody>
      </p:sp>
    </p:spTree>
    <p:extLst>
      <p:ext uri="{BB962C8B-B14F-4D97-AF65-F5344CB8AC3E}">
        <p14:creationId xmlns:p14="http://schemas.microsoft.com/office/powerpoint/2010/main" val="14589623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DC20F-5E88-4529-92B9-DEBBE019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Equivalent implementations need matched tensors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292FC-5DCE-4779-AF5F-9C410BE5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Copy W₁ᵀ and W₂ᵀ into nn.Linear weights.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6FDAA-E8A4-47CD-A01A-E9D836B4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Copy both biases directly.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80F9F-B231-4564-8C90-AF8BE5A2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logits, loss and every parameter gradient.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4CB36-43B7-4F00-B41E-36B5B3CF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Similar accuracy alone cannot prove implementation equivalence.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7C9E1-1BA4-464E-8EA0-8CC3D0E5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28</a:t>
            </a:r>
          </a:p>
        </p:txBody>
      </p:sp>
    </p:spTree>
    <p:extLst>
      <p:ext uri="{BB962C8B-B14F-4D97-AF65-F5344CB8AC3E}">
        <p14:creationId xmlns:p14="http://schemas.microsoft.com/office/powerpoint/2010/main" val="2479215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E16FD-BB8F-4A9F-8967-F55EFE8E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One matched SGD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A2F8C-B7A7-4B53-9AF1-D33A75CA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Matched initial loss: 0.696296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B5900-952E-44B4-AE8B-813BA405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the same learning rate and original gradients.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A5810-BF9B-43D5-B319-6A2EFC48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Maximum post-update logit difference: 0.0e+00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09A05-C875-4608-9C15-189FAF2B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Clear gradients before the next backward pass.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31E52-9FAB-451F-8FE1-A7BF1BD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29</a:t>
            </a:r>
          </a:p>
        </p:txBody>
      </p:sp>
    </p:spTree>
    <p:extLst>
      <p:ext uri="{BB962C8B-B14F-4D97-AF65-F5344CB8AC3E}">
        <p14:creationId xmlns:p14="http://schemas.microsoft.com/office/powerpoint/2010/main" val="6558266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4A802-EC50-4107-A2BD-C6C36912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Synthetic noisy XOR training data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04d9c4472d493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D9236-0454-4C44-80AE-CBC7CFF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Four clusters surround the opposite-corner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4C4F8-25FF-4033-A942-A18439C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Class 0 has equal-sign centers. Class 1 has opposite-sign centers.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6312C-DAAC-49DA-A001-39986E76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Gaussian noise standard deviation is 0.35.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C83D6-B7F7-47C3-B1F5-4E6C6C7C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30</a:t>
            </a:r>
          </a:p>
        </p:txBody>
      </p:sp>
    </p:spTree>
    <p:extLst>
      <p:ext uri="{BB962C8B-B14F-4D97-AF65-F5344CB8AC3E}">
        <p14:creationId xmlns:p14="http://schemas.microsoft.com/office/powerpoint/2010/main" val="11991853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60B95-8BAB-430B-BD50-1ACDF303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 controlled training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07F85-6B5D-41D3-9C4E-54C0E46D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Train / validation / test: 240 / 80 / 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ABE1-A647-4EAC-A0C7-492BEADC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Fit scaling on training features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9DC11-427C-4E69-8164-F88DC46F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120 epochs, batches of 32 and SGD learning rate 0.1.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BBD38-26BD-42C2-9D1E-5C049D3B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Freeze the width and seed. Select checkpoints by validation cross-entropy.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978AE-ACB8-4EBA-A719-94D83E45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31</a:t>
            </a:r>
          </a:p>
        </p:txBody>
      </p:sp>
    </p:spTree>
    <p:extLst>
      <p:ext uri="{BB962C8B-B14F-4D97-AF65-F5344CB8AC3E}">
        <p14:creationId xmlns:p14="http://schemas.microsoft.com/office/powerpoint/2010/main" val="20528115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D2F2D-E0C4-4310-840A-EF3D35DF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Training cross-entropy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0a0aa6caff40e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A1D85-0BDA-4BE1-8B6F-3F6B7184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All models use the same loss convention.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D8D30-8D84-4036-B276-B7C442C6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affine stack has the MLP’s parameter count.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AC1CE-A4EE-4FA3-B52D-EF4529C2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What behavior changes when ReLU is present?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0ED07-7598-41B3-94A5-E662FCAE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32</a:t>
            </a:r>
          </a:p>
        </p:txBody>
      </p:sp>
    </p:spTree>
    <p:extLst>
      <p:ext uri="{BB962C8B-B14F-4D97-AF65-F5344CB8AC3E}">
        <p14:creationId xmlns:p14="http://schemas.microsoft.com/office/powerpoint/2010/main" val="2914489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9DF5F-5EB0-4827-A2A1-4BC3B57A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Validation cross-entropy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2bd4f1f8304574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B1AF1-A3EC-4AAA-B707-8710C76D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independent validation performance.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8A63E-587F-487A-8525-80F4FC4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Each checkpoint minimizes validation loss.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CA581-2542-48AE-A2AE-2E49778F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larger parameter count alone does not remove the affine limitation.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1320C-F1C6-4B68-B804-08FC2F36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33</a:t>
            </a:r>
          </a:p>
        </p:txBody>
      </p:sp>
    </p:spTree>
    <p:extLst>
      <p:ext uri="{BB962C8B-B14F-4D97-AF65-F5344CB8AC3E}">
        <p14:creationId xmlns:p14="http://schemas.microsoft.com/office/powerpoint/2010/main" val="11332857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E8F1E-7AF4-4D3F-BEA2-7C1D4415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Selected validation checkpoints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1666875"/>
          <a:ext xmlns:a="http://schemas.openxmlformats.org/drawingml/2006/main" cx="10668000" cy="2438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81684"/>
                <a:gridCol w="1871579"/>
                <a:gridCol w="1871579"/>
                <a:gridCol w="1871579"/>
                <a:gridCol w="1871579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Parameters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Epoch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Val CE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Val accuracy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linear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0.6931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51.25%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affine stack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0.6930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50.00%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ReLU MLP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0.0313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E3D82-EC3E-4234-8336-94DE240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fixed majority baseline reaches 50% accuracy.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29EA0-10FB-4E0B-BCFD-E2B55469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results describe this balanced synthetic validation sample.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74D94-130F-4F24-A46D-7720CF58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34</a:t>
            </a:r>
          </a:p>
        </p:txBody>
      </p:sp>
    </p:spTree>
    <p:extLst>
      <p:ext uri="{BB962C8B-B14F-4D97-AF65-F5344CB8AC3E}">
        <p14:creationId xmlns:p14="http://schemas.microsoft.com/office/powerpoint/2010/main" val="62809547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F4FB2-1420-447A-810A-B49AE65D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learned nonlinear decision regions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5bb4d02462477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40165-90B2-451A-A4DA-FF432E12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Grid colors show the frozen MLP’s predicted class.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24000-CFF5-48FB-8E43-0EDF510E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plotted region uses original feature coordinates.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16726-1AE2-4245-AD3E-AC509212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Grid predictions are model outputs, not new observed measurements.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DBBD2-68DF-4241-9D8B-DC50595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35</a:t>
            </a:r>
          </a:p>
        </p:txBody>
      </p:sp>
    </p:spTree>
    <p:extLst>
      <p:ext uri="{BB962C8B-B14F-4D97-AF65-F5344CB8AC3E}">
        <p14:creationId xmlns:p14="http://schemas.microsoft.com/office/powerpoint/2010/main" val="151955749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302CC-AE22-4FFC-B828-8B705910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Frozen held-out test report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1666875"/>
          <a:ext xmlns:a="http://schemas.openxmlformats.org/drawingml/2006/main" cx="10668000" cy="2438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8638"/>
                <a:gridCol w="2269787"/>
                <a:gridCol w="2269787"/>
                <a:gridCol w="2269787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Test CE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Test accuracy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Balanced accuracy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linear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0.6944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51.25%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51.25%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affine stack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0.6944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52.50%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52.50%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ReLU MLP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0.0753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97.50%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97.50%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C780E-60DD-4EAA-BAD7-6E7798F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Report both the comparison and its evaluation population.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FD17B-FAD2-437F-B2FF-E7EC27F6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This test measures fresh draws from the same synthetic mixture.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B7272-2987-435A-8851-ABCCD038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36</a:t>
            </a:r>
          </a:p>
        </p:txBody>
      </p:sp>
    </p:spTree>
    <p:extLst>
      <p:ext uri="{BB962C8B-B14F-4D97-AF65-F5344CB8AC3E}">
        <p14:creationId xmlns:p14="http://schemas.microsoft.com/office/powerpoint/2010/main" val="3599054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48088-AF68-4233-A4FB-707EF918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Representation optimization and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29318-C59B-4EAA-AF15-4880945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Representation: can the model express the required relationship?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6BE4B-5DB7-4F94-AF88-02C8D3D5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Optimization: did training find useful parameters?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0B206-903B-4373-83DD-16D15500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Generalization: does the frozen model work on independent cases?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E2A9A-2DD5-4C4D-8C40-E421A5C4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Match each proposed intervention to the failure it addresses.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50E1D-0723-451F-9468-4E7B7213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37</a:t>
            </a:r>
          </a:p>
        </p:txBody>
      </p:sp>
    </p:spTree>
    <p:extLst>
      <p:ext uri="{BB962C8B-B14F-4D97-AF65-F5344CB8AC3E}">
        <p14:creationId xmlns:p14="http://schemas.microsoft.com/office/powerpoint/2010/main" val="16238183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62CF4-9F8F-4C62-9178-2E87DEEE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Universal approximation and its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6F514-BCD8-48D8-AC80-654C2706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Suitable nonlinear networks can approximate continuous functions on compact domains.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52C71-FDD6-41A8-ADF8-CCB8B770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statement concerns existence of parameters.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F73E7-2299-4555-A0DF-B7841F0B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Training success and generalization still require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ACF34-DDA2-4165-BD8C-3277364E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Width, data and computational constraints matter in practice.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2B6D1-037C-4EAA-806A-48BFC852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38</a:t>
            </a:r>
          </a:p>
        </p:txBody>
      </p:sp>
    </p:spTree>
    <p:extLst>
      <p:ext uri="{BB962C8B-B14F-4D97-AF65-F5344CB8AC3E}">
        <p14:creationId xmlns:p14="http://schemas.microsoft.com/office/powerpoint/2010/main" val="13242696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522F8-7D03-49BA-8567-3D3C3DF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 short training-loop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39E87-0B79-4C8F-A2BF-06F71103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04775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hidden = X @ W1 + b1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logits = hidden @ W2 + b2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loss = criterion(torch.softmax(logits, 1), y)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loss.backward()</a:t>
            </a:r>
          </a:p>
          <a:p xmlns:a="http://schemas.openxmlformats.org/drawingml/2006/main">
            <a:pPr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optimizer.step()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899A7-C3F5-4D0F-AEB7-0517F94D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39</a:t>
            </a:r>
          </a:p>
        </p:txBody>
      </p:sp>
    </p:spTree>
    <p:extLst>
      <p:ext uri="{BB962C8B-B14F-4D97-AF65-F5344CB8AC3E}">
        <p14:creationId xmlns:p14="http://schemas.microsoft.com/office/powerpoint/2010/main" val="10653048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056A6-3382-4E9E-A94D-06BE0D91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Exit questions and project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8E400-3B73-47D0-8278-6D8FF563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Explain the affine collapse and XOR limitation.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233A4-C999-46B9-A263-262534E0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Trace a 2-input, 3-hidden, 2-output model and count its parameters.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AEC17-3C7E-4B5E-9265-33906D4E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State one limitation of the synthetic test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0C9F0-85FC-4629-A3BA-74916085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Bring a two-page project proposal with a baseline, split and metric.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75E5D-D058-4612-8CFB-442F2BD6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40</a:t>
            </a:r>
          </a:p>
        </p:txBody>
      </p:sp>
    </p:spTree>
    <p:extLst>
      <p:ext uri="{BB962C8B-B14F-4D97-AF65-F5344CB8AC3E}">
        <p14:creationId xmlns:p14="http://schemas.microsoft.com/office/powerpoint/2010/main" val="187947443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6A408-7261-4A12-9704-D9FBA279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Reserve repeated initializations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42950" y="1666875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8638"/>
                <a:gridCol w="2269787"/>
                <a:gridCol w="2269787"/>
                <a:gridCol w="2269787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Seed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Selected epoch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Validation CE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Validation accuracy</a:t>
                      </a:r>
                    </a:p>
                  </a:txBody>
                  <a:tcPr marL="91440" marR="91440" marT="45720" marB="45720">
                    <a:solidFill>
                      <a:srgbClr val="173B5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0.0313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113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0.0241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0.0240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119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0.0181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EE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0.0479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98.75%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FEF5F-411B-485D-87AD-1145D92F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Report every registered seed.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3804B-4DB9-4BA9-9504-07A2249E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These repeats share one validation sample.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10AD9-7AA3-4C6E-847D-C811EF4E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34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Initialization variability differs from population uncertainty.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BF03F-E9E5-4A15-B501-AFFC07CC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41   Reserve</a:t>
            </a:r>
          </a:p>
        </p:txBody>
      </p:sp>
    </p:spTree>
    <p:extLst>
      <p:ext uri="{BB962C8B-B14F-4D97-AF65-F5344CB8AC3E}">
        <p14:creationId xmlns:p14="http://schemas.microsoft.com/office/powerpoint/2010/main" val="213782409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B15A3-2030-4355-B97F-1CE7FB08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Reserve an inactive ReLU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A1A17-17DF-4294-8792-C63FE213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negative preactivation produces zero local derivative.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7FE9C-632B-4F58-B1C3-0B5F7C2A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unit that stays inactive can stop receiving a learning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DF0FF-995F-4152-B2A6-A92427B9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ReLU at zero has no mathematical derivative.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8B7D2-CB11-4A25-B054-F7A47B3E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the stated implementation convention and avoid the kink in finite differences.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09755-20B0-4EA2-8478-24732A3F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Lecture 5   42   Reserve</a:t>
            </a:r>
          </a:p>
        </p:txBody>
      </p:sp>
    </p:spTree>
    <p:extLst>
      <p:ext uri="{BB962C8B-B14F-4D97-AF65-F5344CB8AC3E}">
        <p14:creationId xmlns:p14="http://schemas.microsoft.com/office/powerpoint/2010/main" val="1594906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Teaching</dc:creator>
  <lastModifiedBy>Teaching</lastModifiedBy>
  <dc:title>Presentation</dc:title>
  <dcterms:created xsi:type="dcterms:W3CDTF">2026-10-03T21:15:47.9930000Z</dcterms:created>
  <dcterms:modified xsi:type="dcterms:W3CDTF">2026-10-03T21:15:47.9930000Z</dcterms:modified>
</coreProperties>
</file>