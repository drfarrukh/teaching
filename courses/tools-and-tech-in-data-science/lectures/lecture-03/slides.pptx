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CS-808 · LECTURE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airport weather fill the gaps?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data, SQL and pandas for an evidence-based data substitution in Islamabad air-quality records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Muhammad Farrukh Qureshi · CS-808 Tools and Techniques for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24612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Pak-EPA record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3749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and other pollutants, 2018–2026.</a:t>
            </a:r>
            <a:endParaRPr lang="en-US" sz="17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and humidity are present in earlier reports but </a:t>
            </a: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disappear</a:t>
            </a: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later ones.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24612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weather series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00600" y="1645920"/>
            <a:ext cx="3749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Meteostat station </a:t>
            </a: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41571, Islamabad Airport</a:t>
            </a: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fill the missing EPA weather fields?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correlation between two weather series does not prove that individual days agree or that substitution is valid.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 with the measurement question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these temperature and humidity readings come from?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Pak-EPA publications describe a fixed monitor in </a:t>
            </a:r>
            <a:r>
              <a:rPr lang="en-US" sz="2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H-8/2</a:t>
            </a: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weather series comes from the </a:t>
            </a:r>
            <a:r>
              <a:rPr lang="en-US" sz="2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</a:t>
            </a: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station.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question:</a:t>
            </a: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airport values close enough to EPA values, on days where both exist, to use as a documented, provisional proxy?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tests: </a:t>
            </a:r>
            <a:r>
              <a:rPr lang="en-US" sz="2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→ date match → agreement → effect on analysis</a:t>
            </a: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Pak-EPA sensor coordinates and measurement protocol are not in the teaching CSVs.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locations: will their daily weather agree?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3/pakistan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059" y="1005840"/>
            <a:ext cx="4028202" cy="3456432"/>
          </a:xfrm>
          <a:prstGeom prst="rect">
            <a:avLst/>
          </a:prstGeom>
        </p:spPr>
      </p:pic>
      <p:pic>
        <p:nvPicPr>
          <p:cNvPr id="5" name="Image 1" descr="/home/farrukh/MEGA/01-Lectures/Tools_and_Tech_in_DS/Lecture 3/islamabad_z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556" y="1005840"/>
            <a:ext cx="2583689" cy="34564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7.9 km between plotted points. The H-8 point is approximate, so the distance is illustrative. Basemap © OpenStreetMap contributors © CARTO.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data and SQL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grain, keys and joins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Table, grain, key, join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</a:t>
            </a: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rows and named columns. </a:t>
            </a:r>
            <a:r>
              <a:rPr lang="en-US" sz="2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</a:t>
            </a: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one row represents.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C85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epa_daily</a:t>
            </a: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one air-quality record per reported date. </a:t>
            </a:r>
            <a:r>
              <a:rPr lang="en-US" sz="2000" dirty="0">
                <a:solidFill>
                  <a:srgbClr val="C85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weather_daily</a:t>
            </a: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one Meteostat record per reported date.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key:</a:t>
            </a: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rgbClr val="C85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should be unique in each file. A CSV does not enforce a primary key; we check it.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Join:</a:t>
            </a: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pair rows when </a:t>
            </a:r>
            <a:r>
              <a:rPr lang="en-US" sz="2000" dirty="0">
                <a:solidFill>
                  <a:srgbClr val="C85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epa_daily.date = weather_daily.date</a:t>
            </a: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2000" dirty="0">
                <a:solidFill>
                  <a:srgbClr val="C85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20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 absent, not zero.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the LEFT JOIN before running 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3/outputs/plots/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0895"/>
            <a:ext cx="5394960" cy="21588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1143000"/>
            <a:ext cx="2834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EPA: Jan 1, 2, 3, 4.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Weather: Jan 1, 2, 4.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Jan 3 row survive?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r>
              <a:rPr lang="en-US" sz="1500" dirty="0">
                <a:solidFill>
                  <a:srgbClr val="C85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</a:t>
            </a: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would drop it.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SQL we need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7955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e.date, e.pm25_ug_m3, w.meteostat_temperature_c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epa_daily AS 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weather_daily AS 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e.date = w.date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e.pm25_ug_m3 &gt; 50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e.date;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04672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85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chooses columns, </a:t>
            </a:r>
            <a:r>
              <a:rPr lang="en-US" sz="1700" dirty="0">
                <a:solidFill>
                  <a:srgbClr val="C85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names the table, </a:t>
            </a:r>
            <a:r>
              <a:rPr lang="en-US" sz="1700" dirty="0">
                <a:solidFill>
                  <a:srgbClr val="C85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filters rows, </a:t>
            </a:r>
            <a:r>
              <a:rPr lang="en-US" sz="1700" dirty="0">
                <a:solidFill>
                  <a:srgbClr val="C85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sorts.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C85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COUNT(*)</a:t>
            </a: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counts rows; </a:t>
            </a:r>
            <a:r>
              <a:rPr lang="en-US" sz="1700" dirty="0">
                <a:solidFill>
                  <a:srgbClr val="C85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ignores missing values; </a:t>
            </a:r>
            <a:r>
              <a:rPr lang="en-US" sz="1700" dirty="0">
                <a:solidFill>
                  <a:srgbClr val="C85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changes the output grain.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runs SQL directly on the two CSV files, in memory.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 in the EPA file?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before analysis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did the data disappear?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3/outputs/plots/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82503"/>
            <a:ext cx="5394960" cy="16756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1143000"/>
            <a:ext cx="2834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temperature and humidity have </a:t>
            </a: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values in 2025 or 2026</a:t>
            </a: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disappear </a:t>
            </a: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</a:t>
            </a: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weather is a different problem from a missing date.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calendar days with a reported value, by month.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Counts, not percentages of a complete year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3/outputs/plots/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7300"/>
            <a:ext cx="5394960" cy="21060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1143000"/>
            <a:ext cx="2834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2018, 2019, 2024 and 2026 have partial date coverage.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has 15 blank values.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weather and missing pollutant are different problems.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left join keeps every EPA date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3/outputs/plots/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915536"/>
            <a:ext cx="5394960" cy="16096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1143000"/>
            <a:ext cx="2834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2,555 EPA dates in, 2,555 rows out.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left join does </a:t>
            </a: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 weather-only dates.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85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validate="one_to_one"</a:t>
            </a: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checks that dates are unique on both sides.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EPA dates have no weather match.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the two weather sources agree?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1,797 days where both sources recorded temperature and humidity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different kinds of evidence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24612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8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measures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3749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</a:t>
            </a: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warmer days in one series tend to be warmer in the other? It does not measure equality.</a:t>
            </a:r>
            <a:endParaRPr lang="en-US" sz="17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Bias:</a:t>
            </a: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 Meteostat − EPA difference.</a:t>
            </a:r>
            <a:endParaRPr lang="en-US" sz="17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</a:t>
            </a: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typical size of a daily disagreement.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246120"/>
          </a:xfrm>
          <a:prstGeom prst="rect">
            <a:avLst/>
          </a:prstGeom>
          <a:solidFill>
            <a:srgbClr val="F4F7F9"/>
          </a:solidFill>
          <a:ln w="9525">
            <a:solidFill>
              <a:srgbClr val="D5DD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00600" y="1645920"/>
            <a:ext cx="3749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r = </a:t>
            </a: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0.927</a:t>
            </a: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MAE </a:t>
            </a: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2.33 °C</a:t>
            </a: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bias −0.75 °C.</a:t>
            </a:r>
            <a:endParaRPr lang="en-US" sz="17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Humidity: r = </a:t>
            </a: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0.645</a:t>
            </a: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MAE </a:t>
            </a: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10.87</a:t>
            </a: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percentage points, bias +2.73.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universal threshold that makes two stations interchangeable.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individual days sit near the equal-value line?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3/outputs/plots/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005840"/>
            <a:ext cx="3456432" cy="3456432"/>
          </a:xfrm>
          <a:prstGeom prst="rect">
            <a:avLst/>
          </a:prstGeom>
        </p:spPr>
      </p:pic>
      <p:pic>
        <p:nvPicPr>
          <p:cNvPr id="5" name="Image 1" descr="/home/farrukh/MEGA/01-Lectures/Tools_and_Tech_in_DS/Lecture 3/outputs/plots/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005840"/>
            <a:ext cx="3456432" cy="34564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diagonal is exact agreement. Wide scatter means substitution error even when the correlation is positive.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large are daily disagreements?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3/outputs/plots/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96669"/>
            <a:ext cx="8412480" cy="26747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is exact agreement. A single average bias does not describe how far individual days lie from zero.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over time?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3/outputs/plots/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05681"/>
            <a:ext cx="4114800" cy="1456750"/>
          </a:xfrm>
          <a:prstGeom prst="rect">
            <a:avLst/>
          </a:prstGeom>
        </p:spPr>
      </p:pic>
      <p:pic>
        <p:nvPicPr>
          <p:cNvPr id="5" name="Image 1" descr="/home/farrukh/MEGA/01-Lectures/Tools_and_Tech_in_DS/Lecture 3/outputs/plots/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05681"/>
            <a:ext cx="4114800" cy="1456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January–March 2023. Temperature tracks fairly closely; humidity shows much larger daily differences.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agreement stay stable across years?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3/outputs/plots/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62767"/>
            <a:ext cx="8412480" cy="29425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changes by year, which limits confidence when carrying an early relationship into later missing periods.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transparent candidate fill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original; label the source of every value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gaps without hiding the assumption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7955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pandas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joined['temperature_candidate_c'] = joined.epa_temperature_c.combine_first(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joined.meteostat_temperature_c)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SQL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COALESCE(e.epa_temperature_c, w.meteostat_temperature_c)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temperature_candidate_c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04672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EPA when it exists, Meteostat only when EPA is missing, and record which one was used.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 name says </a:t>
            </a:r>
            <a:r>
              <a:rPr lang="en-US" sz="17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r>
              <a:rPr lang="en-US" sz="17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that the assumption stays visible.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source of weather changes over time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3/outputs/plots/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00798"/>
            <a:ext cx="5394960" cy="20390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1143000"/>
            <a:ext cx="2834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 values come entirely from Meteostat.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provenance when interpreting any long-term trend.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the substitution change the analysis?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comparisons, two different questions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dates, different weather source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3/outputs/plots/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40467"/>
            <a:ext cx="5394960" cy="19597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1143000"/>
            <a:ext cx="2834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dates where the pollutant and </a:t>
            </a: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weather sources exist.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the choice of weather series.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can change the association even without new days.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versus candidate-filled sample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4" name="Image 0" descr="/home/farrukh/MEGA/01-Lectures/Tools_and_Tech_in_DS/Lecture 3/outputs/plots/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72976"/>
            <a:ext cx="4114800" cy="1322160"/>
          </a:xfrm>
          <a:prstGeom prst="rect">
            <a:avLst/>
          </a:prstGeom>
        </p:spPr>
      </p:pic>
      <p:pic>
        <p:nvPicPr>
          <p:cNvPr id="5" name="Image 1" descr="/home/farrukh/MEGA/01-Lectures/Tools_and_Tech_in_DS/Lecture 3/outputs/plots/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65401"/>
            <a:ext cx="4114800" cy="13373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 sample also adds later dates, so a change here is not a clean test of replacement accuracy. Correlation is association, not cause.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Meteostat </a:t>
            </a:r>
            <a:r>
              <a:rPr lang="en-US" sz="19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r>
              <a:rPr lang="en-US" sz="19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promising for exploratory gap filling, subject to the observed daily errors and the station-location limitation.</a:t>
            </a:r>
            <a:endParaRPr lang="en-US" sz="19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Meteostat </a:t>
            </a:r>
            <a:r>
              <a:rPr lang="en-US" sz="19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r>
              <a:rPr lang="en-US" sz="19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requires stronger caution because same-day agreement is weaker.</a:t>
            </a:r>
            <a:endParaRPr lang="en-US" sz="19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original EPA readings, mark substituted values, and report results </a:t>
            </a:r>
            <a:r>
              <a:rPr lang="en-US" sz="19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and without</a:t>
            </a:r>
            <a:r>
              <a:rPr lang="en-US" sz="19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candidate fill.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grain and key of each input table?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 left join produce 2,555 rows and 83 missing weather matches?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 correlation be high even when daily temperatures differ by several degrees?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</a:t>
            </a:r>
            <a:r>
              <a:rPr lang="en-US" sz="1800" dirty="0">
                <a:solidFill>
                  <a:srgbClr val="C855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COALESCE(EPA, Meteostat)</a:t>
            </a: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do, and why keep a source label?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compare pollutant correlations on both identical days and the expanded sample?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3: Can airport weather fill gaps in Islamabad air-quality data?</dc:title>
  <dc:subject>PptxGenJS Presentation</dc:subject>
  <dc:creator>Dr. Muhammad Farrukh Qureshi · CS-808 Tools and Techniques for Data Science</dc:creator>
  <cp:lastModifiedBy>Dr. Muhammad Farrukh Qureshi · CS-808 Tools and Techniques for Data Science</cp:lastModifiedBy>
  <cp:revision>1</cp:revision>
  <dcterms:created xsi:type="dcterms:W3CDTF">2026-10-01T15:07:19Z</dcterms:created>
  <dcterms:modified xsi:type="dcterms:W3CDTF">2026-10-01T15:07:19Z</dcterms:modified>
</cp:coreProperties>
</file>