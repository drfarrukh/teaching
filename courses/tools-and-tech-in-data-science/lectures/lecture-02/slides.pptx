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CS-808 · LECTURE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PM2.5 tell us?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daily files to a reproducible, provisional AQI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Muhammad Farrukh Qureshi · CS-808 Tools and Techniques for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measurement mean?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mass concentration of fine particles, in µg/m³.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index calculated with a named conversion scheme and averaging period. It is derived, not measured.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claim: a </a:t>
            </a:r>
            <a:r>
              <a:rPr lang="en-US" sz="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PM2.5-based index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working daily data, under a fixed US EPA 2024 scheme.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official historical Pakistan AQI, not a multipollutant AQI, and not a live service.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data → rule → tests → comparison → dashboard → reproducible export.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Python we will actually use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and values; lists and NumPy arrays.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and Boolean masks.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loop.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columns.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versus recalculated results.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input, the intermediate object and the output before combining operations.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is evidence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24612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files contain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input files.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1,154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usable daily observations.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wholly blank records removed from the 2023 file.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24612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missing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00600" y="164592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365 of 366 days. </a:t>
            </a: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October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absent.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and 2022: 365 days each.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2023: January–February only, </a:t>
            </a: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source rows, original text, parsed values and missing dates. A plausible row count does not establish complete coverage.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concentration first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2/outputs/01_pm25_da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1180"/>
            <a:ext cx="5394960" cy="1798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 and peaks first.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series before any index.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measurements are </a:t>
            </a: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zeros</a:t>
            </a: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daily PM2.5, working series, 2020–February 2023.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readings are seven days only after calendar alignment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2/outputs/02_pm25_ro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1180"/>
            <a:ext cx="5394960" cy="1798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7-day rolling mean requires 7 readings.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to the calendar before rolling.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is </a:t>
            </a: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forecasting.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PM2.5 with a calendar-aware 7-day mean.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 becomes an index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Truncate the concentration      35.49 → 35.4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Select its breakpoint interval   [C_L, C_H] → [I_L, I_H]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Interpolate linearly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 = (I_H − I_L) / (C_H − C_L) × (C − C_L) + I_L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Round the index                  35.9 µg/m³ → 102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reusable function only after each component has been demonstrated.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boundaries, missing inputs, negatives, unsupported ranges and monotonicity.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US EPA, Technical Assistance Document for the Reporting of Daily Air Quality (AirNow).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conversion rule is piecewise linear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2/outputs/03_conversion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21460"/>
            <a:ext cx="5394960" cy="239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breakpoint interval has its own slope.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concentration change near a breakpoint can change the category.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2024 US EPA PM2.5 breakpoints.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what changes when the rule or the comparison window changes?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are part of the result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concentration + different breakpoint table → possibly a different index and category.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legacy table with the fixed 2024 table while holding rounding constant.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scheme explicitly. Do not claim the retrospective index was officially reported at the time.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1's downward final rounding is a separate issue.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like periods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2/outputs/04_unequal_ye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19656"/>
            <a:ext cx="4114800" cy="1828800"/>
          </a:xfrm>
          <a:prstGeom prst="rect">
            <a:avLst/>
          </a:prstGeom>
        </p:spPr>
      </p:pic>
      <p:pic>
        <p:nvPicPr>
          <p:cNvPr id="5" name="Image 1" descr="/home/farrukh/MEGA/01-Lectures/Tools_and_Tech_in_DS/Lecture 2/outputs/05_matched_y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11096"/>
            <a:ext cx="4114800" cy="1645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every year to 1 January–28 February (59 days each) and the apparent ordering changes.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shares use observed days as the denominator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2/outputs/06_category_sha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39438"/>
            <a:ext cx="5394960" cy="19618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mean of available daily indices is descriptive, not an official annual AQI.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Normalising counts does not remove seasonal selection: 2023 is winter only.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categories by year; 2023 contains January–February only.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seasonality reveal?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2/outputs/07_monthly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66138"/>
            <a:ext cx="5394960" cy="17084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table → year-month groups → year-by-month matrix.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cells are </a:t>
            </a: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low pollution.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mean of provisional daily AQI.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statistic before the order of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2/outputs/08_seasonal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1348"/>
            <a:ext cx="5394960" cy="2157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Equal-year means and pooled daily means use different weights.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bars summarise three yearly monthly means.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mean(f(C)) ≠ f(mean(C)) in general.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2020–2022 equal-year monthly mean ± between-year SD.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result usable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Plotly: hover, zoom, year selector, monthly summary, category counts.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traces per year; a visibility mask selects one year's four traces.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method labels travel with the chart.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computes → HTML/JavaScript displays. GitHub Pages serves the static export; it does not run a Python server.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https://drfarrukh.github.io/teaching/courses/tools-and-tech-in-data-science/lectures/lecture-02/dashboard/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Rebuild, then publish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raw-input hashes, derived daily data, the coverage audit and breakpoint tables.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comparison-window policy, the rounding rule and package versions.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and run all → regenerate </a:t>
            </a:r>
            <a:r>
              <a:rPr lang="en-US" sz="20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inspect the dashboard → publish with GitHub Pages.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identifies file bytes; it does not establish that a measurement is true.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index is a method, not a measurement.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237744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measured, and over what period?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rule turned it into an index?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periods we compare alike?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someone else rebuild the dashboard?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PM2.5 to a reproducible AQI dashboard</dc:title>
  <dc:subject>PptxGenJS Presentation</dc:subject>
  <dc:creator>Dr. Muhammad Farrukh Qureshi · CS-808 Tools and Techniques for Data Science</dc:creator>
  <cp:lastModifiedBy>Dr. Muhammad Farrukh Qureshi · CS-808 Tools and Techniques for Data Science</cp:lastModifiedBy>
  <cp:revision>1</cp:revision>
  <dcterms:created xsi:type="dcterms:W3CDTF">2026-10-01T15:07:16Z</dcterms:created>
  <dcterms:modified xsi:type="dcterms:W3CDTF">2026-10-01T15:07:16Z</dcterms:modified>
</cp:coreProperties>
</file>