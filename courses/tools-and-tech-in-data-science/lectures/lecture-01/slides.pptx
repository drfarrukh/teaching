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843" autoAdjust="0"/>
  </p:normalViewPr>
  <p:slideViewPr>
    <p:cSldViewPr snapToGrid="0">
      <p:cViewPr varScale="1">
        <p:scale>
          <a:sx n="72" d="100"/>
          <a:sy n="72" d="100"/>
        </p:scale>
        <p:origin x="51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PM2.5</c:v>
          </c:tx>
          <c:marker>
            <c:symbol val="none"/>
          </c:marker>
          <c:cat>
            <c:numRef>
              <c:f>'Chart Data'!$A$2:$A$32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'Chart Data'!$B$2:$B$32</c:f>
              <c:numCache>
                <c:formatCode>0</c:formatCode>
                <c:ptCount val="31"/>
                <c:pt idx="0">
                  <c:v>35.6</c:v>
                </c:pt>
                <c:pt idx="1">
                  <c:v>51</c:v>
                </c:pt>
                <c:pt idx="2">
                  <c:v>68.900000000000006</c:v>
                </c:pt>
                <c:pt idx="3">
                  <c:v>75.3</c:v>
                </c:pt>
                <c:pt idx="4">
                  <c:v>92.03</c:v>
                </c:pt>
                <c:pt idx="5">
                  <c:v>65.16</c:v>
                </c:pt>
                <c:pt idx="6">
                  <c:v>66.8</c:v>
                </c:pt>
                <c:pt idx="7">
                  <c:v>70.599999999999994</c:v>
                </c:pt>
                <c:pt idx="8">
                  <c:v>57.8</c:v>
                </c:pt>
                <c:pt idx="9">
                  <c:v>46.2</c:v>
                </c:pt>
                <c:pt idx="10">
                  <c:v>52.46</c:v>
                </c:pt>
                <c:pt idx="11">
                  <c:v>53.86</c:v>
                </c:pt>
                <c:pt idx="12">
                  <c:v>45.3</c:v>
                </c:pt>
                <c:pt idx="13">
                  <c:v>43.7</c:v>
                </c:pt>
                <c:pt idx="14">
                  <c:v>45.9</c:v>
                </c:pt>
                <c:pt idx="15">
                  <c:v>49.5</c:v>
                </c:pt>
                <c:pt idx="16">
                  <c:v>57.6</c:v>
                </c:pt>
                <c:pt idx="17">
                  <c:v>72</c:v>
                </c:pt>
                <c:pt idx="18">
                  <c:v>70.33</c:v>
                </c:pt>
                <c:pt idx="19">
                  <c:v>84.3</c:v>
                </c:pt>
                <c:pt idx="20">
                  <c:v>89.5</c:v>
                </c:pt>
                <c:pt idx="21">
                  <c:v>80</c:v>
                </c:pt>
                <c:pt idx="22">
                  <c:v>81</c:v>
                </c:pt>
                <c:pt idx="23">
                  <c:v>74</c:v>
                </c:pt>
                <c:pt idx="24">
                  <c:v>96.3</c:v>
                </c:pt>
                <c:pt idx="25">
                  <c:v>90</c:v>
                </c:pt>
                <c:pt idx="26">
                  <c:v>73.599999999999994</c:v>
                </c:pt>
                <c:pt idx="27">
                  <c:v>72.400000000000006</c:v>
                </c:pt>
                <c:pt idx="28">
                  <c:v>80</c:v>
                </c:pt>
                <c:pt idx="29">
                  <c:v>47.8</c:v>
                </c:pt>
                <c:pt idx="30">
                  <c:v>40.200000000000003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EB1-4C26-87D7-D10D3F669E74}"/>
            </c:ext>
          </c:extLst>
        </c:ser>
        <c:ser>
          <c:idx val="1"/>
          <c:order val="1"/>
          <c:tx>
            <c:v>NEQS value (35 µg/m³)</c:v>
          </c:tx>
          <c:marker>
            <c:symbol val="none"/>
          </c:marker>
          <c:cat>
            <c:numRef>
              <c:f>'Chart Data'!$C$2:$C$32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'Chart Data'!$D$2:$D$32</c:f>
              <c:numCache>
                <c:formatCode>0</c:formatCode>
                <c:ptCount val="31"/>
                <c:pt idx="0">
                  <c:v>35</c:v>
                </c:pt>
                <c:pt idx="1">
                  <c:v>35</c:v>
                </c:pt>
                <c:pt idx="2">
                  <c:v>35</c:v>
                </c:pt>
                <c:pt idx="3">
                  <c:v>35</c:v>
                </c:pt>
                <c:pt idx="4">
                  <c:v>35</c:v>
                </c:pt>
                <c:pt idx="5">
                  <c:v>35</c:v>
                </c:pt>
                <c:pt idx="6">
                  <c:v>35</c:v>
                </c:pt>
                <c:pt idx="7">
                  <c:v>35</c:v>
                </c:pt>
                <c:pt idx="8">
                  <c:v>35</c:v>
                </c:pt>
                <c:pt idx="9">
                  <c:v>35</c:v>
                </c:pt>
                <c:pt idx="10">
                  <c:v>35</c:v>
                </c:pt>
                <c:pt idx="11">
                  <c:v>35</c:v>
                </c:pt>
                <c:pt idx="12">
                  <c:v>35</c:v>
                </c:pt>
                <c:pt idx="13">
                  <c:v>35</c:v>
                </c:pt>
                <c:pt idx="14">
                  <c:v>35</c:v>
                </c:pt>
                <c:pt idx="15">
                  <c:v>35</c:v>
                </c:pt>
                <c:pt idx="16">
                  <c:v>35</c:v>
                </c:pt>
                <c:pt idx="17">
                  <c:v>35</c:v>
                </c:pt>
                <c:pt idx="18">
                  <c:v>35</c:v>
                </c:pt>
                <c:pt idx="19">
                  <c:v>35</c:v>
                </c:pt>
                <c:pt idx="20">
                  <c:v>35</c:v>
                </c:pt>
                <c:pt idx="21">
                  <c:v>35</c:v>
                </c:pt>
                <c:pt idx="22">
                  <c:v>35</c:v>
                </c:pt>
                <c:pt idx="23">
                  <c:v>35</c:v>
                </c:pt>
                <c:pt idx="24">
                  <c:v>35</c:v>
                </c:pt>
                <c:pt idx="25">
                  <c:v>35</c:v>
                </c:pt>
                <c:pt idx="26">
                  <c:v>35</c:v>
                </c:pt>
                <c:pt idx="27">
                  <c:v>35</c:v>
                </c:pt>
                <c:pt idx="28">
                  <c:v>35</c:v>
                </c:pt>
                <c:pt idx="29">
                  <c:v>35</c:v>
                </c:pt>
                <c:pt idx="30">
                  <c:v>35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AEB1-4C26-87D7-D10D3F669E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>
                    <a:latin typeface="Arial"/>
                    <a:ea typeface="Arial"/>
                    <a:cs typeface="Arial"/>
                  </a:rPr>
                  <a:t>December day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tickLblSkip val="5"/>
        <c:noMultiLvlLbl val="1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Arial"/>
                    <a:ea typeface="Arial"/>
                    <a:cs typeface="Arial"/>
                  </a:rPr>
                  <a:t>Concentration (µg/m³)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t"/>
      <c:overlay val="0"/>
      <c:txPr>
        <a:bodyPr anchorCtr="1"/>
        <a:lstStyle/>
        <a:p>
          <a:pPr>
            <a:defRPr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Mean AQI</c:v>
          </c:tx>
          <c:spPr>
            <a:solidFill>
              <a:srgbClr val="E5A524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B54A3A"/>
              </a:solidFill>
            </c:spPr>
            <c:extLst>
              <c:ext xmlns:c16="http://schemas.microsoft.com/office/drawing/2014/chart" uri="{C3380CC4-5D6E-409C-BE32-E72D297353CC}">
                <c16:uniqueId val="{00000001-4D20-406D-B179-03F26FEE07AE}"/>
              </c:ext>
            </c:extLst>
          </c:dPt>
          <c:dPt>
            <c:idx val="1"/>
            <c:invertIfNegative val="0"/>
            <c:bubble3D val="0"/>
            <c:spPr>
              <a:solidFill>
                <a:srgbClr val="B54A3A"/>
              </a:solidFill>
            </c:spPr>
            <c:extLst>
              <c:ext xmlns:c16="http://schemas.microsoft.com/office/drawing/2014/chart" uri="{C3380CC4-5D6E-409C-BE32-E72D297353CC}">
                <c16:uniqueId val="{00000003-4D20-406D-B179-03F26FEE07A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4D20-406D-B179-03F26FEE07A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D20-406D-B179-03F26FEE07AE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4D20-406D-B179-03F26FEE07AE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D20-406D-B179-03F26FEE07AE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4D20-406D-B179-03F26FEE07AE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4D20-406D-B179-03F26FEE07AE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4D20-406D-B179-03F26FEE07AE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4D20-406D-B179-03F26FEE07AE}"/>
              </c:ext>
            </c:extLst>
          </c:dPt>
          <c:dPt>
            <c:idx val="10"/>
            <c:invertIfNegative val="0"/>
            <c:bubble3D val="0"/>
            <c:spPr>
              <a:solidFill>
                <a:srgbClr val="B54A3A"/>
              </a:solidFill>
            </c:spPr>
            <c:extLst>
              <c:ext xmlns:c16="http://schemas.microsoft.com/office/drawing/2014/chart" uri="{C3380CC4-5D6E-409C-BE32-E72D297353CC}">
                <c16:uniqueId val="{0000000D-4D20-406D-B179-03F26FEE07AE}"/>
              </c:ext>
            </c:extLst>
          </c:dPt>
          <c:dPt>
            <c:idx val="11"/>
            <c:invertIfNegative val="0"/>
            <c:bubble3D val="0"/>
            <c:spPr>
              <a:solidFill>
                <a:srgbClr val="B54A3A"/>
              </a:solidFill>
            </c:spPr>
            <c:extLst>
              <c:ext xmlns:c16="http://schemas.microsoft.com/office/drawing/2014/chart" uri="{C3380CC4-5D6E-409C-BE32-E72D297353CC}">
                <c16:uniqueId val="{0000000F-4D20-406D-B179-03F26FEE07A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162A38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134.9</c:v>
                </c:pt>
                <c:pt idx="1">
                  <c:v>131.69999999999999</c:v>
                </c:pt>
                <c:pt idx="2">
                  <c:v>85.9</c:v>
                </c:pt>
                <c:pt idx="3">
                  <c:v>65.2</c:v>
                </c:pt>
                <c:pt idx="4">
                  <c:v>68.7</c:v>
                </c:pt>
                <c:pt idx="5">
                  <c:v>70.599999999999994</c:v>
                </c:pt>
                <c:pt idx="6">
                  <c:v>67.900000000000006</c:v>
                </c:pt>
                <c:pt idx="7">
                  <c:v>71.7</c:v>
                </c:pt>
                <c:pt idx="8">
                  <c:v>74</c:v>
                </c:pt>
                <c:pt idx="9">
                  <c:v>81.8</c:v>
                </c:pt>
                <c:pt idx="10">
                  <c:v>105</c:v>
                </c:pt>
                <c:pt idx="11">
                  <c:v>152.80000000000001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0-4D20-406D-B179-03F26FEE07A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>
                    <a:latin typeface="Arial"/>
                    <a:ea typeface="Arial"/>
                    <a:cs typeface="Arial"/>
                  </a:rPr>
                  <a:t>Month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00"/>
          <c:min val="0"/>
        </c:scaling>
        <c:delete val="0"/>
        <c:axPos val="l"/>
        <c:majorGridlines>
          <c:spPr>
            <a:ln w="9525">
              <a:solidFill>
                <a:srgbClr val="CBD5D9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>
                    <a:latin typeface="Arial"/>
                    <a:ea typeface="Arial"/>
                    <a:cs typeface="Arial"/>
                  </a:rPr>
                  <a:t>Provisional PM2.5 AQI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50"/>
      </c:valAx>
    </c:plotArea>
    <c:plotVisOnly val="1"/>
    <c:dispBlanksAs val="zero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Days</c:v>
          </c:tx>
          <c:spPr>
            <a:ln w="38100">
              <a:noFill/>
            </a:ln>
          </c:spPr>
          <c:marker>
            <c:symbol val="circle"/>
            <c:size val="3"/>
          </c:marker>
          <c:trendline>
            <c:spPr>
              <a:ln w="25400">
                <a:solidFill>
                  <a:srgbClr val="FF0000"/>
                </a:solidFill>
              </a:ln>
            </c:spPr>
            <c:trendlineType val="poly"/>
            <c:order val="2"/>
            <c:dispRSqr val="0"/>
            <c:dispEq val="0"/>
          </c:trendline>
          <c:xVal>
            <c:numRef>
              <c:f>'Chart Data'!$A$2:$A$1096</c:f>
              <c:numCache>
                <c:formatCode>General</c:formatCode>
                <c:ptCount val="1095"/>
                <c:pt idx="0">
                  <c:v>7.6</c:v>
                </c:pt>
                <c:pt idx="1">
                  <c:v>7.52</c:v>
                </c:pt>
                <c:pt idx="2">
                  <c:v>6.5</c:v>
                </c:pt>
                <c:pt idx="3">
                  <c:v>7.01</c:v>
                </c:pt>
                <c:pt idx="4">
                  <c:v>6.58</c:v>
                </c:pt>
                <c:pt idx="5">
                  <c:v>6.2</c:v>
                </c:pt>
                <c:pt idx="6">
                  <c:v>6.88</c:v>
                </c:pt>
                <c:pt idx="7">
                  <c:v>6.53</c:v>
                </c:pt>
                <c:pt idx="8">
                  <c:v>6.54</c:v>
                </c:pt>
                <c:pt idx="9">
                  <c:v>6.37</c:v>
                </c:pt>
                <c:pt idx="10">
                  <c:v>6.3</c:v>
                </c:pt>
                <c:pt idx="11">
                  <c:v>5.61</c:v>
                </c:pt>
                <c:pt idx="12">
                  <c:v>5.44</c:v>
                </c:pt>
                <c:pt idx="13">
                  <c:v>5.42</c:v>
                </c:pt>
                <c:pt idx="14">
                  <c:v>5.66</c:v>
                </c:pt>
                <c:pt idx="15">
                  <c:v>6.31</c:v>
                </c:pt>
                <c:pt idx="16">
                  <c:v>6.21</c:v>
                </c:pt>
                <c:pt idx="17">
                  <c:v>6.5</c:v>
                </c:pt>
                <c:pt idx="18">
                  <c:v>6.58</c:v>
                </c:pt>
                <c:pt idx="19">
                  <c:v>7.07</c:v>
                </c:pt>
                <c:pt idx="20">
                  <c:v>8.6300000000000008</c:v>
                </c:pt>
                <c:pt idx="21">
                  <c:v>10.4</c:v>
                </c:pt>
                <c:pt idx="22">
                  <c:v>7.7</c:v>
                </c:pt>
                <c:pt idx="23">
                  <c:v>6.86</c:v>
                </c:pt>
                <c:pt idx="24">
                  <c:v>6.83</c:v>
                </c:pt>
                <c:pt idx="25">
                  <c:v>6.9</c:v>
                </c:pt>
                <c:pt idx="26">
                  <c:v>6.97</c:v>
                </c:pt>
                <c:pt idx="27">
                  <c:v>7.1</c:v>
                </c:pt>
                <c:pt idx="28">
                  <c:v>11.7</c:v>
                </c:pt>
                <c:pt idx="29">
                  <c:v>12.6</c:v>
                </c:pt>
                <c:pt idx="30">
                  <c:v>13.76</c:v>
                </c:pt>
                <c:pt idx="31">
                  <c:v>13.45</c:v>
                </c:pt>
                <c:pt idx="32">
                  <c:v>13.7</c:v>
                </c:pt>
                <c:pt idx="33">
                  <c:v>13.43</c:v>
                </c:pt>
                <c:pt idx="34">
                  <c:v>13.51</c:v>
                </c:pt>
                <c:pt idx="35">
                  <c:v>13.8</c:v>
                </c:pt>
                <c:pt idx="36">
                  <c:v>12.87</c:v>
                </c:pt>
                <c:pt idx="37">
                  <c:v>13.2</c:v>
                </c:pt>
                <c:pt idx="38">
                  <c:v>13.71</c:v>
                </c:pt>
                <c:pt idx="39">
                  <c:v>14.43</c:v>
                </c:pt>
                <c:pt idx="40">
                  <c:v>15.06</c:v>
                </c:pt>
                <c:pt idx="41">
                  <c:v>14.56</c:v>
                </c:pt>
                <c:pt idx="42">
                  <c:v>14</c:v>
                </c:pt>
                <c:pt idx="43">
                  <c:v>14.6</c:v>
                </c:pt>
                <c:pt idx="44">
                  <c:v>15.33</c:v>
                </c:pt>
                <c:pt idx="45">
                  <c:v>17.329999999999998</c:v>
                </c:pt>
                <c:pt idx="46">
                  <c:v>16.7</c:v>
                </c:pt>
                <c:pt idx="47">
                  <c:v>17.329999999999998</c:v>
                </c:pt>
                <c:pt idx="48">
                  <c:v>17.7</c:v>
                </c:pt>
                <c:pt idx="49">
                  <c:v>19.66</c:v>
                </c:pt>
                <c:pt idx="50">
                  <c:v>17.329999999999998</c:v>
                </c:pt>
                <c:pt idx="51">
                  <c:v>17.809999999999999</c:v>
                </c:pt>
                <c:pt idx="52">
                  <c:v>18.8</c:v>
                </c:pt>
                <c:pt idx="53">
                  <c:v>20.66</c:v>
                </c:pt>
                <c:pt idx="54">
                  <c:v>20</c:v>
                </c:pt>
                <c:pt idx="55">
                  <c:v>20.329999999999998</c:v>
                </c:pt>
                <c:pt idx="56">
                  <c:v>20.7</c:v>
                </c:pt>
                <c:pt idx="57">
                  <c:v>20.329999999999998</c:v>
                </c:pt>
                <c:pt idx="58">
                  <c:v>20.58</c:v>
                </c:pt>
                <c:pt idx="59">
                  <c:v>20.7</c:v>
                </c:pt>
                <c:pt idx="60">
                  <c:v>18</c:v>
                </c:pt>
                <c:pt idx="61">
                  <c:v>19.7</c:v>
                </c:pt>
                <c:pt idx="62">
                  <c:v>19.329999999999998</c:v>
                </c:pt>
                <c:pt idx="63">
                  <c:v>17.7</c:v>
                </c:pt>
                <c:pt idx="64">
                  <c:v>16.5</c:v>
                </c:pt>
                <c:pt idx="65">
                  <c:v>16.329999999999998</c:v>
                </c:pt>
                <c:pt idx="66">
                  <c:v>16.2</c:v>
                </c:pt>
                <c:pt idx="67">
                  <c:v>16</c:v>
                </c:pt>
                <c:pt idx="68">
                  <c:v>17.329999999999998</c:v>
                </c:pt>
                <c:pt idx="69">
                  <c:v>17.66</c:v>
                </c:pt>
                <c:pt idx="70">
                  <c:v>15.66</c:v>
                </c:pt>
                <c:pt idx="71">
                  <c:v>14.7</c:v>
                </c:pt>
                <c:pt idx="72">
                  <c:v>16</c:v>
                </c:pt>
                <c:pt idx="73">
                  <c:v>17.329999999999998</c:v>
                </c:pt>
                <c:pt idx="74">
                  <c:v>18.7</c:v>
                </c:pt>
                <c:pt idx="75">
                  <c:v>16</c:v>
                </c:pt>
                <c:pt idx="76">
                  <c:v>16.7</c:v>
                </c:pt>
                <c:pt idx="77">
                  <c:v>17.329999999999998</c:v>
                </c:pt>
                <c:pt idx="78">
                  <c:v>17.66</c:v>
                </c:pt>
                <c:pt idx="79">
                  <c:v>18.329999999999998</c:v>
                </c:pt>
                <c:pt idx="80">
                  <c:v>17.2</c:v>
                </c:pt>
                <c:pt idx="81">
                  <c:v>16.8</c:v>
                </c:pt>
                <c:pt idx="82">
                  <c:v>16.600000000000001</c:v>
                </c:pt>
                <c:pt idx="83">
                  <c:v>16.329999999999998</c:v>
                </c:pt>
                <c:pt idx="84">
                  <c:v>17.329999999999998</c:v>
                </c:pt>
                <c:pt idx="85">
                  <c:v>17.7</c:v>
                </c:pt>
                <c:pt idx="86">
                  <c:v>17.7</c:v>
                </c:pt>
                <c:pt idx="87">
                  <c:v>17.329999999999998</c:v>
                </c:pt>
                <c:pt idx="88">
                  <c:v>17.13</c:v>
                </c:pt>
                <c:pt idx="89">
                  <c:v>16.8</c:v>
                </c:pt>
                <c:pt idx="90">
                  <c:v>17.66</c:v>
                </c:pt>
                <c:pt idx="91">
                  <c:v>18.3</c:v>
                </c:pt>
                <c:pt idx="92">
                  <c:v>18.8</c:v>
                </c:pt>
                <c:pt idx="93">
                  <c:v>19</c:v>
                </c:pt>
                <c:pt idx="94">
                  <c:v>18</c:v>
                </c:pt>
                <c:pt idx="95">
                  <c:v>18.8</c:v>
                </c:pt>
                <c:pt idx="96">
                  <c:v>19</c:v>
                </c:pt>
                <c:pt idx="97">
                  <c:v>20</c:v>
                </c:pt>
                <c:pt idx="98">
                  <c:v>21</c:v>
                </c:pt>
                <c:pt idx="99">
                  <c:v>18.329999999999998</c:v>
                </c:pt>
                <c:pt idx="100">
                  <c:v>18.8</c:v>
                </c:pt>
                <c:pt idx="101">
                  <c:v>18.3</c:v>
                </c:pt>
                <c:pt idx="102">
                  <c:v>19.7</c:v>
                </c:pt>
                <c:pt idx="103">
                  <c:v>19.66</c:v>
                </c:pt>
                <c:pt idx="104">
                  <c:v>18.66</c:v>
                </c:pt>
                <c:pt idx="105">
                  <c:v>19.329999999999998</c:v>
                </c:pt>
                <c:pt idx="106">
                  <c:v>19.11</c:v>
                </c:pt>
                <c:pt idx="107">
                  <c:v>19</c:v>
                </c:pt>
                <c:pt idx="108">
                  <c:v>19.329999999999998</c:v>
                </c:pt>
                <c:pt idx="109">
                  <c:v>20</c:v>
                </c:pt>
                <c:pt idx="110">
                  <c:v>19.329999999999998</c:v>
                </c:pt>
                <c:pt idx="111">
                  <c:v>20.329999999999998</c:v>
                </c:pt>
                <c:pt idx="112">
                  <c:v>20.66</c:v>
                </c:pt>
                <c:pt idx="113">
                  <c:v>19.66</c:v>
                </c:pt>
                <c:pt idx="114">
                  <c:v>20.11</c:v>
                </c:pt>
                <c:pt idx="115">
                  <c:v>20.329999999999998</c:v>
                </c:pt>
                <c:pt idx="116">
                  <c:v>19.66</c:v>
                </c:pt>
                <c:pt idx="117">
                  <c:v>20.329999999999998</c:v>
                </c:pt>
                <c:pt idx="118">
                  <c:v>20.329999999999998</c:v>
                </c:pt>
                <c:pt idx="119">
                  <c:v>20.399999999999999</c:v>
                </c:pt>
                <c:pt idx="120">
                  <c:v>20.66</c:v>
                </c:pt>
                <c:pt idx="121">
                  <c:v>23</c:v>
                </c:pt>
                <c:pt idx="122">
                  <c:v>23.3</c:v>
                </c:pt>
                <c:pt idx="123">
                  <c:v>22.5</c:v>
                </c:pt>
                <c:pt idx="124">
                  <c:v>24.5</c:v>
                </c:pt>
                <c:pt idx="125">
                  <c:v>22.5</c:v>
                </c:pt>
                <c:pt idx="126">
                  <c:v>25</c:v>
                </c:pt>
                <c:pt idx="127">
                  <c:v>26.5</c:v>
                </c:pt>
                <c:pt idx="128">
                  <c:v>27.5</c:v>
                </c:pt>
                <c:pt idx="129">
                  <c:v>25</c:v>
                </c:pt>
                <c:pt idx="130">
                  <c:v>27.5</c:v>
                </c:pt>
                <c:pt idx="131">
                  <c:v>22.33</c:v>
                </c:pt>
                <c:pt idx="132">
                  <c:v>23</c:v>
                </c:pt>
                <c:pt idx="133">
                  <c:v>28.5</c:v>
                </c:pt>
                <c:pt idx="134">
                  <c:v>22.5</c:v>
                </c:pt>
                <c:pt idx="135">
                  <c:v>23</c:v>
                </c:pt>
                <c:pt idx="136">
                  <c:v>28</c:v>
                </c:pt>
                <c:pt idx="137">
                  <c:v>22.5</c:v>
                </c:pt>
                <c:pt idx="138">
                  <c:v>26.3</c:v>
                </c:pt>
                <c:pt idx="139">
                  <c:v>24.33</c:v>
                </c:pt>
                <c:pt idx="140">
                  <c:v>26.5</c:v>
                </c:pt>
                <c:pt idx="141">
                  <c:v>28.5</c:v>
                </c:pt>
                <c:pt idx="142">
                  <c:v>30.5</c:v>
                </c:pt>
                <c:pt idx="143">
                  <c:v>29.5</c:v>
                </c:pt>
                <c:pt idx="144">
                  <c:v>29</c:v>
                </c:pt>
                <c:pt idx="145">
                  <c:v>31.5</c:v>
                </c:pt>
                <c:pt idx="146">
                  <c:v>32.1</c:v>
                </c:pt>
                <c:pt idx="147">
                  <c:v>32</c:v>
                </c:pt>
                <c:pt idx="148">
                  <c:v>31.5</c:v>
                </c:pt>
                <c:pt idx="149">
                  <c:v>29.5</c:v>
                </c:pt>
                <c:pt idx="150">
                  <c:v>28.6</c:v>
                </c:pt>
                <c:pt idx="151">
                  <c:v>29.5</c:v>
                </c:pt>
                <c:pt idx="152">
                  <c:v>29</c:v>
                </c:pt>
                <c:pt idx="153">
                  <c:v>31.3</c:v>
                </c:pt>
                <c:pt idx="154">
                  <c:v>29.5</c:v>
                </c:pt>
                <c:pt idx="155">
                  <c:v>30.33</c:v>
                </c:pt>
                <c:pt idx="156">
                  <c:v>33.299999999999997</c:v>
                </c:pt>
                <c:pt idx="157">
                  <c:v>31.5</c:v>
                </c:pt>
                <c:pt idx="158">
                  <c:v>33.4</c:v>
                </c:pt>
                <c:pt idx="159">
                  <c:v>31.5</c:v>
                </c:pt>
                <c:pt idx="160">
                  <c:v>25</c:v>
                </c:pt>
                <c:pt idx="161">
                  <c:v>27.5</c:v>
                </c:pt>
                <c:pt idx="162">
                  <c:v>31</c:v>
                </c:pt>
                <c:pt idx="163">
                  <c:v>30.6</c:v>
                </c:pt>
                <c:pt idx="164">
                  <c:v>32.5</c:v>
                </c:pt>
                <c:pt idx="165">
                  <c:v>31.8</c:v>
                </c:pt>
                <c:pt idx="166">
                  <c:v>31.33</c:v>
                </c:pt>
                <c:pt idx="167">
                  <c:v>30</c:v>
                </c:pt>
                <c:pt idx="168">
                  <c:v>30.33</c:v>
                </c:pt>
                <c:pt idx="169">
                  <c:v>30.66</c:v>
                </c:pt>
                <c:pt idx="170">
                  <c:v>32.4</c:v>
                </c:pt>
                <c:pt idx="171">
                  <c:v>34</c:v>
                </c:pt>
                <c:pt idx="172">
                  <c:v>31.33</c:v>
                </c:pt>
                <c:pt idx="173">
                  <c:v>32.5</c:v>
                </c:pt>
                <c:pt idx="174">
                  <c:v>32</c:v>
                </c:pt>
                <c:pt idx="175">
                  <c:v>33.5</c:v>
                </c:pt>
                <c:pt idx="176">
                  <c:v>32.799999999999997</c:v>
                </c:pt>
                <c:pt idx="177">
                  <c:v>33</c:v>
                </c:pt>
                <c:pt idx="178">
                  <c:v>32</c:v>
                </c:pt>
                <c:pt idx="179">
                  <c:v>31</c:v>
                </c:pt>
                <c:pt idx="180">
                  <c:v>33.299999999999997</c:v>
                </c:pt>
                <c:pt idx="181">
                  <c:v>32.700000000000003</c:v>
                </c:pt>
                <c:pt idx="182">
                  <c:v>30.3</c:v>
                </c:pt>
                <c:pt idx="183">
                  <c:v>32.700000000000003</c:v>
                </c:pt>
                <c:pt idx="184">
                  <c:v>33</c:v>
                </c:pt>
                <c:pt idx="185">
                  <c:v>31.33</c:v>
                </c:pt>
                <c:pt idx="186">
                  <c:v>33.299999999999997</c:v>
                </c:pt>
                <c:pt idx="187">
                  <c:v>33.5</c:v>
                </c:pt>
                <c:pt idx="188">
                  <c:v>34.5</c:v>
                </c:pt>
                <c:pt idx="189">
                  <c:v>34</c:v>
                </c:pt>
                <c:pt idx="190">
                  <c:v>34.33</c:v>
                </c:pt>
                <c:pt idx="191">
                  <c:v>32.33</c:v>
                </c:pt>
                <c:pt idx="192">
                  <c:v>31</c:v>
                </c:pt>
                <c:pt idx="193">
                  <c:v>31.33</c:v>
                </c:pt>
                <c:pt idx="194">
                  <c:v>33.700000000000003</c:v>
                </c:pt>
                <c:pt idx="195">
                  <c:v>33</c:v>
                </c:pt>
                <c:pt idx="196">
                  <c:v>31.27</c:v>
                </c:pt>
                <c:pt idx="197">
                  <c:v>33.659999999999997</c:v>
                </c:pt>
                <c:pt idx="198">
                  <c:v>30</c:v>
                </c:pt>
                <c:pt idx="199">
                  <c:v>31</c:v>
                </c:pt>
                <c:pt idx="200">
                  <c:v>32</c:v>
                </c:pt>
                <c:pt idx="201">
                  <c:v>33.299999999999997</c:v>
                </c:pt>
                <c:pt idx="202">
                  <c:v>34</c:v>
                </c:pt>
                <c:pt idx="203">
                  <c:v>33.6</c:v>
                </c:pt>
                <c:pt idx="204">
                  <c:v>31.3</c:v>
                </c:pt>
                <c:pt idx="205">
                  <c:v>32.200000000000003</c:v>
                </c:pt>
                <c:pt idx="206">
                  <c:v>30.3</c:v>
                </c:pt>
                <c:pt idx="207">
                  <c:v>32.700000000000003</c:v>
                </c:pt>
                <c:pt idx="208">
                  <c:v>33.299999999999997</c:v>
                </c:pt>
                <c:pt idx="209">
                  <c:v>33.299999999999997</c:v>
                </c:pt>
                <c:pt idx="210">
                  <c:v>32</c:v>
                </c:pt>
                <c:pt idx="211">
                  <c:v>32.700000000000003</c:v>
                </c:pt>
                <c:pt idx="212">
                  <c:v>34</c:v>
                </c:pt>
                <c:pt idx="213">
                  <c:v>33</c:v>
                </c:pt>
                <c:pt idx="214">
                  <c:v>33.700000000000003</c:v>
                </c:pt>
                <c:pt idx="215">
                  <c:v>34</c:v>
                </c:pt>
                <c:pt idx="216">
                  <c:v>33</c:v>
                </c:pt>
                <c:pt idx="217">
                  <c:v>34</c:v>
                </c:pt>
                <c:pt idx="218">
                  <c:v>35</c:v>
                </c:pt>
                <c:pt idx="219">
                  <c:v>29</c:v>
                </c:pt>
                <c:pt idx="220">
                  <c:v>32</c:v>
                </c:pt>
                <c:pt idx="221">
                  <c:v>31</c:v>
                </c:pt>
                <c:pt idx="222">
                  <c:v>32</c:v>
                </c:pt>
                <c:pt idx="223">
                  <c:v>31</c:v>
                </c:pt>
                <c:pt idx="224">
                  <c:v>31</c:v>
                </c:pt>
                <c:pt idx="225">
                  <c:v>33</c:v>
                </c:pt>
                <c:pt idx="226">
                  <c:v>35</c:v>
                </c:pt>
                <c:pt idx="227">
                  <c:v>34</c:v>
                </c:pt>
                <c:pt idx="228">
                  <c:v>33.700000000000003</c:v>
                </c:pt>
                <c:pt idx="229">
                  <c:v>35</c:v>
                </c:pt>
                <c:pt idx="230">
                  <c:v>34</c:v>
                </c:pt>
                <c:pt idx="231">
                  <c:v>35</c:v>
                </c:pt>
                <c:pt idx="232">
                  <c:v>34</c:v>
                </c:pt>
                <c:pt idx="233">
                  <c:v>33.700000000000003</c:v>
                </c:pt>
                <c:pt idx="234">
                  <c:v>33.299999999999997</c:v>
                </c:pt>
                <c:pt idx="235">
                  <c:v>34</c:v>
                </c:pt>
                <c:pt idx="236">
                  <c:v>33.700000000000003</c:v>
                </c:pt>
                <c:pt idx="237">
                  <c:v>32.700000000000003</c:v>
                </c:pt>
                <c:pt idx="238">
                  <c:v>30.66</c:v>
                </c:pt>
                <c:pt idx="239">
                  <c:v>29</c:v>
                </c:pt>
                <c:pt idx="240">
                  <c:v>33</c:v>
                </c:pt>
                <c:pt idx="241">
                  <c:v>31</c:v>
                </c:pt>
                <c:pt idx="242">
                  <c:v>32</c:v>
                </c:pt>
                <c:pt idx="243">
                  <c:v>33</c:v>
                </c:pt>
                <c:pt idx="244">
                  <c:v>30</c:v>
                </c:pt>
                <c:pt idx="245">
                  <c:v>32</c:v>
                </c:pt>
                <c:pt idx="246">
                  <c:v>31</c:v>
                </c:pt>
                <c:pt idx="247">
                  <c:v>32</c:v>
                </c:pt>
                <c:pt idx="248">
                  <c:v>31</c:v>
                </c:pt>
                <c:pt idx="249">
                  <c:v>30</c:v>
                </c:pt>
                <c:pt idx="250">
                  <c:v>29</c:v>
                </c:pt>
                <c:pt idx="251">
                  <c:v>32</c:v>
                </c:pt>
                <c:pt idx="252">
                  <c:v>32</c:v>
                </c:pt>
                <c:pt idx="253">
                  <c:v>31</c:v>
                </c:pt>
                <c:pt idx="254">
                  <c:v>31</c:v>
                </c:pt>
                <c:pt idx="255">
                  <c:v>33</c:v>
                </c:pt>
                <c:pt idx="256">
                  <c:v>32.299999999999997</c:v>
                </c:pt>
                <c:pt idx="257">
                  <c:v>33</c:v>
                </c:pt>
                <c:pt idx="258">
                  <c:v>34</c:v>
                </c:pt>
                <c:pt idx="259">
                  <c:v>34</c:v>
                </c:pt>
                <c:pt idx="260">
                  <c:v>34.5</c:v>
                </c:pt>
                <c:pt idx="261">
                  <c:v>34.700000000000003</c:v>
                </c:pt>
                <c:pt idx="262">
                  <c:v>34.5</c:v>
                </c:pt>
                <c:pt idx="263">
                  <c:v>34</c:v>
                </c:pt>
                <c:pt idx="264">
                  <c:v>34.299999999999997</c:v>
                </c:pt>
                <c:pt idx="265">
                  <c:v>34</c:v>
                </c:pt>
                <c:pt idx="266">
                  <c:v>33</c:v>
                </c:pt>
                <c:pt idx="267">
                  <c:v>30</c:v>
                </c:pt>
                <c:pt idx="268">
                  <c:v>30</c:v>
                </c:pt>
                <c:pt idx="269">
                  <c:v>31.3</c:v>
                </c:pt>
                <c:pt idx="270">
                  <c:v>29.33</c:v>
                </c:pt>
                <c:pt idx="271">
                  <c:v>30.3</c:v>
                </c:pt>
                <c:pt idx="272">
                  <c:v>30</c:v>
                </c:pt>
                <c:pt idx="273">
                  <c:v>29</c:v>
                </c:pt>
                <c:pt idx="274">
                  <c:v>29</c:v>
                </c:pt>
                <c:pt idx="275">
                  <c:v>29.3</c:v>
                </c:pt>
                <c:pt idx="276">
                  <c:v>29</c:v>
                </c:pt>
                <c:pt idx="277">
                  <c:v>28.5</c:v>
                </c:pt>
                <c:pt idx="278">
                  <c:v>28</c:v>
                </c:pt>
                <c:pt idx="279">
                  <c:v>28.5</c:v>
                </c:pt>
                <c:pt idx="280">
                  <c:v>29</c:v>
                </c:pt>
                <c:pt idx="281">
                  <c:v>28</c:v>
                </c:pt>
                <c:pt idx="282">
                  <c:v>28.5</c:v>
                </c:pt>
                <c:pt idx="283">
                  <c:v>28.3</c:v>
                </c:pt>
                <c:pt idx="284">
                  <c:v>28.1</c:v>
                </c:pt>
                <c:pt idx="285">
                  <c:v>28</c:v>
                </c:pt>
                <c:pt idx="286">
                  <c:v>28</c:v>
                </c:pt>
                <c:pt idx="287">
                  <c:v>27.5</c:v>
                </c:pt>
                <c:pt idx="288">
                  <c:v>27</c:v>
                </c:pt>
                <c:pt idx="289">
                  <c:v>27</c:v>
                </c:pt>
                <c:pt idx="290">
                  <c:v>27</c:v>
                </c:pt>
                <c:pt idx="291">
                  <c:v>26.5</c:v>
                </c:pt>
                <c:pt idx="292">
                  <c:v>26</c:v>
                </c:pt>
                <c:pt idx="293">
                  <c:v>26</c:v>
                </c:pt>
                <c:pt idx="294">
                  <c:v>25</c:v>
                </c:pt>
                <c:pt idx="295">
                  <c:v>24</c:v>
                </c:pt>
                <c:pt idx="296">
                  <c:v>23</c:v>
                </c:pt>
                <c:pt idx="297">
                  <c:v>23</c:v>
                </c:pt>
                <c:pt idx="298">
                  <c:v>22.5</c:v>
                </c:pt>
                <c:pt idx="299">
                  <c:v>22</c:v>
                </c:pt>
                <c:pt idx="300">
                  <c:v>22</c:v>
                </c:pt>
                <c:pt idx="301">
                  <c:v>21</c:v>
                </c:pt>
                <c:pt idx="302">
                  <c:v>20</c:v>
                </c:pt>
                <c:pt idx="303">
                  <c:v>21</c:v>
                </c:pt>
                <c:pt idx="304">
                  <c:v>20.5</c:v>
                </c:pt>
                <c:pt idx="305">
                  <c:v>21</c:v>
                </c:pt>
                <c:pt idx="306">
                  <c:v>20.3</c:v>
                </c:pt>
                <c:pt idx="307">
                  <c:v>19.5</c:v>
                </c:pt>
                <c:pt idx="308">
                  <c:v>19</c:v>
                </c:pt>
                <c:pt idx="309">
                  <c:v>18.3</c:v>
                </c:pt>
                <c:pt idx="310">
                  <c:v>18.5</c:v>
                </c:pt>
                <c:pt idx="311">
                  <c:v>19.3</c:v>
                </c:pt>
                <c:pt idx="312">
                  <c:v>18.3</c:v>
                </c:pt>
                <c:pt idx="313">
                  <c:v>18</c:v>
                </c:pt>
                <c:pt idx="314">
                  <c:v>18.3</c:v>
                </c:pt>
                <c:pt idx="315">
                  <c:v>17.5</c:v>
                </c:pt>
                <c:pt idx="316">
                  <c:v>17</c:v>
                </c:pt>
                <c:pt idx="317">
                  <c:v>16</c:v>
                </c:pt>
                <c:pt idx="318">
                  <c:v>15</c:v>
                </c:pt>
                <c:pt idx="319">
                  <c:v>16.3</c:v>
                </c:pt>
                <c:pt idx="320">
                  <c:v>16.5</c:v>
                </c:pt>
                <c:pt idx="321">
                  <c:v>17.5</c:v>
                </c:pt>
                <c:pt idx="322">
                  <c:v>18.3</c:v>
                </c:pt>
                <c:pt idx="323">
                  <c:v>18.5</c:v>
                </c:pt>
                <c:pt idx="324">
                  <c:v>18.329999999999998</c:v>
                </c:pt>
                <c:pt idx="325">
                  <c:v>17.8</c:v>
                </c:pt>
                <c:pt idx="326">
                  <c:v>17</c:v>
                </c:pt>
                <c:pt idx="327">
                  <c:v>16.5</c:v>
                </c:pt>
                <c:pt idx="328">
                  <c:v>16.8</c:v>
                </c:pt>
                <c:pt idx="329">
                  <c:v>15.5</c:v>
                </c:pt>
                <c:pt idx="330">
                  <c:v>15.8</c:v>
                </c:pt>
                <c:pt idx="331">
                  <c:v>14.5</c:v>
                </c:pt>
                <c:pt idx="332">
                  <c:v>14.8</c:v>
                </c:pt>
                <c:pt idx="333">
                  <c:v>16</c:v>
                </c:pt>
                <c:pt idx="334">
                  <c:v>17.3</c:v>
                </c:pt>
                <c:pt idx="335">
                  <c:v>16.5</c:v>
                </c:pt>
                <c:pt idx="336">
                  <c:v>16</c:v>
                </c:pt>
                <c:pt idx="337">
                  <c:v>15</c:v>
                </c:pt>
                <c:pt idx="338">
                  <c:v>15.5</c:v>
                </c:pt>
                <c:pt idx="339">
                  <c:v>15.3</c:v>
                </c:pt>
                <c:pt idx="340">
                  <c:v>14.5</c:v>
                </c:pt>
                <c:pt idx="341">
                  <c:v>13</c:v>
                </c:pt>
                <c:pt idx="342">
                  <c:v>13.66</c:v>
                </c:pt>
                <c:pt idx="343">
                  <c:v>14</c:v>
                </c:pt>
                <c:pt idx="344">
                  <c:v>13</c:v>
                </c:pt>
                <c:pt idx="345">
                  <c:v>11</c:v>
                </c:pt>
                <c:pt idx="346">
                  <c:v>10</c:v>
                </c:pt>
                <c:pt idx="347">
                  <c:v>9.3000000000000007</c:v>
                </c:pt>
                <c:pt idx="348">
                  <c:v>9</c:v>
                </c:pt>
                <c:pt idx="349">
                  <c:v>9</c:v>
                </c:pt>
                <c:pt idx="350">
                  <c:v>8</c:v>
                </c:pt>
                <c:pt idx="351">
                  <c:v>9.6999999999999993</c:v>
                </c:pt>
                <c:pt idx="352">
                  <c:v>9.6</c:v>
                </c:pt>
                <c:pt idx="353">
                  <c:v>9.3000000000000007</c:v>
                </c:pt>
                <c:pt idx="354">
                  <c:v>9.1999999999999993</c:v>
                </c:pt>
                <c:pt idx="355">
                  <c:v>9.3000000000000007</c:v>
                </c:pt>
                <c:pt idx="356">
                  <c:v>9.3000000000000007</c:v>
                </c:pt>
                <c:pt idx="357">
                  <c:v>8.3000000000000007</c:v>
                </c:pt>
                <c:pt idx="358">
                  <c:v>8</c:v>
                </c:pt>
                <c:pt idx="359">
                  <c:v>7</c:v>
                </c:pt>
                <c:pt idx="360">
                  <c:v>7</c:v>
                </c:pt>
                <c:pt idx="361">
                  <c:v>7.6</c:v>
                </c:pt>
                <c:pt idx="362">
                  <c:v>7.66</c:v>
                </c:pt>
                <c:pt idx="363">
                  <c:v>6</c:v>
                </c:pt>
                <c:pt idx="364">
                  <c:v>6</c:v>
                </c:pt>
                <c:pt idx="365">
                  <c:v>6</c:v>
                </c:pt>
                <c:pt idx="366">
                  <c:v>6</c:v>
                </c:pt>
                <c:pt idx="367">
                  <c:v>6</c:v>
                </c:pt>
                <c:pt idx="368">
                  <c:v>6</c:v>
                </c:pt>
                <c:pt idx="369">
                  <c:v>11</c:v>
                </c:pt>
                <c:pt idx="370">
                  <c:v>8.6</c:v>
                </c:pt>
                <c:pt idx="371">
                  <c:v>9</c:v>
                </c:pt>
                <c:pt idx="372">
                  <c:v>8</c:v>
                </c:pt>
                <c:pt idx="373">
                  <c:v>7</c:v>
                </c:pt>
                <c:pt idx="374">
                  <c:v>8</c:v>
                </c:pt>
                <c:pt idx="375">
                  <c:v>8.5</c:v>
                </c:pt>
                <c:pt idx="376">
                  <c:v>8.3000000000000007</c:v>
                </c:pt>
                <c:pt idx="377">
                  <c:v>8</c:v>
                </c:pt>
                <c:pt idx="378">
                  <c:v>8.5</c:v>
                </c:pt>
                <c:pt idx="379">
                  <c:v>8</c:v>
                </c:pt>
                <c:pt idx="380">
                  <c:v>8.3000000000000007</c:v>
                </c:pt>
                <c:pt idx="381">
                  <c:v>9</c:v>
                </c:pt>
                <c:pt idx="382">
                  <c:v>8</c:v>
                </c:pt>
                <c:pt idx="383">
                  <c:v>9</c:v>
                </c:pt>
                <c:pt idx="384">
                  <c:v>9.6</c:v>
                </c:pt>
                <c:pt idx="385">
                  <c:v>9</c:v>
                </c:pt>
                <c:pt idx="386">
                  <c:v>8</c:v>
                </c:pt>
                <c:pt idx="387">
                  <c:v>8</c:v>
                </c:pt>
                <c:pt idx="388">
                  <c:v>8.5</c:v>
                </c:pt>
                <c:pt idx="389">
                  <c:v>8</c:v>
                </c:pt>
                <c:pt idx="390">
                  <c:v>9.33</c:v>
                </c:pt>
                <c:pt idx="391">
                  <c:v>8.3000000000000007</c:v>
                </c:pt>
                <c:pt idx="392">
                  <c:v>9</c:v>
                </c:pt>
                <c:pt idx="393">
                  <c:v>8</c:v>
                </c:pt>
                <c:pt idx="394">
                  <c:v>9</c:v>
                </c:pt>
                <c:pt idx="395">
                  <c:v>8.3000000000000007</c:v>
                </c:pt>
                <c:pt idx="396">
                  <c:v>8</c:v>
                </c:pt>
                <c:pt idx="397">
                  <c:v>9.66</c:v>
                </c:pt>
                <c:pt idx="398">
                  <c:v>9.5</c:v>
                </c:pt>
                <c:pt idx="399">
                  <c:v>9</c:v>
                </c:pt>
                <c:pt idx="400">
                  <c:v>10</c:v>
                </c:pt>
                <c:pt idx="401">
                  <c:v>11</c:v>
                </c:pt>
                <c:pt idx="402">
                  <c:v>11.5</c:v>
                </c:pt>
                <c:pt idx="403">
                  <c:v>12</c:v>
                </c:pt>
                <c:pt idx="404">
                  <c:v>11.8</c:v>
                </c:pt>
                <c:pt idx="405">
                  <c:v>12.5</c:v>
                </c:pt>
                <c:pt idx="406">
                  <c:v>13</c:v>
                </c:pt>
                <c:pt idx="407">
                  <c:v>12</c:v>
                </c:pt>
                <c:pt idx="408">
                  <c:v>13</c:v>
                </c:pt>
                <c:pt idx="409">
                  <c:v>14</c:v>
                </c:pt>
                <c:pt idx="410">
                  <c:v>15</c:v>
                </c:pt>
                <c:pt idx="411">
                  <c:v>15</c:v>
                </c:pt>
                <c:pt idx="412">
                  <c:v>16</c:v>
                </c:pt>
                <c:pt idx="413">
                  <c:v>16.3</c:v>
                </c:pt>
                <c:pt idx="414">
                  <c:v>16</c:v>
                </c:pt>
                <c:pt idx="415">
                  <c:v>17</c:v>
                </c:pt>
                <c:pt idx="416">
                  <c:v>16</c:v>
                </c:pt>
                <c:pt idx="417">
                  <c:v>16</c:v>
                </c:pt>
                <c:pt idx="418">
                  <c:v>17.5</c:v>
                </c:pt>
                <c:pt idx="419">
                  <c:v>18</c:v>
                </c:pt>
                <c:pt idx="420">
                  <c:v>18</c:v>
                </c:pt>
                <c:pt idx="421">
                  <c:v>19</c:v>
                </c:pt>
                <c:pt idx="422">
                  <c:v>19</c:v>
                </c:pt>
                <c:pt idx="423">
                  <c:v>20</c:v>
                </c:pt>
                <c:pt idx="424">
                  <c:v>20</c:v>
                </c:pt>
                <c:pt idx="425">
                  <c:v>19.66</c:v>
                </c:pt>
                <c:pt idx="426">
                  <c:v>19.7</c:v>
                </c:pt>
                <c:pt idx="427">
                  <c:v>20</c:v>
                </c:pt>
                <c:pt idx="428">
                  <c:v>21</c:v>
                </c:pt>
                <c:pt idx="429">
                  <c:v>22</c:v>
                </c:pt>
                <c:pt idx="430">
                  <c:v>21</c:v>
                </c:pt>
                <c:pt idx="431">
                  <c:v>20</c:v>
                </c:pt>
                <c:pt idx="432">
                  <c:v>22</c:v>
                </c:pt>
                <c:pt idx="433">
                  <c:v>21</c:v>
                </c:pt>
                <c:pt idx="434">
                  <c:v>21</c:v>
                </c:pt>
                <c:pt idx="435">
                  <c:v>20</c:v>
                </c:pt>
                <c:pt idx="436">
                  <c:v>21</c:v>
                </c:pt>
                <c:pt idx="437">
                  <c:v>21</c:v>
                </c:pt>
                <c:pt idx="438">
                  <c:v>22</c:v>
                </c:pt>
                <c:pt idx="439">
                  <c:v>22</c:v>
                </c:pt>
                <c:pt idx="440">
                  <c:v>21</c:v>
                </c:pt>
                <c:pt idx="441">
                  <c:v>21</c:v>
                </c:pt>
                <c:pt idx="442">
                  <c:v>23</c:v>
                </c:pt>
                <c:pt idx="443">
                  <c:v>22</c:v>
                </c:pt>
                <c:pt idx="444">
                  <c:v>21</c:v>
                </c:pt>
                <c:pt idx="445">
                  <c:v>20</c:v>
                </c:pt>
                <c:pt idx="446">
                  <c:v>20</c:v>
                </c:pt>
                <c:pt idx="447">
                  <c:v>19</c:v>
                </c:pt>
                <c:pt idx="448">
                  <c:v>20</c:v>
                </c:pt>
                <c:pt idx="449">
                  <c:v>21</c:v>
                </c:pt>
                <c:pt idx="450">
                  <c:v>22</c:v>
                </c:pt>
                <c:pt idx="451">
                  <c:v>22</c:v>
                </c:pt>
                <c:pt idx="452">
                  <c:v>23</c:v>
                </c:pt>
                <c:pt idx="453">
                  <c:v>23</c:v>
                </c:pt>
                <c:pt idx="454">
                  <c:v>22</c:v>
                </c:pt>
                <c:pt idx="455">
                  <c:v>20</c:v>
                </c:pt>
                <c:pt idx="456">
                  <c:v>19.66</c:v>
                </c:pt>
                <c:pt idx="457">
                  <c:v>19.7</c:v>
                </c:pt>
                <c:pt idx="458">
                  <c:v>20</c:v>
                </c:pt>
                <c:pt idx="459">
                  <c:v>21</c:v>
                </c:pt>
                <c:pt idx="460">
                  <c:v>22</c:v>
                </c:pt>
                <c:pt idx="461">
                  <c:v>21</c:v>
                </c:pt>
                <c:pt idx="462">
                  <c:v>24</c:v>
                </c:pt>
                <c:pt idx="463">
                  <c:v>22</c:v>
                </c:pt>
                <c:pt idx="464">
                  <c:v>23</c:v>
                </c:pt>
                <c:pt idx="465">
                  <c:v>22</c:v>
                </c:pt>
                <c:pt idx="466">
                  <c:v>24</c:v>
                </c:pt>
                <c:pt idx="467">
                  <c:v>24</c:v>
                </c:pt>
                <c:pt idx="468">
                  <c:v>25</c:v>
                </c:pt>
                <c:pt idx="469">
                  <c:v>24</c:v>
                </c:pt>
                <c:pt idx="470">
                  <c:v>23</c:v>
                </c:pt>
                <c:pt idx="471">
                  <c:v>23</c:v>
                </c:pt>
                <c:pt idx="472">
                  <c:v>24</c:v>
                </c:pt>
                <c:pt idx="473">
                  <c:v>24</c:v>
                </c:pt>
                <c:pt idx="474">
                  <c:v>23</c:v>
                </c:pt>
                <c:pt idx="475">
                  <c:v>22.5</c:v>
                </c:pt>
                <c:pt idx="476">
                  <c:v>22</c:v>
                </c:pt>
                <c:pt idx="477">
                  <c:v>23</c:v>
                </c:pt>
                <c:pt idx="478">
                  <c:v>24</c:v>
                </c:pt>
                <c:pt idx="479">
                  <c:v>24</c:v>
                </c:pt>
                <c:pt idx="480">
                  <c:v>25</c:v>
                </c:pt>
                <c:pt idx="481">
                  <c:v>27</c:v>
                </c:pt>
                <c:pt idx="482">
                  <c:v>27</c:v>
                </c:pt>
                <c:pt idx="483">
                  <c:v>27.5</c:v>
                </c:pt>
                <c:pt idx="484">
                  <c:v>28</c:v>
                </c:pt>
                <c:pt idx="485">
                  <c:v>23</c:v>
                </c:pt>
                <c:pt idx="486">
                  <c:v>23</c:v>
                </c:pt>
                <c:pt idx="487">
                  <c:v>23</c:v>
                </c:pt>
                <c:pt idx="488">
                  <c:v>23.7</c:v>
                </c:pt>
                <c:pt idx="489">
                  <c:v>24</c:v>
                </c:pt>
                <c:pt idx="490">
                  <c:v>24</c:v>
                </c:pt>
                <c:pt idx="491">
                  <c:v>24</c:v>
                </c:pt>
                <c:pt idx="492">
                  <c:v>24</c:v>
                </c:pt>
                <c:pt idx="493">
                  <c:v>24</c:v>
                </c:pt>
                <c:pt idx="494">
                  <c:v>24.5</c:v>
                </c:pt>
                <c:pt idx="495">
                  <c:v>25</c:v>
                </c:pt>
                <c:pt idx="496">
                  <c:v>25</c:v>
                </c:pt>
                <c:pt idx="497">
                  <c:v>25</c:v>
                </c:pt>
                <c:pt idx="498">
                  <c:v>24.5</c:v>
                </c:pt>
                <c:pt idx="499">
                  <c:v>25</c:v>
                </c:pt>
                <c:pt idx="500">
                  <c:v>25.5</c:v>
                </c:pt>
                <c:pt idx="501">
                  <c:v>26</c:v>
                </c:pt>
                <c:pt idx="502">
                  <c:v>26</c:v>
                </c:pt>
                <c:pt idx="503">
                  <c:v>26</c:v>
                </c:pt>
                <c:pt idx="504">
                  <c:v>26</c:v>
                </c:pt>
                <c:pt idx="505">
                  <c:v>26.5</c:v>
                </c:pt>
                <c:pt idx="506">
                  <c:v>27</c:v>
                </c:pt>
                <c:pt idx="507">
                  <c:v>27</c:v>
                </c:pt>
                <c:pt idx="508">
                  <c:v>27</c:v>
                </c:pt>
                <c:pt idx="509">
                  <c:v>27</c:v>
                </c:pt>
                <c:pt idx="510">
                  <c:v>27.33</c:v>
                </c:pt>
                <c:pt idx="511">
                  <c:v>28</c:v>
                </c:pt>
                <c:pt idx="512">
                  <c:v>28</c:v>
                </c:pt>
                <c:pt idx="513">
                  <c:v>28</c:v>
                </c:pt>
                <c:pt idx="514">
                  <c:v>28</c:v>
                </c:pt>
                <c:pt idx="515">
                  <c:v>28</c:v>
                </c:pt>
                <c:pt idx="516">
                  <c:v>28</c:v>
                </c:pt>
                <c:pt idx="517">
                  <c:v>29</c:v>
                </c:pt>
                <c:pt idx="518">
                  <c:v>28</c:v>
                </c:pt>
                <c:pt idx="519">
                  <c:v>29</c:v>
                </c:pt>
                <c:pt idx="520">
                  <c:v>30</c:v>
                </c:pt>
                <c:pt idx="521">
                  <c:v>30</c:v>
                </c:pt>
                <c:pt idx="522">
                  <c:v>31</c:v>
                </c:pt>
                <c:pt idx="523">
                  <c:v>32</c:v>
                </c:pt>
                <c:pt idx="524">
                  <c:v>32</c:v>
                </c:pt>
                <c:pt idx="525">
                  <c:v>34</c:v>
                </c:pt>
                <c:pt idx="526">
                  <c:v>33</c:v>
                </c:pt>
                <c:pt idx="527">
                  <c:v>32</c:v>
                </c:pt>
                <c:pt idx="528">
                  <c:v>32</c:v>
                </c:pt>
                <c:pt idx="529">
                  <c:v>33</c:v>
                </c:pt>
                <c:pt idx="530">
                  <c:v>32</c:v>
                </c:pt>
                <c:pt idx="531">
                  <c:v>31</c:v>
                </c:pt>
                <c:pt idx="532">
                  <c:v>32</c:v>
                </c:pt>
                <c:pt idx="533">
                  <c:v>32</c:v>
                </c:pt>
                <c:pt idx="534">
                  <c:v>32</c:v>
                </c:pt>
                <c:pt idx="535">
                  <c:v>31</c:v>
                </c:pt>
                <c:pt idx="536">
                  <c:v>31</c:v>
                </c:pt>
                <c:pt idx="537">
                  <c:v>32</c:v>
                </c:pt>
                <c:pt idx="538">
                  <c:v>32</c:v>
                </c:pt>
                <c:pt idx="539">
                  <c:v>33</c:v>
                </c:pt>
                <c:pt idx="540">
                  <c:v>34</c:v>
                </c:pt>
                <c:pt idx="541">
                  <c:v>31</c:v>
                </c:pt>
                <c:pt idx="542">
                  <c:v>32</c:v>
                </c:pt>
                <c:pt idx="543">
                  <c:v>34</c:v>
                </c:pt>
                <c:pt idx="544">
                  <c:v>35</c:v>
                </c:pt>
                <c:pt idx="545">
                  <c:v>36</c:v>
                </c:pt>
                <c:pt idx="546">
                  <c:v>41</c:v>
                </c:pt>
                <c:pt idx="547">
                  <c:v>40</c:v>
                </c:pt>
                <c:pt idx="548">
                  <c:v>40</c:v>
                </c:pt>
                <c:pt idx="549">
                  <c:v>38</c:v>
                </c:pt>
                <c:pt idx="550">
                  <c:v>38</c:v>
                </c:pt>
                <c:pt idx="551">
                  <c:v>37</c:v>
                </c:pt>
                <c:pt idx="552">
                  <c:v>38</c:v>
                </c:pt>
                <c:pt idx="553">
                  <c:v>39</c:v>
                </c:pt>
                <c:pt idx="554">
                  <c:v>38</c:v>
                </c:pt>
                <c:pt idx="555">
                  <c:v>37</c:v>
                </c:pt>
                <c:pt idx="556">
                  <c:v>38</c:v>
                </c:pt>
                <c:pt idx="557">
                  <c:v>37</c:v>
                </c:pt>
                <c:pt idx="558">
                  <c:v>35</c:v>
                </c:pt>
                <c:pt idx="559">
                  <c:v>31</c:v>
                </c:pt>
                <c:pt idx="560">
                  <c:v>32</c:v>
                </c:pt>
                <c:pt idx="561">
                  <c:v>32</c:v>
                </c:pt>
                <c:pt idx="562">
                  <c:v>33</c:v>
                </c:pt>
                <c:pt idx="563">
                  <c:v>32</c:v>
                </c:pt>
                <c:pt idx="564">
                  <c:v>30</c:v>
                </c:pt>
                <c:pt idx="565">
                  <c:v>29</c:v>
                </c:pt>
                <c:pt idx="566">
                  <c:v>29</c:v>
                </c:pt>
                <c:pt idx="567">
                  <c:v>29</c:v>
                </c:pt>
                <c:pt idx="568">
                  <c:v>28</c:v>
                </c:pt>
                <c:pt idx="569">
                  <c:v>28</c:v>
                </c:pt>
                <c:pt idx="570">
                  <c:v>27</c:v>
                </c:pt>
                <c:pt idx="571">
                  <c:v>27</c:v>
                </c:pt>
                <c:pt idx="572">
                  <c:v>27</c:v>
                </c:pt>
                <c:pt idx="573">
                  <c:v>26</c:v>
                </c:pt>
                <c:pt idx="574">
                  <c:v>26</c:v>
                </c:pt>
                <c:pt idx="575">
                  <c:v>26</c:v>
                </c:pt>
                <c:pt idx="576">
                  <c:v>26</c:v>
                </c:pt>
                <c:pt idx="577">
                  <c:v>25</c:v>
                </c:pt>
                <c:pt idx="578">
                  <c:v>27</c:v>
                </c:pt>
                <c:pt idx="579">
                  <c:v>27</c:v>
                </c:pt>
                <c:pt idx="580">
                  <c:v>26.7</c:v>
                </c:pt>
                <c:pt idx="581">
                  <c:v>26.5</c:v>
                </c:pt>
                <c:pt idx="582">
                  <c:v>26</c:v>
                </c:pt>
                <c:pt idx="583">
                  <c:v>27</c:v>
                </c:pt>
                <c:pt idx="584">
                  <c:v>26.5</c:v>
                </c:pt>
                <c:pt idx="585">
                  <c:v>27</c:v>
                </c:pt>
                <c:pt idx="586">
                  <c:v>27</c:v>
                </c:pt>
                <c:pt idx="587">
                  <c:v>28</c:v>
                </c:pt>
                <c:pt idx="588">
                  <c:v>28</c:v>
                </c:pt>
                <c:pt idx="589">
                  <c:v>27</c:v>
                </c:pt>
                <c:pt idx="590">
                  <c:v>27</c:v>
                </c:pt>
                <c:pt idx="591">
                  <c:v>25</c:v>
                </c:pt>
                <c:pt idx="592">
                  <c:v>26</c:v>
                </c:pt>
                <c:pt idx="593">
                  <c:v>25</c:v>
                </c:pt>
                <c:pt idx="594">
                  <c:v>25</c:v>
                </c:pt>
                <c:pt idx="595">
                  <c:v>25</c:v>
                </c:pt>
                <c:pt idx="596">
                  <c:v>27</c:v>
                </c:pt>
                <c:pt idx="597">
                  <c:v>28</c:v>
                </c:pt>
                <c:pt idx="598">
                  <c:v>28</c:v>
                </c:pt>
                <c:pt idx="599">
                  <c:v>28.6</c:v>
                </c:pt>
                <c:pt idx="600">
                  <c:v>28</c:v>
                </c:pt>
                <c:pt idx="601">
                  <c:v>29</c:v>
                </c:pt>
                <c:pt idx="602">
                  <c:v>30</c:v>
                </c:pt>
                <c:pt idx="603">
                  <c:v>29</c:v>
                </c:pt>
                <c:pt idx="604">
                  <c:v>28</c:v>
                </c:pt>
                <c:pt idx="605">
                  <c:v>26.7</c:v>
                </c:pt>
                <c:pt idx="606">
                  <c:v>25.7</c:v>
                </c:pt>
                <c:pt idx="607">
                  <c:v>26</c:v>
                </c:pt>
                <c:pt idx="608">
                  <c:v>25</c:v>
                </c:pt>
                <c:pt idx="609">
                  <c:v>26</c:v>
                </c:pt>
                <c:pt idx="610">
                  <c:v>27</c:v>
                </c:pt>
                <c:pt idx="611">
                  <c:v>28</c:v>
                </c:pt>
                <c:pt idx="612">
                  <c:v>28</c:v>
                </c:pt>
                <c:pt idx="613">
                  <c:v>27</c:v>
                </c:pt>
                <c:pt idx="614">
                  <c:v>26.5</c:v>
                </c:pt>
                <c:pt idx="615">
                  <c:v>26</c:v>
                </c:pt>
                <c:pt idx="616">
                  <c:v>27</c:v>
                </c:pt>
                <c:pt idx="617">
                  <c:v>26.5</c:v>
                </c:pt>
                <c:pt idx="618">
                  <c:v>27.3</c:v>
                </c:pt>
                <c:pt idx="619">
                  <c:v>27.8</c:v>
                </c:pt>
                <c:pt idx="620">
                  <c:v>27</c:v>
                </c:pt>
                <c:pt idx="621">
                  <c:v>27.8</c:v>
                </c:pt>
                <c:pt idx="622">
                  <c:v>28</c:v>
                </c:pt>
                <c:pt idx="623">
                  <c:v>28.33</c:v>
                </c:pt>
                <c:pt idx="624">
                  <c:v>28</c:v>
                </c:pt>
                <c:pt idx="625">
                  <c:v>28.3</c:v>
                </c:pt>
                <c:pt idx="626">
                  <c:v>28</c:v>
                </c:pt>
                <c:pt idx="627">
                  <c:v>27</c:v>
                </c:pt>
                <c:pt idx="628">
                  <c:v>27</c:v>
                </c:pt>
                <c:pt idx="629">
                  <c:v>26.8</c:v>
                </c:pt>
                <c:pt idx="630">
                  <c:v>27.7</c:v>
                </c:pt>
                <c:pt idx="631">
                  <c:v>27</c:v>
                </c:pt>
                <c:pt idx="632">
                  <c:v>27.6</c:v>
                </c:pt>
                <c:pt idx="633">
                  <c:v>27.33</c:v>
                </c:pt>
                <c:pt idx="634">
                  <c:v>28</c:v>
                </c:pt>
                <c:pt idx="635">
                  <c:v>28.33</c:v>
                </c:pt>
                <c:pt idx="636">
                  <c:v>29</c:v>
                </c:pt>
                <c:pt idx="637">
                  <c:v>29.5</c:v>
                </c:pt>
                <c:pt idx="638">
                  <c:v>28</c:v>
                </c:pt>
                <c:pt idx="639">
                  <c:v>28</c:v>
                </c:pt>
                <c:pt idx="640">
                  <c:v>27.5</c:v>
                </c:pt>
                <c:pt idx="641">
                  <c:v>27</c:v>
                </c:pt>
                <c:pt idx="642">
                  <c:v>26</c:v>
                </c:pt>
                <c:pt idx="643">
                  <c:v>26</c:v>
                </c:pt>
                <c:pt idx="644">
                  <c:v>25</c:v>
                </c:pt>
                <c:pt idx="645">
                  <c:v>25</c:v>
                </c:pt>
                <c:pt idx="646">
                  <c:v>24.5</c:v>
                </c:pt>
                <c:pt idx="647">
                  <c:v>24</c:v>
                </c:pt>
                <c:pt idx="648">
                  <c:v>24.8</c:v>
                </c:pt>
                <c:pt idx="649">
                  <c:v>25</c:v>
                </c:pt>
                <c:pt idx="650">
                  <c:v>25</c:v>
                </c:pt>
                <c:pt idx="651">
                  <c:v>25.6</c:v>
                </c:pt>
                <c:pt idx="652">
                  <c:v>26</c:v>
                </c:pt>
                <c:pt idx="653">
                  <c:v>25.8</c:v>
                </c:pt>
                <c:pt idx="654">
                  <c:v>25</c:v>
                </c:pt>
                <c:pt idx="655">
                  <c:v>24</c:v>
                </c:pt>
                <c:pt idx="656">
                  <c:v>24</c:v>
                </c:pt>
                <c:pt idx="657">
                  <c:v>23.5</c:v>
                </c:pt>
                <c:pt idx="658">
                  <c:v>23</c:v>
                </c:pt>
                <c:pt idx="659">
                  <c:v>23</c:v>
                </c:pt>
                <c:pt idx="660">
                  <c:v>22.8</c:v>
                </c:pt>
                <c:pt idx="661">
                  <c:v>22.5</c:v>
                </c:pt>
                <c:pt idx="662">
                  <c:v>22.3</c:v>
                </c:pt>
                <c:pt idx="663">
                  <c:v>22</c:v>
                </c:pt>
                <c:pt idx="664">
                  <c:v>21.8</c:v>
                </c:pt>
                <c:pt idx="665">
                  <c:v>21.5</c:v>
                </c:pt>
                <c:pt idx="666">
                  <c:v>21</c:v>
                </c:pt>
                <c:pt idx="667">
                  <c:v>20.5</c:v>
                </c:pt>
                <c:pt idx="668">
                  <c:v>20</c:v>
                </c:pt>
                <c:pt idx="669">
                  <c:v>20</c:v>
                </c:pt>
                <c:pt idx="670">
                  <c:v>19.329999999999998</c:v>
                </c:pt>
                <c:pt idx="671">
                  <c:v>19.5</c:v>
                </c:pt>
                <c:pt idx="672">
                  <c:v>18.329999999999998</c:v>
                </c:pt>
                <c:pt idx="673">
                  <c:v>18</c:v>
                </c:pt>
                <c:pt idx="674">
                  <c:v>18</c:v>
                </c:pt>
                <c:pt idx="675">
                  <c:v>17.5</c:v>
                </c:pt>
                <c:pt idx="676">
                  <c:v>17.5</c:v>
                </c:pt>
                <c:pt idx="677">
                  <c:v>17</c:v>
                </c:pt>
                <c:pt idx="678">
                  <c:v>16.8</c:v>
                </c:pt>
                <c:pt idx="679">
                  <c:v>16.5</c:v>
                </c:pt>
                <c:pt idx="680">
                  <c:v>16</c:v>
                </c:pt>
                <c:pt idx="681">
                  <c:v>16</c:v>
                </c:pt>
                <c:pt idx="682">
                  <c:v>16</c:v>
                </c:pt>
                <c:pt idx="683">
                  <c:v>15.8</c:v>
                </c:pt>
                <c:pt idx="684">
                  <c:v>15.5</c:v>
                </c:pt>
                <c:pt idx="685">
                  <c:v>15.3</c:v>
                </c:pt>
                <c:pt idx="686">
                  <c:v>15.33</c:v>
                </c:pt>
                <c:pt idx="687">
                  <c:v>15</c:v>
                </c:pt>
                <c:pt idx="688">
                  <c:v>15.3</c:v>
                </c:pt>
                <c:pt idx="689">
                  <c:v>14.8</c:v>
                </c:pt>
                <c:pt idx="690">
                  <c:v>14.8</c:v>
                </c:pt>
                <c:pt idx="691">
                  <c:v>15</c:v>
                </c:pt>
                <c:pt idx="692">
                  <c:v>15.5</c:v>
                </c:pt>
                <c:pt idx="693">
                  <c:v>16</c:v>
                </c:pt>
                <c:pt idx="694">
                  <c:v>16.3</c:v>
                </c:pt>
                <c:pt idx="695">
                  <c:v>16.5</c:v>
                </c:pt>
                <c:pt idx="696">
                  <c:v>16.170000000000002</c:v>
                </c:pt>
                <c:pt idx="697">
                  <c:v>15</c:v>
                </c:pt>
                <c:pt idx="698">
                  <c:v>14.6</c:v>
                </c:pt>
                <c:pt idx="699">
                  <c:v>15</c:v>
                </c:pt>
                <c:pt idx="700">
                  <c:v>14.5</c:v>
                </c:pt>
                <c:pt idx="701">
                  <c:v>11.43</c:v>
                </c:pt>
                <c:pt idx="702">
                  <c:v>14</c:v>
                </c:pt>
                <c:pt idx="703">
                  <c:v>13.33</c:v>
                </c:pt>
                <c:pt idx="704">
                  <c:v>14</c:v>
                </c:pt>
                <c:pt idx="705">
                  <c:v>13.33</c:v>
                </c:pt>
                <c:pt idx="706">
                  <c:v>13.7</c:v>
                </c:pt>
                <c:pt idx="707">
                  <c:v>13.5</c:v>
                </c:pt>
                <c:pt idx="708">
                  <c:v>13</c:v>
                </c:pt>
                <c:pt idx="709">
                  <c:v>12</c:v>
                </c:pt>
                <c:pt idx="710">
                  <c:v>11.66</c:v>
                </c:pt>
                <c:pt idx="711">
                  <c:v>11</c:v>
                </c:pt>
                <c:pt idx="712">
                  <c:v>10</c:v>
                </c:pt>
                <c:pt idx="713">
                  <c:v>9.6999999999999993</c:v>
                </c:pt>
                <c:pt idx="714">
                  <c:v>9</c:v>
                </c:pt>
                <c:pt idx="715">
                  <c:v>9.5</c:v>
                </c:pt>
                <c:pt idx="716">
                  <c:v>9.33</c:v>
                </c:pt>
                <c:pt idx="717">
                  <c:v>9.5</c:v>
                </c:pt>
                <c:pt idx="718">
                  <c:v>9.33</c:v>
                </c:pt>
                <c:pt idx="719">
                  <c:v>11.33</c:v>
                </c:pt>
                <c:pt idx="720">
                  <c:v>11</c:v>
                </c:pt>
                <c:pt idx="721">
                  <c:v>10.66</c:v>
                </c:pt>
                <c:pt idx="722">
                  <c:v>10</c:v>
                </c:pt>
                <c:pt idx="723">
                  <c:v>9.5</c:v>
                </c:pt>
                <c:pt idx="724">
                  <c:v>9.33</c:v>
                </c:pt>
                <c:pt idx="725">
                  <c:v>8.33</c:v>
                </c:pt>
                <c:pt idx="726">
                  <c:v>9.1999999999999993</c:v>
                </c:pt>
                <c:pt idx="727">
                  <c:v>9</c:v>
                </c:pt>
                <c:pt idx="728">
                  <c:v>8.5</c:v>
                </c:pt>
                <c:pt idx="729">
                  <c:v>8.3000000000000007</c:v>
                </c:pt>
                <c:pt idx="730">
                  <c:v>8</c:v>
                </c:pt>
                <c:pt idx="731">
                  <c:v>8.5</c:v>
                </c:pt>
                <c:pt idx="732">
                  <c:v>10.7</c:v>
                </c:pt>
                <c:pt idx="733">
                  <c:v>9.6999999999999993</c:v>
                </c:pt>
                <c:pt idx="734">
                  <c:v>9</c:v>
                </c:pt>
                <c:pt idx="735">
                  <c:v>9</c:v>
                </c:pt>
                <c:pt idx="736">
                  <c:v>8</c:v>
                </c:pt>
                <c:pt idx="737">
                  <c:v>8.33</c:v>
                </c:pt>
                <c:pt idx="738">
                  <c:v>8.6</c:v>
                </c:pt>
                <c:pt idx="739">
                  <c:v>8</c:v>
                </c:pt>
                <c:pt idx="740">
                  <c:v>8.6999999999999993</c:v>
                </c:pt>
                <c:pt idx="741">
                  <c:v>8.3000000000000007</c:v>
                </c:pt>
                <c:pt idx="742">
                  <c:v>8.6999999999999993</c:v>
                </c:pt>
                <c:pt idx="743">
                  <c:v>8.5</c:v>
                </c:pt>
                <c:pt idx="744">
                  <c:v>8.33</c:v>
                </c:pt>
                <c:pt idx="745">
                  <c:v>8</c:v>
                </c:pt>
                <c:pt idx="746">
                  <c:v>8.8000000000000007</c:v>
                </c:pt>
                <c:pt idx="747">
                  <c:v>8.6999999999999993</c:v>
                </c:pt>
                <c:pt idx="748">
                  <c:v>8</c:v>
                </c:pt>
                <c:pt idx="749">
                  <c:v>8.6999999999999993</c:v>
                </c:pt>
                <c:pt idx="750">
                  <c:v>8.3000000000000007</c:v>
                </c:pt>
                <c:pt idx="751">
                  <c:v>8</c:v>
                </c:pt>
                <c:pt idx="752">
                  <c:v>7.7</c:v>
                </c:pt>
                <c:pt idx="753">
                  <c:v>7</c:v>
                </c:pt>
                <c:pt idx="754">
                  <c:v>7.33</c:v>
                </c:pt>
                <c:pt idx="755">
                  <c:v>7.7</c:v>
                </c:pt>
                <c:pt idx="756">
                  <c:v>8.33</c:v>
                </c:pt>
                <c:pt idx="757">
                  <c:v>8</c:v>
                </c:pt>
                <c:pt idx="758">
                  <c:v>8.5</c:v>
                </c:pt>
                <c:pt idx="759">
                  <c:v>8.6999999999999993</c:v>
                </c:pt>
                <c:pt idx="760">
                  <c:v>9</c:v>
                </c:pt>
                <c:pt idx="761">
                  <c:v>9.6999999999999993</c:v>
                </c:pt>
                <c:pt idx="762">
                  <c:v>9</c:v>
                </c:pt>
                <c:pt idx="763">
                  <c:v>8.33</c:v>
                </c:pt>
                <c:pt idx="764">
                  <c:v>8.5</c:v>
                </c:pt>
                <c:pt idx="765">
                  <c:v>8.6999999999999993</c:v>
                </c:pt>
                <c:pt idx="766">
                  <c:v>9</c:v>
                </c:pt>
                <c:pt idx="767">
                  <c:v>9.66</c:v>
                </c:pt>
                <c:pt idx="768">
                  <c:v>9.5</c:v>
                </c:pt>
                <c:pt idx="769">
                  <c:v>9.66</c:v>
                </c:pt>
                <c:pt idx="770">
                  <c:v>10</c:v>
                </c:pt>
                <c:pt idx="771">
                  <c:v>10.5</c:v>
                </c:pt>
                <c:pt idx="772">
                  <c:v>11.5</c:v>
                </c:pt>
                <c:pt idx="773">
                  <c:v>12</c:v>
                </c:pt>
                <c:pt idx="774">
                  <c:v>12.33</c:v>
                </c:pt>
                <c:pt idx="775">
                  <c:v>13.7</c:v>
                </c:pt>
                <c:pt idx="776">
                  <c:v>14.33</c:v>
                </c:pt>
                <c:pt idx="777">
                  <c:v>14.8</c:v>
                </c:pt>
                <c:pt idx="778">
                  <c:v>15.33</c:v>
                </c:pt>
                <c:pt idx="779">
                  <c:v>15.3</c:v>
                </c:pt>
                <c:pt idx="780">
                  <c:v>15.5</c:v>
                </c:pt>
                <c:pt idx="781">
                  <c:v>15.66</c:v>
                </c:pt>
                <c:pt idx="782">
                  <c:v>14</c:v>
                </c:pt>
                <c:pt idx="783">
                  <c:v>14.7</c:v>
                </c:pt>
                <c:pt idx="784">
                  <c:v>14.33</c:v>
                </c:pt>
                <c:pt idx="785">
                  <c:v>14</c:v>
                </c:pt>
                <c:pt idx="786">
                  <c:v>14.5</c:v>
                </c:pt>
                <c:pt idx="787">
                  <c:v>15</c:v>
                </c:pt>
                <c:pt idx="788">
                  <c:v>15.33</c:v>
                </c:pt>
                <c:pt idx="789">
                  <c:v>16.66</c:v>
                </c:pt>
                <c:pt idx="790">
                  <c:v>16</c:v>
                </c:pt>
                <c:pt idx="791">
                  <c:v>16.329999999999998</c:v>
                </c:pt>
                <c:pt idx="792">
                  <c:v>16.5</c:v>
                </c:pt>
                <c:pt idx="793">
                  <c:v>16</c:v>
                </c:pt>
                <c:pt idx="794">
                  <c:v>15.33</c:v>
                </c:pt>
                <c:pt idx="795">
                  <c:v>16.7</c:v>
                </c:pt>
                <c:pt idx="796">
                  <c:v>17.329999999999998</c:v>
                </c:pt>
                <c:pt idx="797">
                  <c:v>18.66</c:v>
                </c:pt>
                <c:pt idx="798">
                  <c:v>19</c:v>
                </c:pt>
                <c:pt idx="799">
                  <c:v>19.5</c:v>
                </c:pt>
                <c:pt idx="800">
                  <c:v>19.7</c:v>
                </c:pt>
                <c:pt idx="801">
                  <c:v>21</c:v>
                </c:pt>
                <c:pt idx="802">
                  <c:v>21</c:v>
                </c:pt>
                <c:pt idx="803">
                  <c:v>22</c:v>
                </c:pt>
                <c:pt idx="804">
                  <c:v>22</c:v>
                </c:pt>
                <c:pt idx="805">
                  <c:v>21</c:v>
                </c:pt>
                <c:pt idx="806">
                  <c:v>22.3</c:v>
                </c:pt>
                <c:pt idx="807">
                  <c:v>23</c:v>
                </c:pt>
                <c:pt idx="808">
                  <c:v>23.33</c:v>
                </c:pt>
                <c:pt idx="809">
                  <c:v>23.5</c:v>
                </c:pt>
                <c:pt idx="810">
                  <c:v>24</c:v>
                </c:pt>
                <c:pt idx="811">
                  <c:v>24.5</c:v>
                </c:pt>
                <c:pt idx="812">
                  <c:v>25.2</c:v>
                </c:pt>
                <c:pt idx="813">
                  <c:v>25</c:v>
                </c:pt>
                <c:pt idx="814">
                  <c:v>25.3</c:v>
                </c:pt>
                <c:pt idx="815">
                  <c:v>26.66</c:v>
                </c:pt>
                <c:pt idx="816">
                  <c:v>26</c:v>
                </c:pt>
                <c:pt idx="817">
                  <c:v>26.66</c:v>
                </c:pt>
                <c:pt idx="818">
                  <c:v>26.7</c:v>
                </c:pt>
                <c:pt idx="819">
                  <c:v>27</c:v>
                </c:pt>
                <c:pt idx="820">
                  <c:v>26.7</c:v>
                </c:pt>
                <c:pt idx="821">
                  <c:v>27</c:v>
                </c:pt>
                <c:pt idx="822">
                  <c:v>27.33</c:v>
                </c:pt>
                <c:pt idx="823">
                  <c:v>27.33</c:v>
                </c:pt>
                <c:pt idx="824">
                  <c:v>27</c:v>
                </c:pt>
                <c:pt idx="825">
                  <c:v>27.33</c:v>
                </c:pt>
                <c:pt idx="826">
                  <c:v>28</c:v>
                </c:pt>
                <c:pt idx="827">
                  <c:v>27.6</c:v>
                </c:pt>
                <c:pt idx="828">
                  <c:v>27</c:v>
                </c:pt>
                <c:pt idx="829">
                  <c:v>28.33</c:v>
                </c:pt>
                <c:pt idx="830">
                  <c:v>28.33</c:v>
                </c:pt>
                <c:pt idx="831">
                  <c:v>27.33</c:v>
                </c:pt>
                <c:pt idx="832">
                  <c:v>27.66</c:v>
                </c:pt>
                <c:pt idx="833">
                  <c:v>28</c:v>
                </c:pt>
                <c:pt idx="834">
                  <c:v>27.66</c:v>
                </c:pt>
                <c:pt idx="835">
                  <c:v>28</c:v>
                </c:pt>
                <c:pt idx="836">
                  <c:v>29</c:v>
                </c:pt>
                <c:pt idx="837">
                  <c:v>28.33</c:v>
                </c:pt>
                <c:pt idx="838">
                  <c:v>28.33</c:v>
                </c:pt>
                <c:pt idx="839">
                  <c:v>28</c:v>
                </c:pt>
                <c:pt idx="840">
                  <c:v>27.33</c:v>
                </c:pt>
                <c:pt idx="841">
                  <c:v>27</c:v>
                </c:pt>
                <c:pt idx="842">
                  <c:v>27.5</c:v>
                </c:pt>
                <c:pt idx="843">
                  <c:v>27.66</c:v>
                </c:pt>
                <c:pt idx="844">
                  <c:v>28.66</c:v>
                </c:pt>
                <c:pt idx="845">
                  <c:v>29.66</c:v>
                </c:pt>
                <c:pt idx="846">
                  <c:v>30.7</c:v>
                </c:pt>
                <c:pt idx="847">
                  <c:v>31.66</c:v>
                </c:pt>
                <c:pt idx="848">
                  <c:v>32.700000000000003</c:v>
                </c:pt>
                <c:pt idx="849">
                  <c:v>28</c:v>
                </c:pt>
                <c:pt idx="850">
                  <c:v>30.3</c:v>
                </c:pt>
                <c:pt idx="851">
                  <c:v>30.63</c:v>
                </c:pt>
                <c:pt idx="852">
                  <c:v>30</c:v>
                </c:pt>
                <c:pt idx="853">
                  <c:v>29.3</c:v>
                </c:pt>
                <c:pt idx="854">
                  <c:v>27.1</c:v>
                </c:pt>
                <c:pt idx="855">
                  <c:v>28.4</c:v>
                </c:pt>
                <c:pt idx="856">
                  <c:v>28</c:v>
                </c:pt>
                <c:pt idx="857">
                  <c:v>33</c:v>
                </c:pt>
                <c:pt idx="858">
                  <c:v>32</c:v>
                </c:pt>
                <c:pt idx="859">
                  <c:v>34.33</c:v>
                </c:pt>
                <c:pt idx="860">
                  <c:v>35.33</c:v>
                </c:pt>
                <c:pt idx="861">
                  <c:v>36</c:v>
                </c:pt>
                <c:pt idx="862">
                  <c:v>36.700000000000003</c:v>
                </c:pt>
                <c:pt idx="863">
                  <c:v>37</c:v>
                </c:pt>
                <c:pt idx="864">
                  <c:v>37</c:v>
                </c:pt>
                <c:pt idx="865">
                  <c:v>35.659999999999997</c:v>
                </c:pt>
                <c:pt idx="866">
                  <c:v>34.700000000000003</c:v>
                </c:pt>
                <c:pt idx="867">
                  <c:v>34.33</c:v>
                </c:pt>
                <c:pt idx="868">
                  <c:v>34.33</c:v>
                </c:pt>
                <c:pt idx="869">
                  <c:v>34</c:v>
                </c:pt>
                <c:pt idx="870">
                  <c:v>35</c:v>
                </c:pt>
                <c:pt idx="871">
                  <c:v>30.66</c:v>
                </c:pt>
                <c:pt idx="872">
                  <c:v>29.33</c:v>
                </c:pt>
                <c:pt idx="873">
                  <c:v>30</c:v>
                </c:pt>
                <c:pt idx="874">
                  <c:v>32</c:v>
                </c:pt>
                <c:pt idx="875">
                  <c:v>31.7</c:v>
                </c:pt>
                <c:pt idx="876">
                  <c:v>31.33</c:v>
                </c:pt>
                <c:pt idx="877">
                  <c:v>31</c:v>
                </c:pt>
                <c:pt idx="878">
                  <c:v>34.659999999999997</c:v>
                </c:pt>
                <c:pt idx="879">
                  <c:v>34.33</c:v>
                </c:pt>
                <c:pt idx="880">
                  <c:v>33.33</c:v>
                </c:pt>
                <c:pt idx="881">
                  <c:v>32</c:v>
                </c:pt>
                <c:pt idx="882">
                  <c:v>33.700000000000003</c:v>
                </c:pt>
                <c:pt idx="883">
                  <c:v>34</c:v>
                </c:pt>
                <c:pt idx="884">
                  <c:v>35</c:v>
                </c:pt>
                <c:pt idx="885">
                  <c:v>35.700000000000003</c:v>
                </c:pt>
                <c:pt idx="886">
                  <c:v>37</c:v>
                </c:pt>
                <c:pt idx="887">
                  <c:v>37.33</c:v>
                </c:pt>
                <c:pt idx="888">
                  <c:v>38</c:v>
                </c:pt>
                <c:pt idx="889">
                  <c:v>37.630000000000003</c:v>
                </c:pt>
                <c:pt idx="890">
                  <c:v>38</c:v>
                </c:pt>
                <c:pt idx="891">
                  <c:v>37</c:v>
                </c:pt>
                <c:pt idx="892">
                  <c:v>33.659999999999997</c:v>
                </c:pt>
                <c:pt idx="893">
                  <c:v>34.17</c:v>
                </c:pt>
                <c:pt idx="894">
                  <c:v>34.659999999999997</c:v>
                </c:pt>
                <c:pt idx="895">
                  <c:v>36.33</c:v>
                </c:pt>
                <c:pt idx="896">
                  <c:v>31.33</c:v>
                </c:pt>
                <c:pt idx="897">
                  <c:v>34.700000000000003</c:v>
                </c:pt>
                <c:pt idx="898">
                  <c:v>34.33</c:v>
                </c:pt>
                <c:pt idx="899">
                  <c:v>30</c:v>
                </c:pt>
                <c:pt idx="900">
                  <c:v>26</c:v>
                </c:pt>
                <c:pt idx="901">
                  <c:v>24</c:v>
                </c:pt>
                <c:pt idx="902">
                  <c:v>26</c:v>
                </c:pt>
                <c:pt idx="903">
                  <c:v>27.66</c:v>
                </c:pt>
                <c:pt idx="904">
                  <c:v>27.66</c:v>
                </c:pt>
                <c:pt idx="905">
                  <c:v>34</c:v>
                </c:pt>
                <c:pt idx="906">
                  <c:v>35.33</c:v>
                </c:pt>
                <c:pt idx="907">
                  <c:v>36.33</c:v>
                </c:pt>
                <c:pt idx="908">
                  <c:v>36.700000000000003</c:v>
                </c:pt>
                <c:pt idx="909">
                  <c:v>36</c:v>
                </c:pt>
                <c:pt idx="910">
                  <c:v>33.700000000000003</c:v>
                </c:pt>
                <c:pt idx="911">
                  <c:v>31</c:v>
                </c:pt>
                <c:pt idx="912">
                  <c:v>31.5</c:v>
                </c:pt>
                <c:pt idx="913">
                  <c:v>31.7</c:v>
                </c:pt>
                <c:pt idx="914">
                  <c:v>30.33</c:v>
                </c:pt>
                <c:pt idx="915">
                  <c:v>30.7</c:v>
                </c:pt>
                <c:pt idx="916">
                  <c:v>30</c:v>
                </c:pt>
                <c:pt idx="917">
                  <c:v>30.33</c:v>
                </c:pt>
                <c:pt idx="918">
                  <c:v>31</c:v>
                </c:pt>
                <c:pt idx="919">
                  <c:v>31.5</c:v>
                </c:pt>
                <c:pt idx="920">
                  <c:v>31</c:v>
                </c:pt>
                <c:pt idx="921">
                  <c:v>30.5</c:v>
                </c:pt>
                <c:pt idx="922">
                  <c:v>30.33</c:v>
                </c:pt>
                <c:pt idx="923">
                  <c:v>28.33</c:v>
                </c:pt>
                <c:pt idx="924">
                  <c:v>29.33</c:v>
                </c:pt>
                <c:pt idx="925">
                  <c:v>28.5</c:v>
                </c:pt>
                <c:pt idx="926">
                  <c:v>30</c:v>
                </c:pt>
                <c:pt idx="927">
                  <c:v>30.33</c:v>
                </c:pt>
                <c:pt idx="928">
                  <c:v>32</c:v>
                </c:pt>
                <c:pt idx="929">
                  <c:v>33</c:v>
                </c:pt>
                <c:pt idx="930">
                  <c:v>28.7</c:v>
                </c:pt>
                <c:pt idx="931">
                  <c:v>28.33</c:v>
                </c:pt>
                <c:pt idx="932">
                  <c:v>28</c:v>
                </c:pt>
                <c:pt idx="933">
                  <c:v>28.5</c:v>
                </c:pt>
                <c:pt idx="934">
                  <c:v>27.66</c:v>
                </c:pt>
                <c:pt idx="935">
                  <c:v>30</c:v>
                </c:pt>
                <c:pt idx="936">
                  <c:v>29</c:v>
                </c:pt>
                <c:pt idx="937">
                  <c:v>27.33</c:v>
                </c:pt>
                <c:pt idx="938">
                  <c:v>27</c:v>
                </c:pt>
                <c:pt idx="939">
                  <c:v>26</c:v>
                </c:pt>
                <c:pt idx="940">
                  <c:v>26.5</c:v>
                </c:pt>
                <c:pt idx="941">
                  <c:v>26</c:v>
                </c:pt>
                <c:pt idx="942">
                  <c:v>28.33</c:v>
                </c:pt>
                <c:pt idx="943">
                  <c:v>29</c:v>
                </c:pt>
                <c:pt idx="944">
                  <c:v>30</c:v>
                </c:pt>
                <c:pt idx="945">
                  <c:v>31</c:v>
                </c:pt>
                <c:pt idx="946">
                  <c:v>30</c:v>
                </c:pt>
                <c:pt idx="947">
                  <c:v>30.3</c:v>
                </c:pt>
                <c:pt idx="948">
                  <c:v>31</c:v>
                </c:pt>
                <c:pt idx="949">
                  <c:v>30.5</c:v>
                </c:pt>
                <c:pt idx="950">
                  <c:v>31.33</c:v>
                </c:pt>
                <c:pt idx="951">
                  <c:v>32.33</c:v>
                </c:pt>
                <c:pt idx="952">
                  <c:v>28.33</c:v>
                </c:pt>
                <c:pt idx="953">
                  <c:v>28</c:v>
                </c:pt>
                <c:pt idx="954">
                  <c:v>25.5</c:v>
                </c:pt>
                <c:pt idx="955">
                  <c:v>28</c:v>
                </c:pt>
                <c:pt idx="956">
                  <c:v>27.33</c:v>
                </c:pt>
                <c:pt idx="957">
                  <c:v>27.66</c:v>
                </c:pt>
                <c:pt idx="958">
                  <c:v>27</c:v>
                </c:pt>
                <c:pt idx="959">
                  <c:v>29.3</c:v>
                </c:pt>
                <c:pt idx="960">
                  <c:v>30</c:v>
                </c:pt>
                <c:pt idx="961">
                  <c:v>30.5</c:v>
                </c:pt>
                <c:pt idx="962">
                  <c:v>28</c:v>
                </c:pt>
                <c:pt idx="963">
                  <c:v>22</c:v>
                </c:pt>
                <c:pt idx="964">
                  <c:v>28.13</c:v>
                </c:pt>
                <c:pt idx="965">
                  <c:v>27.1</c:v>
                </c:pt>
                <c:pt idx="966">
                  <c:v>26.1</c:v>
                </c:pt>
                <c:pt idx="967">
                  <c:v>27</c:v>
                </c:pt>
                <c:pt idx="968">
                  <c:v>29</c:v>
                </c:pt>
                <c:pt idx="969">
                  <c:v>28.07</c:v>
                </c:pt>
                <c:pt idx="970">
                  <c:v>28.53</c:v>
                </c:pt>
                <c:pt idx="971">
                  <c:v>30</c:v>
                </c:pt>
                <c:pt idx="972">
                  <c:v>30.42</c:v>
                </c:pt>
                <c:pt idx="973">
                  <c:v>30.83</c:v>
                </c:pt>
                <c:pt idx="974">
                  <c:v>30.5</c:v>
                </c:pt>
                <c:pt idx="975">
                  <c:v>30</c:v>
                </c:pt>
                <c:pt idx="976">
                  <c:v>29.63</c:v>
                </c:pt>
                <c:pt idx="977">
                  <c:v>26.13</c:v>
                </c:pt>
                <c:pt idx="978">
                  <c:v>28.07</c:v>
                </c:pt>
                <c:pt idx="979">
                  <c:v>29.37</c:v>
                </c:pt>
                <c:pt idx="980">
                  <c:v>29.7</c:v>
                </c:pt>
                <c:pt idx="981">
                  <c:v>29</c:v>
                </c:pt>
                <c:pt idx="982">
                  <c:v>28</c:v>
                </c:pt>
                <c:pt idx="983">
                  <c:v>27.33</c:v>
                </c:pt>
                <c:pt idx="984">
                  <c:v>27.7</c:v>
                </c:pt>
                <c:pt idx="985">
                  <c:v>28</c:v>
                </c:pt>
                <c:pt idx="986">
                  <c:v>28.7</c:v>
                </c:pt>
                <c:pt idx="987">
                  <c:v>28.7</c:v>
                </c:pt>
                <c:pt idx="988">
                  <c:v>28</c:v>
                </c:pt>
                <c:pt idx="989">
                  <c:v>27</c:v>
                </c:pt>
                <c:pt idx="990">
                  <c:v>27.7</c:v>
                </c:pt>
                <c:pt idx="991">
                  <c:v>28</c:v>
                </c:pt>
                <c:pt idx="992">
                  <c:v>28.3</c:v>
                </c:pt>
                <c:pt idx="993">
                  <c:v>28.7</c:v>
                </c:pt>
                <c:pt idx="994">
                  <c:v>29</c:v>
                </c:pt>
                <c:pt idx="995">
                  <c:v>30</c:v>
                </c:pt>
                <c:pt idx="996">
                  <c:v>28.5</c:v>
                </c:pt>
                <c:pt idx="997">
                  <c:v>26.7</c:v>
                </c:pt>
                <c:pt idx="998">
                  <c:v>26.7</c:v>
                </c:pt>
                <c:pt idx="999">
                  <c:v>27.66</c:v>
                </c:pt>
                <c:pt idx="1000">
                  <c:v>28.33</c:v>
                </c:pt>
                <c:pt idx="1001">
                  <c:v>28</c:v>
                </c:pt>
                <c:pt idx="1002">
                  <c:v>29</c:v>
                </c:pt>
                <c:pt idx="1003">
                  <c:v>27.6</c:v>
                </c:pt>
                <c:pt idx="1004">
                  <c:v>27</c:v>
                </c:pt>
                <c:pt idx="1005">
                  <c:v>27</c:v>
                </c:pt>
                <c:pt idx="1006">
                  <c:v>27.6</c:v>
                </c:pt>
                <c:pt idx="1007">
                  <c:v>28</c:v>
                </c:pt>
                <c:pt idx="1008">
                  <c:v>26.33</c:v>
                </c:pt>
                <c:pt idx="1009">
                  <c:v>27</c:v>
                </c:pt>
                <c:pt idx="1010">
                  <c:v>26</c:v>
                </c:pt>
                <c:pt idx="1011">
                  <c:v>25</c:v>
                </c:pt>
                <c:pt idx="1012">
                  <c:v>24.33</c:v>
                </c:pt>
                <c:pt idx="1013">
                  <c:v>24</c:v>
                </c:pt>
                <c:pt idx="1014">
                  <c:v>24</c:v>
                </c:pt>
                <c:pt idx="1015">
                  <c:v>23.5</c:v>
                </c:pt>
                <c:pt idx="1016">
                  <c:v>23</c:v>
                </c:pt>
                <c:pt idx="1017">
                  <c:v>23</c:v>
                </c:pt>
                <c:pt idx="1018">
                  <c:v>23</c:v>
                </c:pt>
                <c:pt idx="1019">
                  <c:v>23</c:v>
                </c:pt>
                <c:pt idx="1020">
                  <c:v>22.5</c:v>
                </c:pt>
                <c:pt idx="1021">
                  <c:v>22.3</c:v>
                </c:pt>
                <c:pt idx="1022">
                  <c:v>21.7</c:v>
                </c:pt>
                <c:pt idx="1023">
                  <c:v>21.33</c:v>
                </c:pt>
                <c:pt idx="1024">
                  <c:v>21</c:v>
                </c:pt>
                <c:pt idx="1025">
                  <c:v>20.7</c:v>
                </c:pt>
                <c:pt idx="1026">
                  <c:v>20.66</c:v>
                </c:pt>
                <c:pt idx="1027">
                  <c:v>21.7</c:v>
                </c:pt>
                <c:pt idx="1028">
                  <c:v>21</c:v>
                </c:pt>
                <c:pt idx="1029">
                  <c:v>22</c:v>
                </c:pt>
                <c:pt idx="1030">
                  <c:v>21</c:v>
                </c:pt>
                <c:pt idx="1031">
                  <c:v>21.7</c:v>
                </c:pt>
                <c:pt idx="1032">
                  <c:v>22</c:v>
                </c:pt>
                <c:pt idx="1033">
                  <c:v>21.7</c:v>
                </c:pt>
                <c:pt idx="1034">
                  <c:v>23</c:v>
                </c:pt>
                <c:pt idx="1035">
                  <c:v>23</c:v>
                </c:pt>
                <c:pt idx="1036">
                  <c:v>23</c:v>
                </c:pt>
                <c:pt idx="1037">
                  <c:v>23.7</c:v>
                </c:pt>
                <c:pt idx="1038">
                  <c:v>24</c:v>
                </c:pt>
                <c:pt idx="1039">
                  <c:v>24</c:v>
                </c:pt>
                <c:pt idx="1040">
                  <c:v>24</c:v>
                </c:pt>
                <c:pt idx="1041">
                  <c:v>24</c:v>
                </c:pt>
                <c:pt idx="1042">
                  <c:v>24</c:v>
                </c:pt>
                <c:pt idx="1043">
                  <c:v>24.5</c:v>
                </c:pt>
                <c:pt idx="1044">
                  <c:v>25</c:v>
                </c:pt>
                <c:pt idx="1045">
                  <c:v>25</c:v>
                </c:pt>
                <c:pt idx="1046">
                  <c:v>25</c:v>
                </c:pt>
                <c:pt idx="1047">
                  <c:v>24.5</c:v>
                </c:pt>
                <c:pt idx="1048">
                  <c:v>25</c:v>
                </c:pt>
                <c:pt idx="1049">
                  <c:v>25.5</c:v>
                </c:pt>
                <c:pt idx="1050">
                  <c:v>26</c:v>
                </c:pt>
                <c:pt idx="1051">
                  <c:v>26</c:v>
                </c:pt>
                <c:pt idx="1052">
                  <c:v>26</c:v>
                </c:pt>
                <c:pt idx="1053">
                  <c:v>26</c:v>
                </c:pt>
                <c:pt idx="1054">
                  <c:v>26.5</c:v>
                </c:pt>
                <c:pt idx="1055">
                  <c:v>27</c:v>
                </c:pt>
                <c:pt idx="1056">
                  <c:v>27</c:v>
                </c:pt>
                <c:pt idx="1057">
                  <c:v>27</c:v>
                </c:pt>
                <c:pt idx="1058">
                  <c:v>27</c:v>
                </c:pt>
                <c:pt idx="1059">
                  <c:v>27.33</c:v>
                </c:pt>
                <c:pt idx="1060">
                  <c:v>28</c:v>
                </c:pt>
                <c:pt idx="1061">
                  <c:v>28</c:v>
                </c:pt>
                <c:pt idx="1062">
                  <c:v>28</c:v>
                </c:pt>
                <c:pt idx="1063">
                  <c:v>28</c:v>
                </c:pt>
                <c:pt idx="1064">
                  <c:v>15</c:v>
                </c:pt>
                <c:pt idx="1065">
                  <c:v>15.6</c:v>
                </c:pt>
                <c:pt idx="1066">
                  <c:v>15.33</c:v>
                </c:pt>
                <c:pt idx="1067">
                  <c:v>15.33</c:v>
                </c:pt>
                <c:pt idx="1068">
                  <c:v>15</c:v>
                </c:pt>
                <c:pt idx="1069">
                  <c:v>14.33</c:v>
                </c:pt>
                <c:pt idx="1070">
                  <c:v>14.7</c:v>
                </c:pt>
                <c:pt idx="1071">
                  <c:v>15</c:v>
                </c:pt>
                <c:pt idx="1072">
                  <c:v>14.3</c:v>
                </c:pt>
                <c:pt idx="1073">
                  <c:v>14</c:v>
                </c:pt>
                <c:pt idx="1074">
                  <c:v>13.7</c:v>
                </c:pt>
                <c:pt idx="1075">
                  <c:v>13.6</c:v>
                </c:pt>
                <c:pt idx="1076">
                  <c:v>13</c:v>
                </c:pt>
                <c:pt idx="1077">
                  <c:v>13.7</c:v>
                </c:pt>
                <c:pt idx="1078">
                  <c:v>13.7</c:v>
                </c:pt>
                <c:pt idx="1079">
                  <c:v>13.3</c:v>
                </c:pt>
                <c:pt idx="1080">
                  <c:v>13</c:v>
                </c:pt>
                <c:pt idx="1081">
                  <c:v>12.7</c:v>
                </c:pt>
                <c:pt idx="1082">
                  <c:v>12.7</c:v>
                </c:pt>
                <c:pt idx="1083">
                  <c:v>13</c:v>
                </c:pt>
                <c:pt idx="1084">
                  <c:v>13</c:v>
                </c:pt>
                <c:pt idx="1085">
                  <c:v>12.7</c:v>
                </c:pt>
                <c:pt idx="1086">
                  <c:v>12.7</c:v>
                </c:pt>
                <c:pt idx="1087">
                  <c:v>12.33</c:v>
                </c:pt>
                <c:pt idx="1088">
                  <c:v>12.33</c:v>
                </c:pt>
                <c:pt idx="1089">
                  <c:v>12</c:v>
                </c:pt>
                <c:pt idx="1090">
                  <c:v>12</c:v>
                </c:pt>
                <c:pt idx="1091">
                  <c:v>12</c:v>
                </c:pt>
                <c:pt idx="1092">
                  <c:v>11.7</c:v>
                </c:pt>
                <c:pt idx="1093">
                  <c:v>11.7</c:v>
                </c:pt>
                <c:pt idx="1094">
                  <c:v>11.33</c:v>
                </c:pt>
              </c:numCache>
            </c:numRef>
          </c:xVal>
          <c:yVal>
            <c:numRef>
              <c:f>'Chart Data'!$B$2:$B$1096</c:f>
              <c:numCache>
                <c:formatCode>General</c:formatCode>
                <c:ptCount val="1095"/>
                <c:pt idx="0">
                  <c:v>107</c:v>
                </c:pt>
                <c:pt idx="1">
                  <c:v>135</c:v>
                </c:pt>
                <c:pt idx="2">
                  <c:v>124</c:v>
                </c:pt>
                <c:pt idx="3">
                  <c:v>139</c:v>
                </c:pt>
                <c:pt idx="4">
                  <c:v>156</c:v>
                </c:pt>
                <c:pt idx="5">
                  <c:v>93</c:v>
                </c:pt>
                <c:pt idx="6">
                  <c:v>122</c:v>
                </c:pt>
                <c:pt idx="7">
                  <c:v>137</c:v>
                </c:pt>
                <c:pt idx="8">
                  <c:v>113</c:v>
                </c:pt>
                <c:pt idx="9">
                  <c:v>109</c:v>
                </c:pt>
                <c:pt idx="10">
                  <c:v>126</c:v>
                </c:pt>
                <c:pt idx="11">
                  <c:v>82</c:v>
                </c:pt>
                <c:pt idx="12">
                  <c:v>73</c:v>
                </c:pt>
                <c:pt idx="13">
                  <c:v>89</c:v>
                </c:pt>
                <c:pt idx="14">
                  <c:v>96</c:v>
                </c:pt>
                <c:pt idx="15">
                  <c:v>97</c:v>
                </c:pt>
                <c:pt idx="16">
                  <c:v>128</c:v>
                </c:pt>
                <c:pt idx="17">
                  <c:v>117</c:v>
                </c:pt>
                <c:pt idx="18">
                  <c:v>132</c:v>
                </c:pt>
                <c:pt idx="19">
                  <c:v>153</c:v>
                </c:pt>
                <c:pt idx="20">
                  <c:v>108</c:v>
                </c:pt>
                <c:pt idx="21">
                  <c:v>98</c:v>
                </c:pt>
                <c:pt idx="22">
                  <c:v>132</c:v>
                </c:pt>
                <c:pt idx="23">
                  <c:v>115</c:v>
                </c:pt>
                <c:pt idx="24">
                  <c:v>63</c:v>
                </c:pt>
                <c:pt idx="25">
                  <c:v>166</c:v>
                </c:pt>
                <c:pt idx="26">
                  <c:v>154</c:v>
                </c:pt>
                <c:pt idx="27">
                  <c:v>92</c:v>
                </c:pt>
                <c:pt idx="28">
                  <c:v>112</c:v>
                </c:pt>
                <c:pt idx="29">
                  <c:v>144</c:v>
                </c:pt>
                <c:pt idx="30">
                  <c:v>155</c:v>
                </c:pt>
                <c:pt idx="31">
                  <c:v>152</c:v>
                </c:pt>
                <c:pt idx="32">
                  <c:v>156</c:v>
                </c:pt>
                <c:pt idx="33">
                  <c:v>163</c:v>
                </c:pt>
                <c:pt idx="34">
                  <c:v>162</c:v>
                </c:pt>
                <c:pt idx="35">
                  <c:v>155</c:v>
                </c:pt>
                <c:pt idx="36">
                  <c:v>132</c:v>
                </c:pt>
                <c:pt idx="37">
                  <c:v>163</c:v>
                </c:pt>
                <c:pt idx="38">
                  <c:v>164</c:v>
                </c:pt>
                <c:pt idx="39">
                  <c:v>161</c:v>
                </c:pt>
                <c:pt idx="40">
                  <c:v>175</c:v>
                </c:pt>
                <c:pt idx="41">
                  <c:v>169</c:v>
                </c:pt>
                <c:pt idx="42">
                  <c:v>167</c:v>
                </c:pt>
                <c:pt idx="43">
                  <c:v>156</c:v>
                </c:pt>
                <c:pt idx="44">
                  <c:v>87</c:v>
                </c:pt>
                <c:pt idx="45">
                  <c:v>82</c:v>
                </c:pt>
                <c:pt idx="46">
                  <c:v>69</c:v>
                </c:pt>
                <c:pt idx="47">
                  <c:v>95</c:v>
                </c:pt>
                <c:pt idx="48">
                  <c:v>159</c:v>
                </c:pt>
                <c:pt idx="49">
                  <c:v>108</c:v>
                </c:pt>
                <c:pt idx="50">
                  <c:v>70</c:v>
                </c:pt>
                <c:pt idx="51">
                  <c:v>160</c:v>
                </c:pt>
                <c:pt idx="52">
                  <c:v>92</c:v>
                </c:pt>
                <c:pt idx="53">
                  <c:v>113</c:v>
                </c:pt>
                <c:pt idx="54">
                  <c:v>110</c:v>
                </c:pt>
                <c:pt idx="55">
                  <c:v>132</c:v>
                </c:pt>
                <c:pt idx="56">
                  <c:v>151</c:v>
                </c:pt>
                <c:pt idx="57">
                  <c:v>149</c:v>
                </c:pt>
                <c:pt idx="58">
                  <c:v>129</c:v>
                </c:pt>
                <c:pt idx="59">
                  <c:v>80</c:v>
                </c:pt>
                <c:pt idx="60">
                  <c:v>85</c:v>
                </c:pt>
                <c:pt idx="61">
                  <c:v>88</c:v>
                </c:pt>
                <c:pt idx="62">
                  <c:v>129</c:v>
                </c:pt>
                <c:pt idx="63">
                  <c:v>98</c:v>
                </c:pt>
                <c:pt idx="64">
                  <c:v>82</c:v>
                </c:pt>
                <c:pt idx="65">
                  <c:v>78</c:v>
                </c:pt>
                <c:pt idx="66">
                  <c:v>68</c:v>
                </c:pt>
                <c:pt idx="67">
                  <c:v>70</c:v>
                </c:pt>
                <c:pt idx="68">
                  <c:v>85</c:v>
                </c:pt>
                <c:pt idx="69">
                  <c:v>145</c:v>
                </c:pt>
                <c:pt idx="70">
                  <c:v>79</c:v>
                </c:pt>
                <c:pt idx="71">
                  <c:v>62</c:v>
                </c:pt>
                <c:pt idx="72">
                  <c:v>76</c:v>
                </c:pt>
                <c:pt idx="73">
                  <c:v>91</c:v>
                </c:pt>
                <c:pt idx="74">
                  <c:v>95</c:v>
                </c:pt>
                <c:pt idx="75">
                  <c:v>99</c:v>
                </c:pt>
                <c:pt idx="76">
                  <c:v>97</c:v>
                </c:pt>
                <c:pt idx="77">
                  <c:v>115</c:v>
                </c:pt>
                <c:pt idx="78">
                  <c:v>93</c:v>
                </c:pt>
                <c:pt idx="79">
                  <c:v>66</c:v>
                </c:pt>
                <c:pt idx="80">
                  <c:v>68</c:v>
                </c:pt>
                <c:pt idx="81">
                  <c:v>73</c:v>
                </c:pt>
                <c:pt idx="82">
                  <c:v>62</c:v>
                </c:pt>
                <c:pt idx="83">
                  <c:v>60</c:v>
                </c:pt>
                <c:pt idx="84">
                  <c:v>71</c:v>
                </c:pt>
                <c:pt idx="85">
                  <c:v>65</c:v>
                </c:pt>
                <c:pt idx="86">
                  <c:v>59</c:v>
                </c:pt>
                <c:pt idx="87">
                  <c:v>45</c:v>
                </c:pt>
                <c:pt idx="88">
                  <c:v>54</c:v>
                </c:pt>
                <c:pt idx="89">
                  <c:v>55</c:v>
                </c:pt>
                <c:pt idx="90">
                  <c:v>60</c:v>
                </c:pt>
                <c:pt idx="91">
                  <c:v>40</c:v>
                </c:pt>
                <c:pt idx="92">
                  <c:v>52</c:v>
                </c:pt>
                <c:pt idx="93">
                  <c:v>47</c:v>
                </c:pt>
                <c:pt idx="94">
                  <c:v>48</c:v>
                </c:pt>
                <c:pt idx="95">
                  <c:v>51</c:v>
                </c:pt>
                <c:pt idx="96">
                  <c:v>56</c:v>
                </c:pt>
                <c:pt idx="97">
                  <c:v>51</c:v>
                </c:pt>
                <c:pt idx="98">
                  <c:v>70</c:v>
                </c:pt>
                <c:pt idx="99">
                  <c:v>66</c:v>
                </c:pt>
                <c:pt idx="100">
                  <c:v>64</c:v>
                </c:pt>
                <c:pt idx="101">
                  <c:v>57</c:v>
                </c:pt>
                <c:pt idx="102">
                  <c:v>76</c:v>
                </c:pt>
                <c:pt idx="103">
                  <c:v>59</c:v>
                </c:pt>
                <c:pt idx="104">
                  <c:v>56</c:v>
                </c:pt>
                <c:pt idx="105">
                  <c:v>54</c:v>
                </c:pt>
                <c:pt idx="106">
                  <c:v>56</c:v>
                </c:pt>
                <c:pt idx="107">
                  <c:v>57</c:v>
                </c:pt>
                <c:pt idx="108">
                  <c:v>52</c:v>
                </c:pt>
                <c:pt idx="109">
                  <c:v>53</c:v>
                </c:pt>
                <c:pt idx="110">
                  <c:v>64</c:v>
                </c:pt>
                <c:pt idx="111">
                  <c:v>65</c:v>
                </c:pt>
                <c:pt idx="112">
                  <c:v>70</c:v>
                </c:pt>
                <c:pt idx="113">
                  <c:v>68</c:v>
                </c:pt>
                <c:pt idx="114">
                  <c:v>65</c:v>
                </c:pt>
                <c:pt idx="115">
                  <c:v>64</c:v>
                </c:pt>
                <c:pt idx="116">
                  <c:v>75</c:v>
                </c:pt>
                <c:pt idx="117">
                  <c:v>69</c:v>
                </c:pt>
                <c:pt idx="118">
                  <c:v>89</c:v>
                </c:pt>
                <c:pt idx="119">
                  <c:v>80</c:v>
                </c:pt>
                <c:pt idx="120">
                  <c:v>80</c:v>
                </c:pt>
                <c:pt idx="121">
                  <c:v>83</c:v>
                </c:pt>
                <c:pt idx="122">
                  <c:v>76</c:v>
                </c:pt>
                <c:pt idx="123">
                  <c:v>72</c:v>
                </c:pt>
                <c:pt idx="124">
                  <c:v>64</c:v>
                </c:pt>
                <c:pt idx="125">
                  <c:v>60</c:v>
                </c:pt>
                <c:pt idx="126">
                  <c:v>47</c:v>
                </c:pt>
                <c:pt idx="127">
                  <c:v>47</c:v>
                </c:pt>
                <c:pt idx="128">
                  <c:v>66</c:v>
                </c:pt>
                <c:pt idx="129">
                  <c:v>67</c:v>
                </c:pt>
                <c:pt idx="130">
                  <c:v>69</c:v>
                </c:pt>
                <c:pt idx="131">
                  <c:v>67</c:v>
                </c:pt>
                <c:pt idx="132">
                  <c:v>72</c:v>
                </c:pt>
                <c:pt idx="133">
                  <c:v>47</c:v>
                </c:pt>
                <c:pt idx="134">
                  <c:v>73</c:v>
                </c:pt>
                <c:pt idx="135">
                  <c:v>53</c:v>
                </c:pt>
                <c:pt idx="136">
                  <c:v>59</c:v>
                </c:pt>
                <c:pt idx="137">
                  <c:v>57</c:v>
                </c:pt>
                <c:pt idx="138">
                  <c:v>59</c:v>
                </c:pt>
                <c:pt idx="139">
                  <c:v>87</c:v>
                </c:pt>
                <c:pt idx="140">
                  <c:v>85</c:v>
                </c:pt>
                <c:pt idx="141">
                  <c:v>82</c:v>
                </c:pt>
                <c:pt idx="142">
                  <c:v>91</c:v>
                </c:pt>
                <c:pt idx="143">
                  <c:v>71</c:v>
                </c:pt>
                <c:pt idx="144">
                  <c:v>87</c:v>
                </c:pt>
                <c:pt idx="145">
                  <c:v>75</c:v>
                </c:pt>
                <c:pt idx="146">
                  <c:v>64</c:v>
                </c:pt>
                <c:pt idx="147">
                  <c:v>67</c:v>
                </c:pt>
                <c:pt idx="148">
                  <c:v>64</c:v>
                </c:pt>
                <c:pt idx="149">
                  <c:v>80</c:v>
                </c:pt>
                <c:pt idx="150">
                  <c:v>62</c:v>
                </c:pt>
                <c:pt idx="151">
                  <c:v>59</c:v>
                </c:pt>
                <c:pt idx="152">
                  <c:v>75</c:v>
                </c:pt>
                <c:pt idx="153">
                  <c:v>69</c:v>
                </c:pt>
                <c:pt idx="154">
                  <c:v>72</c:v>
                </c:pt>
                <c:pt idx="155">
                  <c:v>64</c:v>
                </c:pt>
                <c:pt idx="156">
                  <c:v>60</c:v>
                </c:pt>
                <c:pt idx="157">
                  <c:v>53</c:v>
                </c:pt>
                <c:pt idx="158">
                  <c:v>52</c:v>
                </c:pt>
                <c:pt idx="159">
                  <c:v>62</c:v>
                </c:pt>
                <c:pt idx="160">
                  <c:v>64</c:v>
                </c:pt>
                <c:pt idx="161">
                  <c:v>65</c:v>
                </c:pt>
                <c:pt idx="162">
                  <c:v>67</c:v>
                </c:pt>
                <c:pt idx="163">
                  <c:v>59</c:v>
                </c:pt>
                <c:pt idx="164">
                  <c:v>57</c:v>
                </c:pt>
                <c:pt idx="165">
                  <c:v>54</c:v>
                </c:pt>
                <c:pt idx="166">
                  <c:v>64</c:v>
                </c:pt>
                <c:pt idx="167">
                  <c:v>70</c:v>
                </c:pt>
                <c:pt idx="168">
                  <c:v>70</c:v>
                </c:pt>
                <c:pt idx="169">
                  <c:v>67</c:v>
                </c:pt>
                <c:pt idx="170">
                  <c:v>63</c:v>
                </c:pt>
                <c:pt idx="171">
                  <c:v>67</c:v>
                </c:pt>
                <c:pt idx="172">
                  <c:v>82</c:v>
                </c:pt>
                <c:pt idx="173">
                  <c:v>96</c:v>
                </c:pt>
                <c:pt idx="174">
                  <c:v>73</c:v>
                </c:pt>
                <c:pt idx="175">
                  <c:v>68</c:v>
                </c:pt>
                <c:pt idx="176">
                  <c:v>68</c:v>
                </c:pt>
                <c:pt idx="177">
                  <c:v>70</c:v>
                </c:pt>
                <c:pt idx="178">
                  <c:v>58</c:v>
                </c:pt>
                <c:pt idx="179">
                  <c:v>57</c:v>
                </c:pt>
                <c:pt idx="180">
                  <c:v>66</c:v>
                </c:pt>
                <c:pt idx="181">
                  <c:v>73</c:v>
                </c:pt>
                <c:pt idx="182">
                  <c:v>70</c:v>
                </c:pt>
                <c:pt idx="183">
                  <c:v>82</c:v>
                </c:pt>
                <c:pt idx="184">
                  <c:v>68</c:v>
                </c:pt>
                <c:pt idx="185">
                  <c:v>57</c:v>
                </c:pt>
                <c:pt idx="186">
                  <c:v>59</c:v>
                </c:pt>
                <c:pt idx="187">
                  <c:v>73</c:v>
                </c:pt>
                <c:pt idx="188">
                  <c:v>84</c:v>
                </c:pt>
                <c:pt idx="189">
                  <c:v>96</c:v>
                </c:pt>
                <c:pt idx="190">
                  <c:v>98</c:v>
                </c:pt>
                <c:pt idx="191">
                  <c:v>75</c:v>
                </c:pt>
                <c:pt idx="192">
                  <c:v>72</c:v>
                </c:pt>
                <c:pt idx="193">
                  <c:v>59</c:v>
                </c:pt>
                <c:pt idx="194">
                  <c:v>60</c:v>
                </c:pt>
                <c:pt idx="195">
                  <c:v>64</c:v>
                </c:pt>
                <c:pt idx="196">
                  <c:v>76</c:v>
                </c:pt>
                <c:pt idx="197">
                  <c:v>81</c:v>
                </c:pt>
                <c:pt idx="198">
                  <c:v>96</c:v>
                </c:pt>
                <c:pt idx="199">
                  <c:v>114</c:v>
                </c:pt>
                <c:pt idx="200">
                  <c:v>92</c:v>
                </c:pt>
                <c:pt idx="201">
                  <c:v>92</c:v>
                </c:pt>
                <c:pt idx="202">
                  <c:v>90</c:v>
                </c:pt>
                <c:pt idx="203">
                  <c:v>85</c:v>
                </c:pt>
                <c:pt idx="204">
                  <c:v>83</c:v>
                </c:pt>
                <c:pt idx="205">
                  <c:v>103</c:v>
                </c:pt>
                <c:pt idx="206">
                  <c:v>90</c:v>
                </c:pt>
                <c:pt idx="207">
                  <c:v>82</c:v>
                </c:pt>
                <c:pt idx="208">
                  <c:v>98</c:v>
                </c:pt>
                <c:pt idx="209">
                  <c:v>91</c:v>
                </c:pt>
                <c:pt idx="210">
                  <c:v>86</c:v>
                </c:pt>
                <c:pt idx="211">
                  <c:v>90</c:v>
                </c:pt>
                <c:pt idx="212">
                  <c:v>85</c:v>
                </c:pt>
                <c:pt idx="213">
                  <c:v>79</c:v>
                </c:pt>
                <c:pt idx="214">
                  <c:v>84</c:v>
                </c:pt>
                <c:pt idx="215">
                  <c:v>85</c:v>
                </c:pt>
                <c:pt idx="216">
                  <c:v>81</c:v>
                </c:pt>
                <c:pt idx="217">
                  <c:v>87</c:v>
                </c:pt>
                <c:pt idx="218">
                  <c:v>68</c:v>
                </c:pt>
                <c:pt idx="219">
                  <c:v>71</c:v>
                </c:pt>
                <c:pt idx="220">
                  <c:v>72</c:v>
                </c:pt>
                <c:pt idx="221">
                  <c:v>70</c:v>
                </c:pt>
                <c:pt idx="222">
                  <c:v>67</c:v>
                </c:pt>
                <c:pt idx="223">
                  <c:v>89</c:v>
                </c:pt>
                <c:pt idx="224">
                  <c:v>87</c:v>
                </c:pt>
                <c:pt idx="225">
                  <c:v>91</c:v>
                </c:pt>
                <c:pt idx="226">
                  <c:v>94</c:v>
                </c:pt>
                <c:pt idx="227">
                  <c:v>114</c:v>
                </c:pt>
                <c:pt idx="228">
                  <c:v>116</c:v>
                </c:pt>
                <c:pt idx="229">
                  <c:v>74</c:v>
                </c:pt>
                <c:pt idx="230">
                  <c:v>68</c:v>
                </c:pt>
                <c:pt idx="231">
                  <c:v>65</c:v>
                </c:pt>
                <c:pt idx="232">
                  <c:v>62</c:v>
                </c:pt>
                <c:pt idx="233">
                  <c:v>63</c:v>
                </c:pt>
                <c:pt idx="234">
                  <c:v>64</c:v>
                </c:pt>
                <c:pt idx="235">
                  <c:v>62</c:v>
                </c:pt>
                <c:pt idx="236">
                  <c:v>84</c:v>
                </c:pt>
                <c:pt idx="237">
                  <c:v>85</c:v>
                </c:pt>
                <c:pt idx="238">
                  <c:v>57</c:v>
                </c:pt>
                <c:pt idx="239">
                  <c:v>22</c:v>
                </c:pt>
                <c:pt idx="240">
                  <c:v>52</c:v>
                </c:pt>
                <c:pt idx="241">
                  <c:v>48</c:v>
                </c:pt>
                <c:pt idx="242">
                  <c:v>53</c:v>
                </c:pt>
                <c:pt idx="243">
                  <c:v>56</c:v>
                </c:pt>
                <c:pt idx="244">
                  <c:v>72</c:v>
                </c:pt>
                <c:pt idx="245">
                  <c:v>68</c:v>
                </c:pt>
                <c:pt idx="246">
                  <c:v>65</c:v>
                </c:pt>
                <c:pt idx="247">
                  <c:v>64</c:v>
                </c:pt>
                <c:pt idx="248">
                  <c:v>66</c:v>
                </c:pt>
                <c:pt idx="249">
                  <c:v>49</c:v>
                </c:pt>
                <c:pt idx="250">
                  <c:v>53</c:v>
                </c:pt>
                <c:pt idx="251">
                  <c:v>73</c:v>
                </c:pt>
                <c:pt idx="252">
                  <c:v>82</c:v>
                </c:pt>
                <c:pt idx="253">
                  <c:v>85</c:v>
                </c:pt>
                <c:pt idx="254">
                  <c:v>81</c:v>
                </c:pt>
                <c:pt idx="255">
                  <c:v>87</c:v>
                </c:pt>
                <c:pt idx="256">
                  <c:v>97</c:v>
                </c:pt>
                <c:pt idx="257">
                  <c:v>92</c:v>
                </c:pt>
                <c:pt idx="258">
                  <c:v>91</c:v>
                </c:pt>
                <c:pt idx="259">
                  <c:v>97</c:v>
                </c:pt>
                <c:pt idx="260">
                  <c:v>95</c:v>
                </c:pt>
                <c:pt idx="261">
                  <c:v>80</c:v>
                </c:pt>
                <c:pt idx="262">
                  <c:v>74</c:v>
                </c:pt>
                <c:pt idx="263">
                  <c:v>78</c:v>
                </c:pt>
                <c:pt idx="264">
                  <c:v>87</c:v>
                </c:pt>
                <c:pt idx="265">
                  <c:v>94</c:v>
                </c:pt>
                <c:pt idx="266">
                  <c:v>64</c:v>
                </c:pt>
                <c:pt idx="267">
                  <c:v>66</c:v>
                </c:pt>
                <c:pt idx="268">
                  <c:v>65</c:v>
                </c:pt>
                <c:pt idx="269">
                  <c:v>56</c:v>
                </c:pt>
                <c:pt idx="270">
                  <c:v>80</c:v>
                </c:pt>
                <c:pt idx="271">
                  <c:v>88</c:v>
                </c:pt>
                <c:pt idx="272">
                  <c:v>77</c:v>
                </c:pt>
                <c:pt idx="273">
                  <c:v>69</c:v>
                </c:pt>
                <c:pt idx="274">
                  <c:v>81</c:v>
                </c:pt>
                <c:pt idx="275">
                  <c:v>91</c:v>
                </c:pt>
                <c:pt idx="276">
                  <c:v>83</c:v>
                </c:pt>
                <c:pt idx="277">
                  <c:v>78</c:v>
                </c:pt>
                <c:pt idx="278">
                  <c:v>82</c:v>
                </c:pt>
                <c:pt idx="279">
                  <c:v>64</c:v>
                </c:pt>
                <c:pt idx="280">
                  <c:v>60</c:v>
                </c:pt>
                <c:pt idx="281">
                  <c:v>73</c:v>
                </c:pt>
                <c:pt idx="282">
                  <c:v>83</c:v>
                </c:pt>
                <c:pt idx="283">
                  <c:v>88</c:v>
                </c:pt>
                <c:pt idx="284">
                  <c:v>88</c:v>
                </c:pt>
                <c:pt idx="285">
                  <c:v>91</c:v>
                </c:pt>
                <c:pt idx="286">
                  <c:v>96</c:v>
                </c:pt>
                <c:pt idx="287">
                  <c:v>86</c:v>
                </c:pt>
                <c:pt idx="288">
                  <c:v>90</c:v>
                </c:pt>
                <c:pt idx="289">
                  <c:v>83</c:v>
                </c:pt>
                <c:pt idx="290">
                  <c:v>95</c:v>
                </c:pt>
                <c:pt idx="291">
                  <c:v>80</c:v>
                </c:pt>
                <c:pt idx="292">
                  <c:v>98</c:v>
                </c:pt>
                <c:pt idx="293">
                  <c:v>87</c:v>
                </c:pt>
                <c:pt idx="294">
                  <c:v>117</c:v>
                </c:pt>
                <c:pt idx="295">
                  <c:v>152</c:v>
                </c:pt>
                <c:pt idx="296">
                  <c:v>154</c:v>
                </c:pt>
                <c:pt idx="297">
                  <c:v>157</c:v>
                </c:pt>
                <c:pt idx="298">
                  <c:v>101</c:v>
                </c:pt>
                <c:pt idx="299">
                  <c:v>104</c:v>
                </c:pt>
                <c:pt idx="300">
                  <c:v>119</c:v>
                </c:pt>
                <c:pt idx="301">
                  <c:v>118</c:v>
                </c:pt>
                <c:pt idx="302">
                  <c:v>121</c:v>
                </c:pt>
                <c:pt idx="303">
                  <c:v>93</c:v>
                </c:pt>
                <c:pt idx="304">
                  <c:v>96</c:v>
                </c:pt>
                <c:pt idx="305">
                  <c:v>83</c:v>
                </c:pt>
                <c:pt idx="306">
                  <c:v>103</c:v>
                </c:pt>
                <c:pt idx="307">
                  <c:v>97</c:v>
                </c:pt>
                <c:pt idx="308">
                  <c:v>126</c:v>
                </c:pt>
                <c:pt idx="309">
                  <c:v>123</c:v>
                </c:pt>
                <c:pt idx="310">
                  <c:v>126</c:v>
                </c:pt>
                <c:pt idx="311">
                  <c:v>131</c:v>
                </c:pt>
                <c:pt idx="312">
                  <c:v>146</c:v>
                </c:pt>
                <c:pt idx="313">
                  <c:v>154</c:v>
                </c:pt>
                <c:pt idx="314">
                  <c:v>155</c:v>
                </c:pt>
                <c:pt idx="315">
                  <c:v>154</c:v>
                </c:pt>
                <c:pt idx="316">
                  <c:v>145</c:v>
                </c:pt>
                <c:pt idx="317">
                  <c:v>99</c:v>
                </c:pt>
                <c:pt idx="318">
                  <c:v>96</c:v>
                </c:pt>
                <c:pt idx="319">
                  <c:v>62</c:v>
                </c:pt>
                <c:pt idx="320">
                  <c:v>74</c:v>
                </c:pt>
                <c:pt idx="321">
                  <c:v>90</c:v>
                </c:pt>
                <c:pt idx="322">
                  <c:v>96</c:v>
                </c:pt>
                <c:pt idx="323">
                  <c:v>131</c:v>
                </c:pt>
                <c:pt idx="324">
                  <c:v>132</c:v>
                </c:pt>
                <c:pt idx="325">
                  <c:v>111</c:v>
                </c:pt>
                <c:pt idx="326">
                  <c:v>96</c:v>
                </c:pt>
                <c:pt idx="327">
                  <c:v>106</c:v>
                </c:pt>
                <c:pt idx="328">
                  <c:v>97</c:v>
                </c:pt>
                <c:pt idx="329">
                  <c:v>111</c:v>
                </c:pt>
                <c:pt idx="330">
                  <c:v>81</c:v>
                </c:pt>
                <c:pt idx="331">
                  <c:v>85</c:v>
                </c:pt>
                <c:pt idx="332">
                  <c:v>94</c:v>
                </c:pt>
                <c:pt idx="333">
                  <c:v>113</c:v>
                </c:pt>
                <c:pt idx="334">
                  <c:v>133</c:v>
                </c:pt>
                <c:pt idx="335">
                  <c:v>153</c:v>
                </c:pt>
                <c:pt idx="336">
                  <c:v>123</c:v>
                </c:pt>
                <c:pt idx="337">
                  <c:v>152</c:v>
                </c:pt>
                <c:pt idx="338">
                  <c:v>121</c:v>
                </c:pt>
                <c:pt idx="339">
                  <c:v>126</c:v>
                </c:pt>
                <c:pt idx="340">
                  <c:v>152</c:v>
                </c:pt>
                <c:pt idx="341">
                  <c:v>81</c:v>
                </c:pt>
                <c:pt idx="342">
                  <c:v>119</c:v>
                </c:pt>
                <c:pt idx="343">
                  <c:v>105</c:v>
                </c:pt>
                <c:pt idx="344">
                  <c:v>102</c:v>
                </c:pt>
                <c:pt idx="345">
                  <c:v>52</c:v>
                </c:pt>
                <c:pt idx="346">
                  <c:v>80</c:v>
                </c:pt>
                <c:pt idx="347">
                  <c:v>120</c:v>
                </c:pt>
                <c:pt idx="348">
                  <c:v>144</c:v>
                </c:pt>
                <c:pt idx="349">
                  <c:v>114</c:v>
                </c:pt>
                <c:pt idx="350">
                  <c:v>97</c:v>
                </c:pt>
                <c:pt idx="351">
                  <c:v>131</c:v>
                </c:pt>
                <c:pt idx="352">
                  <c:v>144</c:v>
                </c:pt>
                <c:pt idx="353">
                  <c:v>153</c:v>
                </c:pt>
                <c:pt idx="354">
                  <c:v>154</c:v>
                </c:pt>
                <c:pt idx="355">
                  <c:v>155</c:v>
                </c:pt>
                <c:pt idx="356">
                  <c:v>156</c:v>
                </c:pt>
                <c:pt idx="357">
                  <c:v>160</c:v>
                </c:pt>
                <c:pt idx="358">
                  <c:v>164</c:v>
                </c:pt>
                <c:pt idx="359">
                  <c:v>152</c:v>
                </c:pt>
                <c:pt idx="360">
                  <c:v>159</c:v>
                </c:pt>
                <c:pt idx="361">
                  <c:v>131</c:v>
                </c:pt>
                <c:pt idx="362">
                  <c:v>151</c:v>
                </c:pt>
                <c:pt idx="363">
                  <c:v>157</c:v>
                </c:pt>
                <c:pt idx="364">
                  <c:v>152</c:v>
                </c:pt>
                <c:pt idx="365">
                  <c:v>133</c:v>
                </c:pt>
                <c:pt idx="366">
                  <c:v>151</c:v>
                </c:pt>
                <c:pt idx="367">
                  <c:v>107</c:v>
                </c:pt>
                <c:pt idx="368">
                  <c:v>124</c:v>
                </c:pt>
                <c:pt idx="369">
                  <c:v>75</c:v>
                </c:pt>
                <c:pt idx="370">
                  <c:v>77</c:v>
                </c:pt>
                <c:pt idx="371">
                  <c:v>116</c:v>
                </c:pt>
                <c:pt idx="372">
                  <c:v>152</c:v>
                </c:pt>
                <c:pt idx="373">
                  <c:v>152</c:v>
                </c:pt>
                <c:pt idx="374">
                  <c:v>154</c:v>
                </c:pt>
                <c:pt idx="375">
                  <c:v>160</c:v>
                </c:pt>
                <c:pt idx="376">
                  <c:v>152</c:v>
                </c:pt>
                <c:pt idx="377">
                  <c:v>153</c:v>
                </c:pt>
                <c:pt idx="378">
                  <c:v>159</c:v>
                </c:pt>
                <c:pt idx="379">
                  <c:v>157</c:v>
                </c:pt>
                <c:pt idx="380">
                  <c:v>160</c:v>
                </c:pt>
                <c:pt idx="381">
                  <c:v>162</c:v>
                </c:pt>
                <c:pt idx="382">
                  <c:v>161</c:v>
                </c:pt>
                <c:pt idx="383">
                  <c:v>153</c:v>
                </c:pt>
                <c:pt idx="384">
                  <c:v>151</c:v>
                </c:pt>
                <c:pt idx="385">
                  <c:v>151</c:v>
                </c:pt>
                <c:pt idx="386">
                  <c:v>114</c:v>
                </c:pt>
                <c:pt idx="387">
                  <c:v>119</c:v>
                </c:pt>
                <c:pt idx="388">
                  <c:v>124</c:v>
                </c:pt>
                <c:pt idx="389">
                  <c:v>135</c:v>
                </c:pt>
                <c:pt idx="390">
                  <c:v>152</c:v>
                </c:pt>
                <c:pt idx="391">
                  <c:v>128</c:v>
                </c:pt>
                <c:pt idx="392">
                  <c:v>132</c:v>
                </c:pt>
                <c:pt idx="393">
                  <c:v>121</c:v>
                </c:pt>
                <c:pt idx="394">
                  <c:v>127</c:v>
                </c:pt>
                <c:pt idx="395">
                  <c:v>152</c:v>
                </c:pt>
                <c:pt idx="396">
                  <c:v>154</c:v>
                </c:pt>
                <c:pt idx="397">
                  <c:v>88</c:v>
                </c:pt>
                <c:pt idx="398">
                  <c:v>65</c:v>
                </c:pt>
                <c:pt idx="399">
                  <c:v>68</c:v>
                </c:pt>
                <c:pt idx="400">
                  <c:v>94</c:v>
                </c:pt>
                <c:pt idx="401">
                  <c:v>117</c:v>
                </c:pt>
                <c:pt idx="402">
                  <c:v>153</c:v>
                </c:pt>
                <c:pt idx="403">
                  <c:v>156</c:v>
                </c:pt>
                <c:pt idx="404">
                  <c:v>159</c:v>
                </c:pt>
                <c:pt idx="405">
                  <c:v>160</c:v>
                </c:pt>
                <c:pt idx="406">
                  <c:v>145</c:v>
                </c:pt>
                <c:pt idx="407">
                  <c:v>151</c:v>
                </c:pt>
                <c:pt idx="408">
                  <c:v>143</c:v>
                </c:pt>
                <c:pt idx="409">
                  <c:v>136</c:v>
                </c:pt>
                <c:pt idx="410">
                  <c:v>161</c:v>
                </c:pt>
                <c:pt idx="411">
                  <c:v>154</c:v>
                </c:pt>
                <c:pt idx="412">
                  <c:v>152</c:v>
                </c:pt>
                <c:pt idx="413">
                  <c:v>151</c:v>
                </c:pt>
                <c:pt idx="414">
                  <c:v>153</c:v>
                </c:pt>
                <c:pt idx="415">
                  <c:v>154</c:v>
                </c:pt>
                <c:pt idx="416">
                  <c:v>153</c:v>
                </c:pt>
                <c:pt idx="417">
                  <c:v>143</c:v>
                </c:pt>
                <c:pt idx="418">
                  <c:v>151</c:v>
                </c:pt>
                <c:pt idx="419">
                  <c:v>123</c:v>
                </c:pt>
                <c:pt idx="420">
                  <c:v>119</c:v>
                </c:pt>
                <c:pt idx="421">
                  <c:v>127</c:v>
                </c:pt>
                <c:pt idx="422">
                  <c:v>64</c:v>
                </c:pt>
                <c:pt idx="423">
                  <c:v>67</c:v>
                </c:pt>
                <c:pt idx="424">
                  <c:v>61</c:v>
                </c:pt>
                <c:pt idx="425">
                  <c:v>60</c:v>
                </c:pt>
                <c:pt idx="426">
                  <c:v>72</c:v>
                </c:pt>
                <c:pt idx="427">
                  <c:v>82</c:v>
                </c:pt>
                <c:pt idx="428">
                  <c:v>83</c:v>
                </c:pt>
                <c:pt idx="429">
                  <c:v>72</c:v>
                </c:pt>
                <c:pt idx="430">
                  <c:v>62</c:v>
                </c:pt>
                <c:pt idx="431">
                  <c:v>68</c:v>
                </c:pt>
                <c:pt idx="432">
                  <c:v>63</c:v>
                </c:pt>
                <c:pt idx="433">
                  <c:v>59</c:v>
                </c:pt>
                <c:pt idx="434">
                  <c:v>37</c:v>
                </c:pt>
                <c:pt idx="435">
                  <c:v>51</c:v>
                </c:pt>
                <c:pt idx="436">
                  <c:v>70</c:v>
                </c:pt>
                <c:pt idx="437">
                  <c:v>73</c:v>
                </c:pt>
                <c:pt idx="438">
                  <c:v>89</c:v>
                </c:pt>
                <c:pt idx="439">
                  <c:v>96</c:v>
                </c:pt>
                <c:pt idx="440">
                  <c:v>104</c:v>
                </c:pt>
                <c:pt idx="441">
                  <c:v>110</c:v>
                </c:pt>
                <c:pt idx="442">
                  <c:v>108</c:v>
                </c:pt>
                <c:pt idx="443">
                  <c:v>80</c:v>
                </c:pt>
                <c:pt idx="444">
                  <c:v>63</c:v>
                </c:pt>
                <c:pt idx="445">
                  <c:v>52</c:v>
                </c:pt>
                <c:pt idx="446">
                  <c:v>48</c:v>
                </c:pt>
                <c:pt idx="447">
                  <c:v>41</c:v>
                </c:pt>
                <c:pt idx="448">
                  <c:v>64</c:v>
                </c:pt>
                <c:pt idx="449">
                  <c:v>68</c:v>
                </c:pt>
                <c:pt idx="450">
                  <c:v>86</c:v>
                </c:pt>
                <c:pt idx="451">
                  <c:v>75</c:v>
                </c:pt>
                <c:pt idx="452">
                  <c:v>60</c:v>
                </c:pt>
                <c:pt idx="453">
                  <c:v>66</c:v>
                </c:pt>
                <c:pt idx="454">
                  <c:v>60</c:v>
                </c:pt>
                <c:pt idx="455">
                  <c:v>61</c:v>
                </c:pt>
                <c:pt idx="456">
                  <c:v>60</c:v>
                </c:pt>
                <c:pt idx="457">
                  <c:v>72</c:v>
                </c:pt>
                <c:pt idx="458">
                  <c:v>82</c:v>
                </c:pt>
                <c:pt idx="459">
                  <c:v>83</c:v>
                </c:pt>
                <c:pt idx="460">
                  <c:v>72</c:v>
                </c:pt>
                <c:pt idx="461">
                  <c:v>38</c:v>
                </c:pt>
                <c:pt idx="462">
                  <c:v>56</c:v>
                </c:pt>
                <c:pt idx="463">
                  <c:v>56</c:v>
                </c:pt>
                <c:pt idx="464">
                  <c:v>58</c:v>
                </c:pt>
                <c:pt idx="465">
                  <c:v>65</c:v>
                </c:pt>
                <c:pt idx="466">
                  <c:v>64</c:v>
                </c:pt>
                <c:pt idx="467">
                  <c:v>66</c:v>
                </c:pt>
                <c:pt idx="468">
                  <c:v>81</c:v>
                </c:pt>
                <c:pt idx="469">
                  <c:v>60</c:v>
                </c:pt>
                <c:pt idx="470">
                  <c:v>55</c:v>
                </c:pt>
                <c:pt idx="471">
                  <c:v>40</c:v>
                </c:pt>
                <c:pt idx="472">
                  <c:v>45</c:v>
                </c:pt>
                <c:pt idx="473">
                  <c:v>53</c:v>
                </c:pt>
                <c:pt idx="474">
                  <c:v>59</c:v>
                </c:pt>
                <c:pt idx="475">
                  <c:v>40</c:v>
                </c:pt>
                <c:pt idx="476">
                  <c:v>30</c:v>
                </c:pt>
                <c:pt idx="477">
                  <c:v>43</c:v>
                </c:pt>
                <c:pt idx="478">
                  <c:v>49</c:v>
                </c:pt>
                <c:pt idx="479">
                  <c:v>56</c:v>
                </c:pt>
                <c:pt idx="480">
                  <c:v>62</c:v>
                </c:pt>
                <c:pt idx="481">
                  <c:v>56</c:v>
                </c:pt>
                <c:pt idx="482">
                  <c:v>62</c:v>
                </c:pt>
                <c:pt idx="483">
                  <c:v>60</c:v>
                </c:pt>
                <c:pt idx="484">
                  <c:v>63</c:v>
                </c:pt>
                <c:pt idx="485">
                  <c:v>60</c:v>
                </c:pt>
                <c:pt idx="486">
                  <c:v>64</c:v>
                </c:pt>
                <c:pt idx="487">
                  <c:v>75</c:v>
                </c:pt>
                <c:pt idx="488">
                  <c:v>94</c:v>
                </c:pt>
                <c:pt idx="489">
                  <c:v>68</c:v>
                </c:pt>
                <c:pt idx="490">
                  <c:v>71</c:v>
                </c:pt>
                <c:pt idx="491">
                  <c:v>69</c:v>
                </c:pt>
                <c:pt idx="492">
                  <c:v>65</c:v>
                </c:pt>
                <c:pt idx="493">
                  <c:v>63</c:v>
                </c:pt>
                <c:pt idx="494">
                  <c:v>64</c:v>
                </c:pt>
                <c:pt idx="495">
                  <c:v>62</c:v>
                </c:pt>
                <c:pt idx="496">
                  <c:v>63</c:v>
                </c:pt>
                <c:pt idx="497">
                  <c:v>60</c:v>
                </c:pt>
                <c:pt idx="498">
                  <c:v>64</c:v>
                </c:pt>
                <c:pt idx="499">
                  <c:v>58</c:v>
                </c:pt>
                <c:pt idx="500">
                  <c:v>60</c:v>
                </c:pt>
                <c:pt idx="501">
                  <c:v>64</c:v>
                </c:pt>
                <c:pt idx="502">
                  <c:v>60</c:v>
                </c:pt>
                <c:pt idx="503">
                  <c:v>65</c:v>
                </c:pt>
                <c:pt idx="504">
                  <c:v>91</c:v>
                </c:pt>
                <c:pt idx="505">
                  <c:v>53</c:v>
                </c:pt>
                <c:pt idx="506">
                  <c:v>55</c:v>
                </c:pt>
                <c:pt idx="507">
                  <c:v>52</c:v>
                </c:pt>
                <c:pt idx="508">
                  <c:v>51</c:v>
                </c:pt>
                <c:pt idx="509">
                  <c:v>48</c:v>
                </c:pt>
                <c:pt idx="510">
                  <c:v>64</c:v>
                </c:pt>
                <c:pt idx="511">
                  <c:v>69</c:v>
                </c:pt>
                <c:pt idx="512">
                  <c:v>80</c:v>
                </c:pt>
                <c:pt idx="513">
                  <c:v>89</c:v>
                </c:pt>
                <c:pt idx="514">
                  <c:v>73</c:v>
                </c:pt>
                <c:pt idx="515">
                  <c:v>65</c:v>
                </c:pt>
                <c:pt idx="516">
                  <c:v>41</c:v>
                </c:pt>
                <c:pt idx="517">
                  <c:v>54</c:v>
                </c:pt>
                <c:pt idx="518">
                  <c:v>57</c:v>
                </c:pt>
                <c:pt idx="519">
                  <c:v>47</c:v>
                </c:pt>
                <c:pt idx="520">
                  <c:v>75</c:v>
                </c:pt>
                <c:pt idx="521">
                  <c:v>98</c:v>
                </c:pt>
                <c:pt idx="522">
                  <c:v>101</c:v>
                </c:pt>
                <c:pt idx="523">
                  <c:v>95</c:v>
                </c:pt>
                <c:pt idx="524">
                  <c:v>104</c:v>
                </c:pt>
                <c:pt idx="525">
                  <c:v>96</c:v>
                </c:pt>
                <c:pt idx="526">
                  <c:v>107</c:v>
                </c:pt>
                <c:pt idx="527">
                  <c:v>68</c:v>
                </c:pt>
                <c:pt idx="528">
                  <c:v>57</c:v>
                </c:pt>
                <c:pt idx="529">
                  <c:v>78</c:v>
                </c:pt>
                <c:pt idx="530">
                  <c:v>61</c:v>
                </c:pt>
                <c:pt idx="531">
                  <c:v>48</c:v>
                </c:pt>
                <c:pt idx="532">
                  <c:v>56</c:v>
                </c:pt>
                <c:pt idx="533">
                  <c:v>73</c:v>
                </c:pt>
                <c:pt idx="534">
                  <c:v>64</c:v>
                </c:pt>
                <c:pt idx="535">
                  <c:v>57</c:v>
                </c:pt>
                <c:pt idx="536">
                  <c:v>66</c:v>
                </c:pt>
                <c:pt idx="537">
                  <c:v>53</c:v>
                </c:pt>
                <c:pt idx="538">
                  <c:v>59</c:v>
                </c:pt>
                <c:pt idx="539">
                  <c:v>56</c:v>
                </c:pt>
                <c:pt idx="540">
                  <c:v>53</c:v>
                </c:pt>
                <c:pt idx="541">
                  <c:v>41</c:v>
                </c:pt>
                <c:pt idx="542">
                  <c:v>54</c:v>
                </c:pt>
                <c:pt idx="543">
                  <c:v>64</c:v>
                </c:pt>
                <c:pt idx="544">
                  <c:v>66</c:v>
                </c:pt>
                <c:pt idx="545">
                  <c:v>74</c:v>
                </c:pt>
                <c:pt idx="546">
                  <c:v>94</c:v>
                </c:pt>
                <c:pt idx="547">
                  <c:v>90</c:v>
                </c:pt>
                <c:pt idx="548">
                  <c:v>41</c:v>
                </c:pt>
                <c:pt idx="549">
                  <c:v>67</c:v>
                </c:pt>
                <c:pt idx="550">
                  <c:v>57</c:v>
                </c:pt>
                <c:pt idx="551">
                  <c:v>68</c:v>
                </c:pt>
                <c:pt idx="552">
                  <c:v>69</c:v>
                </c:pt>
                <c:pt idx="553">
                  <c:v>64</c:v>
                </c:pt>
                <c:pt idx="554">
                  <c:v>32</c:v>
                </c:pt>
                <c:pt idx="555">
                  <c:v>39</c:v>
                </c:pt>
                <c:pt idx="556">
                  <c:v>53</c:v>
                </c:pt>
                <c:pt idx="557">
                  <c:v>40</c:v>
                </c:pt>
                <c:pt idx="558">
                  <c:v>55</c:v>
                </c:pt>
                <c:pt idx="559">
                  <c:v>36</c:v>
                </c:pt>
                <c:pt idx="560">
                  <c:v>53</c:v>
                </c:pt>
                <c:pt idx="561">
                  <c:v>47</c:v>
                </c:pt>
                <c:pt idx="562">
                  <c:v>96</c:v>
                </c:pt>
                <c:pt idx="563">
                  <c:v>113</c:v>
                </c:pt>
                <c:pt idx="564">
                  <c:v>82</c:v>
                </c:pt>
                <c:pt idx="565">
                  <c:v>68</c:v>
                </c:pt>
                <c:pt idx="566">
                  <c:v>74</c:v>
                </c:pt>
                <c:pt idx="567">
                  <c:v>64</c:v>
                </c:pt>
                <c:pt idx="568">
                  <c:v>62</c:v>
                </c:pt>
                <c:pt idx="569">
                  <c:v>64</c:v>
                </c:pt>
                <c:pt idx="570">
                  <c:v>52</c:v>
                </c:pt>
                <c:pt idx="571">
                  <c:v>47</c:v>
                </c:pt>
                <c:pt idx="572">
                  <c:v>40</c:v>
                </c:pt>
                <c:pt idx="573">
                  <c:v>35</c:v>
                </c:pt>
                <c:pt idx="574">
                  <c:v>51</c:v>
                </c:pt>
                <c:pt idx="575">
                  <c:v>52</c:v>
                </c:pt>
                <c:pt idx="576">
                  <c:v>53</c:v>
                </c:pt>
                <c:pt idx="577">
                  <c:v>61</c:v>
                </c:pt>
                <c:pt idx="578">
                  <c:v>62</c:v>
                </c:pt>
                <c:pt idx="579">
                  <c:v>98</c:v>
                </c:pt>
                <c:pt idx="580">
                  <c:v>62</c:v>
                </c:pt>
                <c:pt idx="581">
                  <c:v>78</c:v>
                </c:pt>
                <c:pt idx="582">
                  <c:v>59</c:v>
                </c:pt>
                <c:pt idx="583">
                  <c:v>104</c:v>
                </c:pt>
                <c:pt idx="584">
                  <c:v>81</c:v>
                </c:pt>
                <c:pt idx="585">
                  <c:v>85</c:v>
                </c:pt>
                <c:pt idx="586">
                  <c:v>95</c:v>
                </c:pt>
                <c:pt idx="587">
                  <c:v>96</c:v>
                </c:pt>
                <c:pt idx="588">
                  <c:v>92</c:v>
                </c:pt>
                <c:pt idx="589">
                  <c:v>63</c:v>
                </c:pt>
                <c:pt idx="590">
                  <c:v>57</c:v>
                </c:pt>
                <c:pt idx="591">
                  <c:v>51</c:v>
                </c:pt>
                <c:pt idx="592">
                  <c:v>57</c:v>
                </c:pt>
                <c:pt idx="593">
                  <c:v>96</c:v>
                </c:pt>
                <c:pt idx="594">
                  <c:v>98</c:v>
                </c:pt>
                <c:pt idx="595">
                  <c:v>91</c:v>
                </c:pt>
                <c:pt idx="596">
                  <c:v>59</c:v>
                </c:pt>
                <c:pt idx="597">
                  <c:v>57</c:v>
                </c:pt>
                <c:pt idx="598">
                  <c:v>51</c:v>
                </c:pt>
                <c:pt idx="599">
                  <c:v>60</c:v>
                </c:pt>
                <c:pt idx="600">
                  <c:v>68</c:v>
                </c:pt>
                <c:pt idx="601">
                  <c:v>99</c:v>
                </c:pt>
                <c:pt idx="602">
                  <c:v>106</c:v>
                </c:pt>
                <c:pt idx="603">
                  <c:v>111</c:v>
                </c:pt>
                <c:pt idx="604">
                  <c:v>52</c:v>
                </c:pt>
                <c:pt idx="605">
                  <c:v>66</c:v>
                </c:pt>
                <c:pt idx="606">
                  <c:v>54</c:v>
                </c:pt>
                <c:pt idx="607">
                  <c:v>65</c:v>
                </c:pt>
                <c:pt idx="608">
                  <c:v>63</c:v>
                </c:pt>
                <c:pt idx="609">
                  <c:v>61</c:v>
                </c:pt>
                <c:pt idx="610">
                  <c:v>66</c:v>
                </c:pt>
                <c:pt idx="611">
                  <c:v>78</c:v>
                </c:pt>
                <c:pt idx="612">
                  <c:v>85</c:v>
                </c:pt>
                <c:pt idx="613">
                  <c:v>96</c:v>
                </c:pt>
                <c:pt idx="614">
                  <c:v>105</c:v>
                </c:pt>
                <c:pt idx="615">
                  <c:v>69</c:v>
                </c:pt>
                <c:pt idx="616">
                  <c:v>56</c:v>
                </c:pt>
                <c:pt idx="617">
                  <c:v>30</c:v>
                </c:pt>
                <c:pt idx="618">
                  <c:v>23</c:v>
                </c:pt>
                <c:pt idx="619">
                  <c:v>61</c:v>
                </c:pt>
                <c:pt idx="620">
                  <c:v>57</c:v>
                </c:pt>
                <c:pt idx="621">
                  <c:v>66</c:v>
                </c:pt>
                <c:pt idx="622">
                  <c:v>57</c:v>
                </c:pt>
                <c:pt idx="623">
                  <c:v>91</c:v>
                </c:pt>
                <c:pt idx="624">
                  <c:v>90</c:v>
                </c:pt>
                <c:pt idx="625">
                  <c:v>84</c:v>
                </c:pt>
                <c:pt idx="626">
                  <c:v>98</c:v>
                </c:pt>
                <c:pt idx="627">
                  <c:v>88</c:v>
                </c:pt>
                <c:pt idx="628">
                  <c:v>70</c:v>
                </c:pt>
                <c:pt idx="629">
                  <c:v>68</c:v>
                </c:pt>
                <c:pt idx="630">
                  <c:v>52</c:v>
                </c:pt>
                <c:pt idx="631">
                  <c:v>61</c:v>
                </c:pt>
                <c:pt idx="632">
                  <c:v>62</c:v>
                </c:pt>
                <c:pt idx="633">
                  <c:v>68</c:v>
                </c:pt>
                <c:pt idx="634">
                  <c:v>98</c:v>
                </c:pt>
                <c:pt idx="635">
                  <c:v>93</c:v>
                </c:pt>
                <c:pt idx="636">
                  <c:v>95</c:v>
                </c:pt>
                <c:pt idx="637">
                  <c:v>119</c:v>
                </c:pt>
                <c:pt idx="638">
                  <c:v>85</c:v>
                </c:pt>
                <c:pt idx="639">
                  <c:v>77</c:v>
                </c:pt>
                <c:pt idx="640">
                  <c:v>51</c:v>
                </c:pt>
                <c:pt idx="641">
                  <c:v>75</c:v>
                </c:pt>
                <c:pt idx="642">
                  <c:v>51</c:v>
                </c:pt>
                <c:pt idx="643">
                  <c:v>62</c:v>
                </c:pt>
                <c:pt idx="644">
                  <c:v>75</c:v>
                </c:pt>
                <c:pt idx="645">
                  <c:v>77</c:v>
                </c:pt>
                <c:pt idx="646">
                  <c:v>89</c:v>
                </c:pt>
                <c:pt idx="647">
                  <c:v>66</c:v>
                </c:pt>
                <c:pt idx="648">
                  <c:v>42</c:v>
                </c:pt>
                <c:pt idx="649">
                  <c:v>57</c:v>
                </c:pt>
                <c:pt idx="650">
                  <c:v>71</c:v>
                </c:pt>
                <c:pt idx="651">
                  <c:v>82</c:v>
                </c:pt>
                <c:pt idx="652">
                  <c:v>67</c:v>
                </c:pt>
                <c:pt idx="653">
                  <c:v>62</c:v>
                </c:pt>
                <c:pt idx="654">
                  <c:v>63</c:v>
                </c:pt>
                <c:pt idx="655">
                  <c:v>53</c:v>
                </c:pt>
                <c:pt idx="656">
                  <c:v>58</c:v>
                </c:pt>
                <c:pt idx="657">
                  <c:v>69</c:v>
                </c:pt>
                <c:pt idx="658">
                  <c:v>94</c:v>
                </c:pt>
                <c:pt idx="659">
                  <c:v>82</c:v>
                </c:pt>
                <c:pt idx="660">
                  <c:v>66</c:v>
                </c:pt>
                <c:pt idx="661">
                  <c:v>52</c:v>
                </c:pt>
                <c:pt idx="662">
                  <c:v>64</c:v>
                </c:pt>
                <c:pt idx="663">
                  <c:v>70</c:v>
                </c:pt>
                <c:pt idx="664">
                  <c:v>74</c:v>
                </c:pt>
                <c:pt idx="665">
                  <c:v>76</c:v>
                </c:pt>
                <c:pt idx="666">
                  <c:v>72</c:v>
                </c:pt>
                <c:pt idx="667">
                  <c:v>82</c:v>
                </c:pt>
                <c:pt idx="668">
                  <c:v>72</c:v>
                </c:pt>
                <c:pt idx="669">
                  <c:v>92</c:v>
                </c:pt>
                <c:pt idx="670">
                  <c:v>131</c:v>
                </c:pt>
                <c:pt idx="671">
                  <c:v>162</c:v>
                </c:pt>
                <c:pt idx="672">
                  <c:v>153</c:v>
                </c:pt>
                <c:pt idx="673">
                  <c:v>154</c:v>
                </c:pt>
                <c:pt idx="674">
                  <c:v>155</c:v>
                </c:pt>
                <c:pt idx="675">
                  <c:v>152</c:v>
                </c:pt>
                <c:pt idx="676">
                  <c:v>151</c:v>
                </c:pt>
                <c:pt idx="677">
                  <c:v>104</c:v>
                </c:pt>
                <c:pt idx="678">
                  <c:v>109</c:v>
                </c:pt>
                <c:pt idx="679">
                  <c:v>123</c:v>
                </c:pt>
                <c:pt idx="680">
                  <c:v>111</c:v>
                </c:pt>
                <c:pt idx="681">
                  <c:v>133</c:v>
                </c:pt>
                <c:pt idx="682">
                  <c:v>141</c:v>
                </c:pt>
                <c:pt idx="683">
                  <c:v>109</c:v>
                </c:pt>
                <c:pt idx="684">
                  <c:v>131</c:v>
                </c:pt>
                <c:pt idx="685">
                  <c:v>151</c:v>
                </c:pt>
                <c:pt idx="686">
                  <c:v>140</c:v>
                </c:pt>
                <c:pt idx="687">
                  <c:v>152</c:v>
                </c:pt>
                <c:pt idx="688">
                  <c:v>153</c:v>
                </c:pt>
                <c:pt idx="689">
                  <c:v>153</c:v>
                </c:pt>
                <c:pt idx="690">
                  <c:v>148</c:v>
                </c:pt>
                <c:pt idx="691">
                  <c:v>130</c:v>
                </c:pt>
                <c:pt idx="692">
                  <c:v>145</c:v>
                </c:pt>
                <c:pt idx="693">
                  <c:v>154</c:v>
                </c:pt>
                <c:pt idx="694">
                  <c:v>156</c:v>
                </c:pt>
                <c:pt idx="695">
                  <c:v>157</c:v>
                </c:pt>
                <c:pt idx="696">
                  <c:v>135</c:v>
                </c:pt>
                <c:pt idx="697">
                  <c:v>133</c:v>
                </c:pt>
                <c:pt idx="698">
                  <c:v>141</c:v>
                </c:pt>
                <c:pt idx="699">
                  <c:v>174</c:v>
                </c:pt>
                <c:pt idx="700">
                  <c:v>171</c:v>
                </c:pt>
                <c:pt idx="701">
                  <c:v>191</c:v>
                </c:pt>
                <c:pt idx="702">
                  <c:v>157</c:v>
                </c:pt>
                <c:pt idx="703">
                  <c:v>144</c:v>
                </c:pt>
                <c:pt idx="704">
                  <c:v>151</c:v>
                </c:pt>
                <c:pt idx="705">
                  <c:v>158</c:v>
                </c:pt>
                <c:pt idx="706">
                  <c:v>170</c:v>
                </c:pt>
                <c:pt idx="707">
                  <c:v>174</c:v>
                </c:pt>
                <c:pt idx="708">
                  <c:v>164</c:v>
                </c:pt>
                <c:pt idx="709">
                  <c:v>166</c:v>
                </c:pt>
                <c:pt idx="710">
                  <c:v>184</c:v>
                </c:pt>
                <c:pt idx="711">
                  <c:v>171</c:v>
                </c:pt>
                <c:pt idx="712">
                  <c:v>169</c:v>
                </c:pt>
                <c:pt idx="713">
                  <c:v>189</c:v>
                </c:pt>
                <c:pt idx="714">
                  <c:v>160</c:v>
                </c:pt>
                <c:pt idx="715">
                  <c:v>160</c:v>
                </c:pt>
                <c:pt idx="716">
                  <c:v>180</c:v>
                </c:pt>
                <c:pt idx="717">
                  <c:v>199</c:v>
                </c:pt>
                <c:pt idx="718">
                  <c:v>206</c:v>
                </c:pt>
                <c:pt idx="719">
                  <c:v>248</c:v>
                </c:pt>
                <c:pt idx="720">
                  <c:v>232</c:v>
                </c:pt>
                <c:pt idx="721">
                  <c:v>206</c:v>
                </c:pt>
                <c:pt idx="722">
                  <c:v>184</c:v>
                </c:pt>
                <c:pt idx="723">
                  <c:v>196</c:v>
                </c:pt>
                <c:pt idx="724">
                  <c:v>177</c:v>
                </c:pt>
                <c:pt idx="725">
                  <c:v>151</c:v>
                </c:pt>
                <c:pt idx="726">
                  <c:v>166</c:v>
                </c:pt>
                <c:pt idx="727">
                  <c:v>167</c:v>
                </c:pt>
                <c:pt idx="728">
                  <c:v>166</c:v>
                </c:pt>
                <c:pt idx="729">
                  <c:v>166</c:v>
                </c:pt>
                <c:pt idx="730">
                  <c:v>180</c:v>
                </c:pt>
                <c:pt idx="731">
                  <c:v>159</c:v>
                </c:pt>
                <c:pt idx="732">
                  <c:v>163</c:v>
                </c:pt>
                <c:pt idx="733">
                  <c:v>120</c:v>
                </c:pt>
                <c:pt idx="734">
                  <c:v>101</c:v>
                </c:pt>
                <c:pt idx="735">
                  <c:v>152</c:v>
                </c:pt>
                <c:pt idx="736">
                  <c:v>123</c:v>
                </c:pt>
                <c:pt idx="737">
                  <c:v>69</c:v>
                </c:pt>
                <c:pt idx="738">
                  <c:v>100</c:v>
                </c:pt>
                <c:pt idx="739">
                  <c:v>139</c:v>
                </c:pt>
                <c:pt idx="740">
                  <c:v>152</c:v>
                </c:pt>
                <c:pt idx="741">
                  <c:v>170</c:v>
                </c:pt>
                <c:pt idx="742">
                  <c:v>176</c:v>
                </c:pt>
                <c:pt idx="743">
                  <c:v>178</c:v>
                </c:pt>
                <c:pt idx="744">
                  <c:v>189</c:v>
                </c:pt>
                <c:pt idx="745">
                  <c:v>189</c:v>
                </c:pt>
                <c:pt idx="746">
                  <c:v>197</c:v>
                </c:pt>
                <c:pt idx="747">
                  <c:v>184</c:v>
                </c:pt>
                <c:pt idx="748">
                  <c:v>164</c:v>
                </c:pt>
                <c:pt idx="749">
                  <c:v>178</c:v>
                </c:pt>
                <c:pt idx="750">
                  <c:v>153</c:v>
                </c:pt>
                <c:pt idx="751">
                  <c:v>69</c:v>
                </c:pt>
                <c:pt idx="752">
                  <c:v>78</c:v>
                </c:pt>
                <c:pt idx="753">
                  <c:v>109</c:v>
                </c:pt>
                <c:pt idx="754">
                  <c:v>128</c:v>
                </c:pt>
                <c:pt idx="755">
                  <c:v>145</c:v>
                </c:pt>
                <c:pt idx="756">
                  <c:v>156</c:v>
                </c:pt>
                <c:pt idx="757">
                  <c:v>163</c:v>
                </c:pt>
                <c:pt idx="758">
                  <c:v>187</c:v>
                </c:pt>
                <c:pt idx="759">
                  <c:v>169</c:v>
                </c:pt>
                <c:pt idx="760">
                  <c:v>175</c:v>
                </c:pt>
                <c:pt idx="761">
                  <c:v>154</c:v>
                </c:pt>
                <c:pt idx="762">
                  <c:v>153</c:v>
                </c:pt>
                <c:pt idx="763">
                  <c:v>77</c:v>
                </c:pt>
                <c:pt idx="764">
                  <c:v>142</c:v>
                </c:pt>
                <c:pt idx="765">
                  <c:v>156</c:v>
                </c:pt>
                <c:pt idx="766">
                  <c:v>160</c:v>
                </c:pt>
                <c:pt idx="767">
                  <c:v>109</c:v>
                </c:pt>
                <c:pt idx="768">
                  <c:v>147</c:v>
                </c:pt>
                <c:pt idx="769">
                  <c:v>81</c:v>
                </c:pt>
                <c:pt idx="770">
                  <c:v>134</c:v>
                </c:pt>
                <c:pt idx="771">
                  <c:v>140</c:v>
                </c:pt>
                <c:pt idx="772">
                  <c:v>163</c:v>
                </c:pt>
                <c:pt idx="773">
                  <c:v>158</c:v>
                </c:pt>
                <c:pt idx="774">
                  <c:v>157</c:v>
                </c:pt>
                <c:pt idx="775">
                  <c:v>152</c:v>
                </c:pt>
                <c:pt idx="776">
                  <c:v>155</c:v>
                </c:pt>
                <c:pt idx="777">
                  <c:v>152</c:v>
                </c:pt>
                <c:pt idx="778">
                  <c:v>135</c:v>
                </c:pt>
                <c:pt idx="779">
                  <c:v>75</c:v>
                </c:pt>
                <c:pt idx="780">
                  <c:v>73</c:v>
                </c:pt>
                <c:pt idx="781">
                  <c:v>111</c:v>
                </c:pt>
                <c:pt idx="782">
                  <c:v>148</c:v>
                </c:pt>
                <c:pt idx="783">
                  <c:v>126</c:v>
                </c:pt>
                <c:pt idx="784">
                  <c:v>161</c:v>
                </c:pt>
                <c:pt idx="785">
                  <c:v>102</c:v>
                </c:pt>
                <c:pt idx="786">
                  <c:v>114</c:v>
                </c:pt>
                <c:pt idx="787">
                  <c:v>116</c:v>
                </c:pt>
                <c:pt idx="788">
                  <c:v>125</c:v>
                </c:pt>
                <c:pt idx="789">
                  <c:v>107</c:v>
                </c:pt>
                <c:pt idx="790">
                  <c:v>147</c:v>
                </c:pt>
                <c:pt idx="791">
                  <c:v>98</c:v>
                </c:pt>
                <c:pt idx="792">
                  <c:v>117</c:v>
                </c:pt>
                <c:pt idx="793">
                  <c:v>160</c:v>
                </c:pt>
                <c:pt idx="794">
                  <c:v>93</c:v>
                </c:pt>
                <c:pt idx="795">
                  <c:v>69</c:v>
                </c:pt>
                <c:pt idx="796">
                  <c:v>96</c:v>
                </c:pt>
                <c:pt idx="797">
                  <c:v>96</c:v>
                </c:pt>
                <c:pt idx="798">
                  <c:v>93</c:v>
                </c:pt>
                <c:pt idx="799">
                  <c:v>130</c:v>
                </c:pt>
                <c:pt idx="800">
                  <c:v>152</c:v>
                </c:pt>
                <c:pt idx="801">
                  <c:v>94</c:v>
                </c:pt>
                <c:pt idx="802">
                  <c:v>73</c:v>
                </c:pt>
                <c:pt idx="803">
                  <c:v>89</c:v>
                </c:pt>
                <c:pt idx="804">
                  <c:v>96</c:v>
                </c:pt>
                <c:pt idx="805">
                  <c:v>104</c:v>
                </c:pt>
                <c:pt idx="806">
                  <c:v>108</c:v>
                </c:pt>
                <c:pt idx="807">
                  <c:v>96</c:v>
                </c:pt>
                <c:pt idx="808">
                  <c:v>103</c:v>
                </c:pt>
                <c:pt idx="809">
                  <c:v>98</c:v>
                </c:pt>
                <c:pt idx="810">
                  <c:v>96</c:v>
                </c:pt>
                <c:pt idx="811">
                  <c:v>95</c:v>
                </c:pt>
                <c:pt idx="812">
                  <c:v>84</c:v>
                </c:pt>
                <c:pt idx="813">
                  <c:v>80</c:v>
                </c:pt>
                <c:pt idx="814">
                  <c:v>81</c:v>
                </c:pt>
                <c:pt idx="815">
                  <c:v>84</c:v>
                </c:pt>
                <c:pt idx="816">
                  <c:v>138</c:v>
                </c:pt>
                <c:pt idx="817">
                  <c:v>155</c:v>
                </c:pt>
                <c:pt idx="818">
                  <c:v>158</c:v>
                </c:pt>
                <c:pt idx="819">
                  <c:v>145</c:v>
                </c:pt>
                <c:pt idx="820">
                  <c:v>104</c:v>
                </c:pt>
                <c:pt idx="821">
                  <c:v>81</c:v>
                </c:pt>
                <c:pt idx="822">
                  <c:v>78</c:v>
                </c:pt>
                <c:pt idx="823">
                  <c:v>95</c:v>
                </c:pt>
                <c:pt idx="824">
                  <c:v>85</c:v>
                </c:pt>
                <c:pt idx="825">
                  <c:v>83</c:v>
                </c:pt>
                <c:pt idx="826">
                  <c:v>85</c:v>
                </c:pt>
                <c:pt idx="827">
                  <c:v>94</c:v>
                </c:pt>
                <c:pt idx="828">
                  <c:v>91</c:v>
                </c:pt>
                <c:pt idx="829">
                  <c:v>91</c:v>
                </c:pt>
                <c:pt idx="830">
                  <c:v>89</c:v>
                </c:pt>
                <c:pt idx="831">
                  <c:v>96</c:v>
                </c:pt>
                <c:pt idx="832">
                  <c:v>85</c:v>
                </c:pt>
                <c:pt idx="833">
                  <c:v>64</c:v>
                </c:pt>
                <c:pt idx="834">
                  <c:v>61</c:v>
                </c:pt>
                <c:pt idx="835">
                  <c:v>66</c:v>
                </c:pt>
                <c:pt idx="836">
                  <c:v>76</c:v>
                </c:pt>
                <c:pt idx="837">
                  <c:v>90</c:v>
                </c:pt>
                <c:pt idx="838">
                  <c:v>77</c:v>
                </c:pt>
                <c:pt idx="839">
                  <c:v>69</c:v>
                </c:pt>
                <c:pt idx="840">
                  <c:v>53</c:v>
                </c:pt>
                <c:pt idx="841">
                  <c:v>60</c:v>
                </c:pt>
                <c:pt idx="842">
                  <c:v>70</c:v>
                </c:pt>
                <c:pt idx="843">
                  <c:v>52</c:v>
                </c:pt>
                <c:pt idx="844">
                  <c:v>52</c:v>
                </c:pt>
                <c:pt idx="845">
                  <c:v>62</c:v>
                </c:pt>
                <c:pt idx="846">
                  <c:v>60</c:v>
                </c:pt>
                <c:pt idx="847">
                  <c:v>82</c:v>
                </c:pt>
                <c:pt idx="848">
                  <c:v>57</c:v>
                </c:pt>
                <c:pt idx="849">
                  <c:v>60</c:v>
                </c:pt>
                <c:pt idx="850">
                  <c:v>68</c:v>
                </c:pt>
                <c:pt idx="851">
                  <c:v>70</c:v>
                </c:pt>
                <c:pt idx="852">
                  <c:v>61</c:v>
                </c:pt>
                <c:pt idx="853">
                  <c:v>64</c:v>
                </c:pt>
                <c:pt idx="854">
                  <c:v>51</c:v>
                </c:pt>
                <c:pt idx="855">
                  <c:v>59</c:v>
                </c:pt>
                <c:pt idx="856">
                  <c:v>85</c:v>
                </c:pt>
                <c:pt idx="857">
                  <c:v>59</c:v>
                </c:pt>
                <c:pt idx="858">
                  <c:v>66</c:v>
                </c:pt>
                <c:pt idx="859">
                  <c:v>58</c:v>
                </c:pt>
                <c:pt idx="860">
                  <c:v>96</c:v>
                </c:pt>
                <c:pt idx="861">
                  <c:v>78</c:v>
                </c:pt>
                <c:pt idx="862">
                  <c:v>76</c:v>
                </c:pt>
                <c:pt idx="863">
                  <c:v>82</c:v>
                </c:pt>
                <c:pt idx="864">
                  <c:v>61</c:v>
                </c:pt>
                <c:pt idx="865">
                  <c:v>87</c:v>
                </c:pt>
                <c:pt idx="866">
                  <c:v>84</c:v>
                </c:pt>
                <c:pt idx="867">
                  <c:v>78</c:v>
                </c:pt>
                <c:pt idx="868">
                  <c:v>86</c:v>
                </c:pt>
                <c:pt idx="869">
                  <c:v>67</c:v>
                </c:pt>
                <c:pt idx="870">
                  <c:v>73</c:v>
                </c:pt>
                <c:pt idx="871">
                  <c:v>51</c:v>
                </c:pt>
                <c:pt idx="872">
                  <c:v>51</c:v>
                </c:pt>
                <c:pt idx="873">
                  <c:v>51</c:v>
                </c:pt>
                <c:pt idx="874">
                  <c:v>72</c:v>
                </c:pt>
                <c:pt idx="875">
                  <c:v>110</c:v>
                </c:pt>
                <c:pt idx="876">
                  <c:v>85</c:v>
                </c:pt>
                <c:pt idx="877">
                  <c:v>78</c:v>
                </c:pt>
                <c:pt idx="878">
                  <c:v>76</c:v>
                </c:pt>
                <c:pt idx="879">
                  <c:v>70</c:v>
                </c:pt>
                <c:pt idx="880">
                  <c:v>81</c:v>
                </c:pt>
                <c:pt idx="881">
                  <c:v>73</c:v>
                </c:pt>
                <c:pt idx="882">
                  <c:v>51</c:v>
                </c:pt>
                <c:pt idx="883">
                  <c:v>54</c:v>
                </c:pt>
                <c:pt idx="884">
                  <c:v>67</c:v>
                </c:pt>
                <c:pt idx="885">
                  <c:v>74</c:v>
                </c:pt>
                <c:pt idx="886">
                  <c:v>81</c:v>
                </c:pt>
                <c:pt idx="887">
                  <c:v>101</c:v>
                </c:pt>
                <c:pt idx="888">
                  <c:v>129</c:v>
                </c:pt>
                <c:pt idx="889">
                  <c:v>98</c:v>
                </c:pt>
                <c:pt idx="890">
                  <c:v>69</c:v>
                </c:pt>
                <c:pt idx="891">
                  <c:v>73</c:v>
                </c:pt>
                <c:pt idx="892">
                  <c:v>87</c:v>
                </c:pt>
                <c:pt idx="893">
                  <c:v>80</c:v>
                </c:pt>
                <c:pt idx="894">
                  <c:v>99</c:v>
                </c:pt>
                <c:pt idx="895">
                  <c:v>134</c:v>
                </c:pt>
                <c:pt idx="896">
                  <c:v>59</c:v>
                </c:pt>
                <c:pt idx="897">
                  <c:v>84</c:v>
                </c:pt>
                <c:pt idx="898">
                  <c:v>78</c:v>
                </c:pt>
                <c:pt idx="899">
                  <c:v>47</c:v>
                </c:pt>
                <c:pt idx="900">
                  <c:v>51</c:v>
                </c:pt>
                <c:pt idx="901">
                  <c:v>45</c:v>
                </c:pt>
                <c:pt idx="902">
                  <c:v>57</c:v>
                </c:pt>
                <c:pt idx="903">
                  <c:v>58</c:v>
                </c:pt>
                <c:pt idx="904">
                  <c:v>58</c:v>
                </c:pt>
                <c:pt idx="905">
                  <c:v>68</c:v>
                </c:pt>
                <c:pt idx="906">
                  <c:v>80</c:v>
                </c:pt>
                <c:pt idx="907">
                  <c:v>87</c:v>
                </c:pt>
                <c:pt idx="908">
                  <c:v>97</c:v>
                </c:pt>
                <c:pt idx="909">
                  <c:v>110</c:v>
                </c:pt>
                <c:pt idx="910">
                  <c:v>98</c:v>
                </c:pt>
                <c:pt idx="911">
                  <c:v>47</c:v>
                </c:pt>
                <c:pt idx="912">
                  <c:v>58</c:v>
                </c:pt>
                <c:pt idx="913">
                  <c:v>84</c:v>
                </c:pt>
                <c:pt idx="914">
                  <c:v>59</c:v>
                </c:pt>
                <c:pt idx="915">
                  <c:v>90</c:v>
                </c:pt>
                <c:pt idx="916">
                  <c:v>76</c:v>
                </c:pt>
                <c:pt idx="917">
                  <c:v>69</c:v>
                </c:pt>
                <c:pt idx="918">
                  <c:v>76</c:v>
                </c:pt>
                <c:pt idx="919">
                  <c:v>71</c:v>
                </c:pt>
                <c:pt idx="920">
                  <c:v>76</c:v>
                </c:pt>
                <c:pt idx="921">
                  <c:v>82</c:v>
                </c:pt>
                <c:pt idx="922">
                  <c:v>66</c:v>
                </c:pt>
                <c:pt idx="923">
                  <c:v>50</c:v>
                </c:pt>
                <c:pt idx="924">
                  <c:v>54</c:v>
                </c:pt>
                <c:pt idx="925">
                  <c:v>52</c:v>
                </c:pt>
                <c:pt idx="926">
                  <c:v>41</c:v>
                </c:pt>
                <c:pt idx="927">
                  <c:v>68</c:v>
                </c:pt>
                <c:pt idx="928">
                  <c:v>69</c:v>
                </c:pt>
                <c:pt idx="929">
                  <c:v>59</c:v>
                </c:pt>
                <c:pt idx="930">
                  <c:v>55</c:v>
                </c:pt>
                <c:pt idx="931">
                  <c:v>40</c:v>
                </c:pt>
                <c:pt idx="932">
                  <c:v>41</c:v>
                </c:pt>
                <c:pt idx="933">
                  <c:v>54</c:v>
                </c:pt>
                <c:pt idx="934">
                  <c:v>58</c:v>
                </c:pt>
                <c:pt idx="935">
                  <c:v>73</c:v>
                </c:pt>
                <c:pt idx="936">
                  <c:v>57</c:v>
                </c:pt>
                <c:pt idx="937">
                  <c:v>58</c:v>
                </c:pt>
                <c:pt idx="938">
                  <c:v>70</c:v>
                </c:pt>
                <c:pt idx="939">
                  <c:v>50</c:v>
                </c:pt>
                <c:pt idx="940">
                  <c:v>67</c:v>
                </c:pt>
                <c:pt idx="941">
                  <c:v>35</c:v>
                </c:pt>
                <c:pt idx="942">
                  <c:v>19</c:v>
                </c:pt>
                <c:pt idx="943">
                  <c:v>55</c:v>
                </c:pt>
                <c:pt idx="944">
                  <c:v>69</c:v>
                </c:pt>
                <c:pt idx="945">
                  <c:v>69</c:v>
                </c:pt>
                <c:pt idx="946">
                  <c:v>82</c:v>
                </c:pt>
                <c:pt idx="947">
                  <c:v>78</c:v>
                </c:pt>
                <c:pt idx="948">
                  <c:v>69</c:v>
                </c:pt>
                <c:pt idx="949">
                  <c:v>84</c:v>
                </c:pt>
                <c:pt idx="950">
                  <c:v>76</c:v>
                </c:pt>
                <c:pt idx="951">
                  <c:v>75</c:v>
                </c:pt>
                <c:pt idx="952">
                  <c:v>59</c:v>
                </c:pt>
                <c:pt idx="953">
                  <c:v>66</c:v>
                </c:pt>
                <c:pt idx="954">
                  <c:v>77</c:v>
                </c:pt>
                <c:pt idx="955">
                  <c:v>73</c:v>
                </c:pt>
                <c:pt idx="956">
                  <c:v>55</c:v>
                </c:pt>
                <c:pt idx="957">
                  <c:v>62</c:v>
                </c:pt>
                <c:pt idx="958">
                  <c:v>62</c:v>
                </c:pt>
                <c:pt idx="959">
                  <c:v>67</c:v>
                </c:pt>
                <c:pt idx="960">
                  <c:v>70</c:v>
                </c:pt>
                <c:pt idx="961">
                  <c:v>73</c:v>
                </c:pt>
                <c:pt idx="962">
                  <c:v>63</c:v>
                </c:pt>
                <c:pt idx="963">
                  <c:v>68</c:v>
                </c:pt>
                <c:pt idx="964">
                  <c:v>69</c:v>
                </c:pt>
                <c:pt idx="965">
                  <c:v>64</c:v>
                </c:pt>
                <c:pt idx="966">
                  <c:v>59</c:v>
                </c:pt>
                <c:pt idx="967">
                  <c:v>65</c:v>
                </c:pt>
                <c:pt idx="968">
                  <c:v>70</c:v>
                </c:pt>
                <c:pt idx="969">
                  <c:v>59</c:v>
                </c:pt>
                <c:pt idx="970">
                  <c:v>66</c:v>
                </c:pt>
                <c:pt idx="971">
                  <c:v>68</c:v>
                </c:pt>
                <c:pt idx="972">
                  <c:v>71</c:v>
                </c:pt>
                <c:pt idx="973">
                  <c:v>68</c:v>
                </c:pt>
                <c:pt idx="974">
                  <c:v>66</c:v>
                </c:pt>
                <c:pt idx="975">
                  <c:v>64</c:v>
                </c:pt>
                <c:pt idx="976">
                  <c:v>65</c:v>
                </c:pt>
                <c:pt idx="977">
                  <c:v>58</c:v>
                </c:pt>
                <c:pt idx="978">
                  <c:v>63</c:v>
                </c:pt>
                <c:pt idx="979">
                  <c:v>69</c:v>
                </c:pt>
                <c:pt idx="980">
                  <c:v>73</c:v>
                </c:pt>
                <c:pt idx="981">
                  <c:v>69</c:v>
                </c:pt>
                <c:pt idx="982">
                  <c:v>64</c:v>
                </c:pt>
                <c:pt idx="983">
                  <c:v>49</c:v>
                </c:pt>
                <c:pt idx="984">
                  <c:v>63</c:v>
                </c:pt>
                <c:pt idx="985">
                  <c:v>71</c:v>
                </c:pt>
                <c:pt idx="986">
                  <c:v>71</c:v>
                </c:pt>
                <c:pt idx="987">
                  <c:v>70</c:v>
                </c:pt>
                <c:pt idx="988">
                  <c:v>64</c:v>
                </c:pt>
                <c:pt idx="989">
                  <c:v>58</c:v>
                </c:pt>
                <c:pt idx="990">
                  <c:v>65</c:v>
                </c:pt>
                <c:pt idx="991">
                  <c:v>80</c:v>
                </c:pt>
                <c:pt idx="992">
                  <c:v>74</c:v>
                </c:pt>
                <c:pt idx="993">
                  <c:v>70</c:v>
                </c:pt>
                <c:pt idx="994">
                  <c:v>97</c:v>
                </c:pt>
                <c:pt idx="995">
                  <c:v>119</c:v>
                </c:pt>
                <c:pt idx="996">
                  <c:v>64</c:v>
                </c:pt>
                <c:pt idx="997">
                  <c:v>62</c:v>
                </c:pt>
                <c:pt idx="998">
                  <c:v>70</c:v>
                </c:pt>
                <c:pt idx="999">
                  <c:v>88</c:v>
                </c:pt>
                <c:pt idx="1000">
                  <c:v>84</c:v>
                </c:pt>
                <c:pt idx="1001">
                  <c:v>84</c:v>
                </c:pt>
                <c:pt idx="1002">
                  <c:v>92</c:v>
                </c:pt>
                <c:pt idx="1003">
                  <c:v>52</c:v>
                </c:pt>
                <c:pt idx="1004">
                  <c:v>52</c:v>
                </c:pt>
                <c:pt idx="1005">
                  <c:v>73</c:v>
                </c:pt>
                <c:pt idx="1006">
                  <c:v>63</c:v>
                </c:pt>
                <c:pt idx="1007">
                  <c:v>79</c:v>
                </c:pt>
                <c:pt idx="1008">
                  <c:v>55</c:v>
                </c:pt>
                <c:pt idx="1009">
                  <c:v>61</c:v>
                </c:pt>
                <c:pt idx="1010">
                  <c:v>70</c:v>
                </c:pt>
                <c:pt idx="1011">
                  <c:v>87</c:v>
                </c:pt>
                <c:pt idx="1012">
                  <c:v>93</c:v>
                </c:pt>
                <c:pt idx="1013">
                  <c:v>92</c:v>
                </c:pt>
                <c:pt idx="1014">
                  <c:v>65</c:v>
                </c:pt>
                <c:pt idx="1015">
                  <c:v>82</c:v>
                </c:pt>
                <c:pt idx="1016">
                  <c:v>86</c:v>
                </c:pt>
                <c:pt idx="1017">
                  <c:v>82</c:v>
                </c:pt>
                <c:pt idx="1018">
                  <c:v>74</c:v>
                </c:pt>
                <c:pt idx="1019">
                  <c:v>84</c:v>
                </c:pt>
                <c:pt idx="1020">
                  <c:v>87</c:v>
                </c:pt>
                <c:pt idx="1021">
                  <c:v>76</c:v>
                </c:pt>
                <c:pt idx="1022">
                  <c:v>61</c:v>
                </c:pt>
                <c:pt idx="1023">
                  <c:v>69</c:v>
                </c:pt>
                <c:pt idx="1024">
                  <c:v>73</c:v>
                </c:pt>
                <c:pt idx="1025">
                  <c:v>71</c:v>
                </c:pt>
                <c:pt idx="1026">
                  <c:v>77</c:v>
                </c:pt>
                <c:pt idx="1027">
                  <c:v>81</c:v>
                </c:pt>
                <c:pt idx="1028">
                  <c:v>84</c:v>
                </c:pt>
                <c:pt idx="1029">
                  <c:v>84</c:v>
                </c:pt>
                <c:pt idx="1030">
                  <c:v>92</c:v>
                </c:pt>
                <c:pt idx="1031">
                  <c:v>97</c:v>
                </c:pt>
                <c:pt idx="1032">
                  <c:v>117</c:v>
                </c:pt>
                <c:pt idx="1033">
                  <c:v>139</c:v>
                </c:pt>
                <c:pt idx="1034">
                  <c:v>60</c:v>
                </c:pt>
                <c:pt idx="1035">
                  <c:v>64</c:v>
                </c:pt>
                <c:pt idx="1036">
                  <c:v>75</c:v>
                </c:pt>
                <c:pt idx="1037">
                  <c:v>94</c:v>
                </c:pt>
                <c:pt idx="1038">
                  <c:v>68</c:v>
                </c:pt>
                <c:pt idx="1039">
                  <c:v>71</c:v>
                </c:pt>
                <c:pt idx="1040">
                  <c:v>69</c:v>
                </c:pt>
                <c:pt idx="1041">
                  <c:v>65</c:v>
                </c:pt>
                <c:pt idx="1042">
                  <c:v>63</c:v>
                </c:pt>
                <c:pt idx="1043">
                  <c:v>64</c:v>
                </c:pt>
                <c:pt idx="1044">
                  <c:v>62</c:v>
                </c:pt>
                <c:pt idx="1045">
                  <c:v>63</c:v>
                </c:pt>
                <c:pt idx="1046">
                  <c:v>60</c:v>
                </c:pt>
                <c:pt idx="1047">
                  <c:v>64</c:v>
                </c:pt>
                <c:pt idx="1048">
                  <c:v>58</c:v>
                </c:pt>
                <c:pt idx="1049">
                  <c:v>60</c:v>
                </c:pt>
                <c:pt idx="1050">
                  <c:v>64</c:v>
                </c:pt>
                <c:pt idx="1051">
                  <c:v>60</c:v>
                </c:pt>
                <c:pt idx="1052">
                  <c:v>65</c:v>
                </c:pt>
                <c:pt idx="1053">
                  <c:v>91</c:v>
                </c:pt>
                <c:pt idx="1054">
                  <c:v>53</c:v>
                </c:pt>
                <c:pt idx="1055">
                  <c:v>55</c:v>
                </c:pt>
                <c:pt idx="1056">
                  <c:v>52</c:v>
                </c:pt>
                <c:pt idx="1057">
                  <c:v>51</c:v>
                </c:pt>
                <c:pt idx="1058">
                  <c:v>48</c:v>
                </c:pt>
                <c:pt idx="1059">
                  <c:v>64</c:v>
                </c:pt>
                <c:pt idx="1060">
                  <c:v>69</c:v>
                </c:pt>
                <c:pt idx="1061">
                  <c:v>80</c:v>
                </c:pt>
                <c:pt idx="1062">
                  <c:v>89</c:v>
                </c:pt>
                <c:pt idx="1063">
                  <c:v>73</c:v>
                </c:pt>
                <c:pt idx="1064">
                  <c:v>101</c:v>
                </c:pt>
                <c:pt idx="1065">
                  <c:v>139</c:v>
                </c:pt>
                <c:pt idx="1066">
                  <c:v>157</c:v>
                </c:pt>
                <c:pt idx="1067">
                  <c:v>161</c:v>
                </c:pt>
                <c:pt idx="1068">
                  <c:v>169</c:v>
                </c:pt>
                <c:pt idx="1069">
                  <c:v>155</c:v>
                </c:pt>
                <c:pt idx="1070">
                  <c:v>156</c:v>
                </c:pt>
                <c:pt idx="1071">
                  <c:v>158</c:v>
                </c:pt>
                <c:pt idx="1072">
                  <c:v>152</c:v>
                </c:pt>
                <c:pt idx="1073">
                  <c:v>127</c:v>
                </c:pt>
                <c:pt idx="1074">
                  <c:v>142</c:v>
                </c:pt>
                <c:pt idx="1075">
                  <c:v>146</c:v>
                </c:pt>
                <c:pt idx="1076">
                  <c:v>125</c:v>
                </c:pt>
                <c:pt idx="1077">
                  <c:v>121</c:v>
                </c:pt>
                <c:pt idx="1078">
                  <c:v>126</c:v>
                </c:pt>
                <c:pt idx="1079">
                  <c:v>135</c:v>
                </c:pt>
                <c:pt idx="1080">
                  <c:v>152</c:v>
                </c:pt>
                <c:pt idx="1081">
                  <c:v>159</c:v>
                </c:pt>
                <c:pt idx="1082">
                  <c:v>158</c:v>
                </c:pt>
                <c:pt idx="1083">
                  <c:v>165</c:v>
                </c:pt>
                <c:pt idx="1084">
                  <c:v>168</c:v>
                </c:pt>
                <c:pt idx="1085">
                  <c:v>163</c:v>
                </c:pt>
                <c:pt idx="1086">
                  <c:v>164</c:v>
                </c:pt>
                <c:pt idx="1087">
                  <c:v>160</c:v>
                </c:pt>
                <c:pt idx="1088">
                  <c:v>172</c:v>
                </c:pt>
                <c:pt idx="1089">
                  <c:v>168</c:v>
                </c:pt>
                <c:pt idx="1090">
                  <c:v>160</c:v>
                </c:pt>
                <c:pt idx="1091">
                  <c:v>159</c:v>
                </c:pt>
                <c:pt idx="1092">
                  <c:v>163</c:v>
                </c:pt>
                <c:pt idx="1093">
                  <c:v>131</c:v>
                </c:pt>
                <c:pt idx="1094">
                  <c:v>112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90C-420F-9BA8-F75E8F40F3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25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Arial"/>
                    <a:ea typeface="Arial"/>
                    <a:cs typeface="Arial"/>
                  </a:rPr>
                  <a:t>Provisional PM2.5 AQI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45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US">
                    <a:latin typeface="Arial"/>
                    <a:ea typeface="Arial"/>
                    <a:cs typeface="Arial"/>
                  </a:rPr>
                  <a:t>Temperature (°C)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crossBetween val="midCat"/>
      </c:valAx>
    </c:plotArea>
    <c:plotVisOnly val="1"/>
    <c:dispBlanksAs val="zero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Days</c:v>
          </c:tx>
          <c:spPr>
            <a:ln w="38100">
              <a:noFill/>
            </a:ln>
          </c:spPr>
          <c:marker>
            <c:symbol val="circle"/>
            <c:size val="3"/>
          </c:marker>
          <c:trendline>
            <c:spPr>
              <a:ln w="25400">
                <a:solidFill>
                  <a:srgbClr val="FF0000"/>
                </a:solidFill>
              </a:ln>
            </c:spPr>
            <c:trendlineType val="poly"/>
            <c:order val="2"/>
            <c:dispRSqr val="0"/>
            <c:dispEq val="0"/>
          </c:trendline>
          <c:xVal>
            <c:numRef>
              <c:f>'Chart Data'!$A$2:$A$1096</c:f>
              <c:numCache>
                <c:formatCode>General</c:formatCode>
                <c:ptCount val="1095"/>
                <c:pt idx="0">
                  <c:v>68.52</c:v>
                </c:pt>
                <c:pt idx="1">
                  <c:v>72.25</c:v>
                </c:pt>
                <c:pt idx="2">
                  <c:v>74.12</c:v>
                </c:pt>
                <c:pt idx="3">
                  <c:v>65.099999999999994</c:v>
                </c:pt>
                <c:pt idx="4">
                  <c:v>68.400000000000006</c:v>
                </c:pt>
                <c:pt idx="5">
                  <c:v>70.3</c:v>
                </c:pt>
                <c:pt idx="6">
                  <c:v>74.2</c:v>
                </c:pt>
                <c:pt idx="7">
                  <c:v>79</c:v>
                </c:pt>
                <c:pt idx="8">
                  <c:v>70</c:v>
                </c:pt>
                <c:pt idx="9">
                  <c:v>68.2</c:v>
                </c:pt>
                <c:pt idx="10">
                  <c:v>51.3</c:v>
                </c:pt>
                <c:pt idx="11">
                  <c:v>47.2</c:v>
                </c:pt>
                <c:pt idx="12">
                  <c:v>50.36</c:v>
                </c:pt>
                <c:pt idx="13">
                  <c:v>54.8</c:v>
                </c:pt>
                <c:pt idx="14">
                  <c:v>57.3</c:v>
                </c:pt>
                <c:pt idx="15">
                  <c:v>64.2</c:v>
                </c:pt>
                <c:pt idx="16">
                  <c:v>68.3</c:v>
                </c:pt>
                <c:pt idx="17">
                  <c:v>74.3</c:v>
                </c:pt>
                <c:pt idx="18">
                  <c:v>78.599999999999994</c:v>
                </c:pt>
                <c:pt idx="19">
                  <c:v>81.33</c:v>
                </c:pt>
                <c:pt idx="20">
                  <c:v>51</c:v>
                </c:pt>
                <c:pt idx="21">
                  <c:v>49.33</c:v>
                </c:pt>
                <c:pt idx="22">
                  <c:v>45.7</c:v>
                </c:pt>
                <c:pt idx="23">
                  <c:v>52.8</c:v>
                </c:pt>
                <c:pt idx="24">
                  <c:v>64.3</c:v>
                </c:pt>
                <c:pt idx="25">
                  <c:v>70.3</c:v>
                </c:pt>
                <c:pt idx="26">
                  <c:v>83.6</c:v>
                </c:pt>
                <c:pt idx="27">
                  <c:v>97</c:v>
                </c:pt>
                <c:pt idx="28">
                  <c:v>64</c:v>
                </c:pt>
                <c:pt idx="29">
                  <c:v>49.66</c:v>
                </c:pt>
                <c:pt idx="30">
                  <c:v>54.4</c:v>
                </c:pt>
                <c:pt idx="31">
                  <c:v>33.4</c:v>
                </c:pt>
                <c:pt idx="32">
                  <c:v>32.299999999999997</c:v>
                </c:pt>
                <c:pt idx="33">
                  <c:v>50.33</c:v>
                </c:pt>
                <c:pt idx="34">
                  <c:v>46.1</c:v>
                </c:pt>
                <c:pt idx="35">
                  <c:v>41.33</c:v>
                </c:pt>
                <c:pt idx="36">
                  <c:v>54.33</c:v>
                </c:pt>
                <c:pt idx="37">
                  <c:v>56.2</c:v>
                </c:pt>
                <c:pt idx="38">
                  <c:v>55.8</c:v>
                </c:pt>
                <c:pt idx="39">
                  <c:v>57.66</c:v>
                </c:pt>
                <c:pt idx="40">
                  <c:v>46.33</c:v>
                </c:pt>
                <c:pt idx="41">
                  <c:v>59</c:v>
                </c:pt>
                <c:pt idx="42">
                  <c:v>65</c:v>
                </c:pt>
                <c:pt idx="43">
                  <c:v>71.400000000000006</c:v>
                </c:pt>
                <c:pt idx="44">
                  <c:v>73.7</c:v>
                </c:pt>
                <c:pt idx="45">
                  <c:v>46.66</c:v>
                </c:pt>
                <c:pt idx="46">
                  <c:v>43</c:v>
                </c:pt>
                <c:pt idx="47">
                  <c:v>32</c:v>
                </c:pt>
                <c:pt idx="48">
                  <c:v>22.33</c:v>
                </c:pt>
                <c:pt idx="49">
                  <c:v>72.33</c:v>
                </c:pt>
                <c:pt idx="50">
                  <c:v>92.66</c:v>
                </c:pt>
                <c:pt idx="51">
                  <c:v>81.2</c:v>
                </c:pt>
                <c:pt idx="52">
                  <c:v>74.599999999999994</c:v>
                </c:pt>
                <c:pt idx="53">
                  <c:v>68.33</c:v>
                </c:pt>
                <c:pt idx="54">
                  <c:v>66.33</c:v>
                </c:pt>
                <c:pt idx="55">
                  <c:v>47.33</c:v>
                </c:pt>
                <c:pt idx="56">
                  <c:v>42</c:v>
                </c:pt>
                <c:pt idx="57">
                  <c:v>71</c:v>
                </c:pt>
                <c:pt idx="58">
                  <c:v>73.13</c:v>
                </c:pt>
                <c:pt idx="59">
                  <c:v>64.400000000000006</c:v>
                </c:pt>
                <c:pt idx="60">
                  <c:v>83.7</c:v>
                </c:pt>
                <c:pt idx="61">
                  <c:v>55.33</c:v>
                </c:pt>
                <c:pt idx="62">
                  <c:v>55.33</c:v>
                </c:pt>
                <c:pt idx="63">
                  <c:v>97.7</c:v>
                </c:pt>
                <c:pt idx="64">
                  <c:v>92.2</c:v>
                </c:pt>
                <c:pt idx="65">
                  <c:v>94</c:v>
                </c:pt>
                <c:pt idx="66">
                  <c:v>90.2</c:v>
                </c:pt>
                <c:pt idx="67">
                  <c:v>88.7</c:v>
                </c:pt>
                <c:pt idx="68">
                  <c:v>56.4</c:v>
                </c:pt>
                <c:pt idx="69">
                  <c:v>45.33</c:v>
                </c:pt>
                <c:pt idx="70">
                  <c:v>88.7</c:v>
                </c:pt>
                <c:pt idx="71">
                  <c:v>97.33</c:v>
                </c:pt>
                <c:pt idx="72">
                  <c:v>63.7</c:v>
                </c:pt>
                <c:pt idx="73">
                  <c:v>61.7</c:v>
                </c:pt>
                <c:pt idx="74">
                  <c:v>63.33</c:v>
                </c:pt>
                <c:pt idx="75">
                  <c:v>56.66</c:v>
                </c:pt>
                <c:pt idx="76">
                  <c:v>53</c:v>
                </c:pt>
                <c:pt idx="77">
                  <c:v>52.33</c:v>
                </c:pt>
                <c:pt idx="78">
                  <c:v>47</c:v>
                </c:pt>
                <c:pt idx="79">
                  <c:v>42.33</c:v>
                </c:pt>
                <c:pt idx="80">
                  <c:v>54.8</c:v>
                </c:pt>
                <c:pt idx="81">
                  <c:v>70</c:v>
                </c:pt>
                <c:pt idx="82">
                  <c:v>83.6</c:v>
                </c:pt>
                <c:pt idx="83">
                  <c:v>94.66</c:v>
                </c:pt>
                <c:pt idx="84">
                  <c:v>87.7</c:v>
                </c:pt>
                <c:pt idx="85">
                  <c:v>59</c:v>
                </c:pt>
                <c:pt idx="86">
                  <c:v>96</c:v>
                </c:pt>
                <c:pt idx="87">
                  <c:v>88</c:v>
                </c:pt>
                <c:pt idx="88">
                  <c:v>75.3</c:v>
                </c:pt>
                <c:pt idx="89">
                  <c:v>68.099999999999994</c:v>
                </c:pt>
                <c:pt idx="90">
                  <c:v>60.6</c:v>
                </c:pt>
                <c:pt idx="91">
                  <c:v>88</c:v>
                </c:pt>
                <c:pt idx="92">
                  <c:v>46</c:v>
                </c:pt>
                <c:pt idx="93">
                  <c:v>87</c:v>
                </c:pt>
                <c:pt idx="94">
                  <c:v>52</c:v>
                </c:pt>
                <c:pt idx="95">
                  <c:v>87</c:v>
                </c:pt>
                <c:pt idx="96">
                  <c:v>37</c:v>
                </c:pt>
                <c:pt idx="97">
                  <c:v>43</c:v>
                </c:pt>
                <c:pt idx="98">
                  <c:v>45</c:v>
                </c:pt>
                <c:pt idx="99">
                  <c:v>54.33</c:v>
                </c:pt>
                <c:pt idx="100">
                  <c:v>50.33</c:v>
                </c:pt>
                <c:pt idx="101">
                  <c:v>42.6</c:v>
                </c:pt>
                <c:pt idx="102">
                  <c:v>38.33</c:v>
                </c:pt>
                <c:pt idx="103">
                  <c:v>53.6</c:v>
                </c:pt>
                <c:pt idx="104">
                  <c:v>55.3</c:v>
                </c:pt>
                <c:pt idx="105">
                  <c:v>62.3</c:v>
                </c:pt>
                <c:pt idx="106">
                  <c:v>78.099999999999994</c:v>
                </c:pt>
                <c:pt idx="107">
                  <c:v>97.33</c:v>
                </c:pt>
                <c:pt idx="108">
                  <c:v>63</c:v>
                </c:pt>
                <c:pt idx="109">
                  <c:v>46.7</c:v>
                </c:pt>
                <c:pt idx="110">
                  <c:v>53.7</c:v>
                </c:pt>
                <c:pt idx="111">
                  <c:v>49.6</c:v>
                </c:pt>
                <c:pt idx="112">
                  <c:v>45</c:v>
                </c:pt>
                <c:pt idx="113">
                  <c:v>50</c:v>
                </c:pt>
                <c:pt idx="114">
                  <c:v>48</c:v>
                </c:pt>
                <c:pt idx="115">
                  <c:v>100</c:v>
                </c:pt>
                <c:pt idx="116">
                  <c:v>67.33</c:v>
                </c:pt>
                <c:pt idx="117">
                  <c:v>88.7</c:v>
                </c:pt>
                <c:pt idx="118">
                  <c:v>55.33</c:v>
                </c:pt>
                <c:pt idx="119">
                  <c:v>44</c:v>
                </c:pt>
                <c:pt idx="120">
                  <c:v>38</c:v>
                </c:pt>
                <c:pt idx="121">
                  <c:v>37</c:v>
                </c:pt>
                <c:pt idx="122">
                  <c:v>30</c:v>
                </c:pt>
                <c:pt idx="123">
                  <c:v>28</c:v>
                </c:pt>
                <c:pt idx="124">
                  <c:v>54.3</c:v>
                </c:pt>
                <c:pt idx="125">
                  <c:v>44</c:v>
                </c:pt>
                <c:pt idx="126">
                  <c:v>33</c:v>
                </c:pt>
                <c:pt idx="127">
                  <c:v>27</c:v>
                </c:pt>
                <c:pt idx="128">
                  <c:v>43.7</c:v>
                </c:pt>
                <c:pt idx="129">
                  <c:v>48</c:v>
                </c:pt>
                <c:pt idx="130">
                  <c:v>55.6</c:v>
                </c:pt>
                <c:pt idx="131">
                  <c:v>76.3</c:v>
                </c:pt>
                <c:pt idx="132">
                  <c:v>78</c:v>
                </c:pt>
                <c:pt idx="133">
                  <c:v>53</c:v>
                </c:pt>
                <c:pt idx="134">
                  <c:v>40</c:v>
                </c:pt>
                <c:pt idx="135">
                  <c:v>38</c:v>
                </c:pt>
                <c:pt idx="136">
                  <c:v>31</c:v>
                </c:pt>
                <c:pt idx="137">
                  <c:v>45</c:v>
                </c:pt>
                <c:pt idx="138">
                  <c:v>40</c:v>
                </c:pt>
                <c:pt idx="139">
                  <c:v>59</c:v>
                </c:pt>
                <c:pt idx="140">
                  <c:v>53.7</c:v>
                </c:pt>
                <c:pt idx="141">
                  <c:v>49.6</c:v>
                </c:pt>
                <c:pt idx="142">
                  <c:v>35</c:v>
                </c:pt>
                <c:pt idx="143">
                  <c:v>78</c:v>
                </c:pt>
                <c:pt idx="144">
                  <c:v>66</c:v>
                </c:pt>
                <c:pt idx="145">
                  <c:v>50</c:v>
                </c:pt>
                <c:pt idx="146">
                  <c:v>39</c:v>
                </c:pt>
                <c:pt idx="147">
                  <c:v>44</c:v>
                </c:pt>
                <c:pt idx="148">
                  <c:v>58.33</c:v>
                </c:pt>
                <c:pt idx="149">
                  <c:v>63</c:v>
                </c:pt>
                <c:pt idx="150">
                  <c:v>48</c:v>
                </c:pt>
                <c:pt idx="151">
                  <c:v>45</c:v>
                </c:pt>
                <c:pt idx="152">
                  <c:v>37</c:v>
                </c:pt>
                <c:pt idx="153">
                  <c:v>30</c:v>
                </c:pt>
                <c:pt idx="154">
                  <c:v>28</c:v>
                </c:pt>
                <c:pt idx="155">
                  <c:v>54.3</c:v>
                </c:pt>
                <c:pt idx="156">
                  <c:v>44</c:v>
                </c:pt>
                <c:pt idx="157">
                  <c:v>33</c:v>
                </c:pt>
                <c:pt idx="158">
                  <c:v>27</c:v>
                </c:pt>
                <c:pt idx="159">
                  <c:v>43.7</c:v>
                </c:pt>
                <c:pt idx="160">
                  <c:v>48</c:v>
                </c:pt>
                <c:pt idx="161">
                  <c:v>55.6</c:v>
                </c:pt>
                <c:pt idx="162">
                  <c:v>76.3</c:v>
                </c:pt>
                <c:pt idx="163">
                  <c:v>78</c:v>
                </c:pt>
                <c:pt idx="164">
                  <c:v>53</c:v>
                </c:pt>
                <c:pt idx="165">
                  <c:v>40</c:v>
                </c:pt>
                <c:pt idx="166">
                  <c:v>38</c:v>
                </c:pt>
                <c:pt idx="167">
                  <c:v>15</c:v>
                </c:pt>
                <c:pt idx="168">
                  <c:v>15.7</c:v>
                </c:pt>
                <c:pt idx="169">
                  <c:v>40</c:v>
                </c:pt>
                <c:pt idx="170">
                  <c:v>59</c:v>
                </c:pt>
                <c:pt idx="171">
                  <c:v>53.7</c:v>
                </c:pt>
                <c:pt idx="172">
                  <c:v>49.6</c:v>
                </c:pt>
                <c:pt idx="173">
                  <c:v>35</c:v>
                </c:pt>
                <c:pt idx="174">
                  <c:v>47.66</c:v>
                </c:pt>
                <c:pt idx="175">
                  <c:v>50</c:v>
                </c:pt>
                <c:pt idx="176">
                  <c:v>58</c:v>
                </c:pt>
                <c:pt idx="177">
                  <c:v>56</c:v>
                </c:pt>
                <c:pt idx="178">
                  <c:v>78</c:v>
                </c:pt>
                <c:pt idx="179">
                  <c:v>83</c:v>
                </c:pt>
                <c:pt idx="180">
                  <c:v>53</c:v>
                </c:pt>
                <c:pt idx="181">
                  <c:v>38</c:v>
                </c:pt>
                <c:pt idx="182">
                  <c:v>35</c:v>
                </c:pt>
                <c:pt idx="183">
                  <c:v>31.7</c:v>
                </c:pt>
                <c:pt idx="184">
                  <c:v>56</c:v>
                </c:pt>
                <c:pt idx="185">
                  <c:v>88</c:v>
                </c:pt>
                <c:pt idx="186">
                  <c:v>65</c:v>
                </c:pt>
                <c:pt idx="187">
                  <c:v>55</c:v>
                </c:pt>
                <c:pt idx="188">
                  <c:v>51</c:v>
                </c:pt>
                <c:pt idx="189">
                  <c:v>49</c:v>
                </c:pt>
                <c:pt idx="190">
                  <c:v>44.33</c:v>
                </c:pt>
                <c:pt idx="191">
                  <c:v>45</c:v>
                </c:pt>
                <c:pt idx="192">
                  <c:v>88</c:v>
                </c:pt>
                <c:pt idx="193">
                  <c:v>69</c:v>
                </c:pt>
                <c:pt idx="194">
                  <c:v>36.33</c:v>
                </c:pt>
                <c:pt idx="195">
                  <c:v>48</c:v>
                </c:pt>
                <c:pt idx="196">
                  <c:v>66.7</c:v>
                </c:pt>
                <c:pt idx="197">
                  <c:v>62.33</c:v>
                </c:pt>
                <c:pt idx="198">
                  <c:v>80</c:v>
                </c:pt>
                <c:pt idx="199">
                  <c:v>56</c:v>
                </c:pt>
                <c:pt idx="200">
                  <c:v>69</c:v>
                </c:pt>
                <c:pt idx="201">
                  <c:v>42</c:v>
                </c:pt>
                <c:pt idx="202">
                  <c:v>39</c:v>
                </c:pt>
                <c:pt idx="203">
                  <c:v>45</c:v>
                </c:pt>
                <c:pt idx="204">
                  <c:v>48</c:v>
                </c:pt>
                <c:pt idx="205">
                  <c:v>52</c:v>
                </c:pt>
                <c:pt idx="206">
                  <c:v>86</c:v>
                </c:pt>
                <c:pt idx="207">
                  <c:v>78.709999999999994</c:v>
                </c:pt>
                <c:pt idx="208">
                  <c:v>66.7</c:v>
                </c:pt>
                <c:pt idx="209">
                  <c:v>70.33</c:v>
                </c:pt>
                <c:pt idx="210">
                  <c:v>68</c:v>
                </c:pt>
                <c:pt idx="211">
                  <c:v>73</c:v>
                </c:pt>
                <c:pt idx="212">
                  <c:v>66</c:v>
                </c:pt>
                <c:pt idx="213">
                  <c:v>65</c:v>
                </c:pt>
                <c:pt idx="214">
                  <c:v>62</c:v>
                </c:pt>
                <c:pt idx="215">
                  <c:v>58</c:v>
                </c:pt>
                <c:pt idx="216">
                  <c:v>48</c:v>
                </c:pt>
                <c:pt idx="217">
                  <c:v>50</c:v>
                </c:pt>
                <c:pt idx="218">
                  <c:v>51</c:v>
                </c:pt>
                <c:pt idx="219">
                  <c:v>57</c:v>
                </c:pt>
                <c:pt idx="220">
                  <c:v>61</c:v>
                </c:pt>
                <c:pt idx="221">
                  <c:v>65</c:v>
                </c:pt>
                <c:pt idx="222">
                  <c:v>96.7</c:v>
                </c:pt>
                <c:pt idx="223">
                  <c:v>80.7</c:v>
                </c:pt>
                <c:pt idx="224">
                  <c:v>85.33</c:v>
                </c:pt>
                <c:pt idx="225">
                  <c:v>63</c:v>
                </c:pt>
                <c:pt idx="226">
                  <c:v>59</c:v>
                </c:pt>
                <c:pt idx="227">
                  <c:v>43</c:v>
                </c:pt>
                <c:pt idx="228">
                  <c:v>63</c:v>
                </c:pt>
                <c:pt idx="229">
                  <c:v>70</c:v>
                </c:pt>
                <c:pt idx="230">
                  <c:v>82</c:v>
                </c:pt>
                <c:pt idx="231">
                  <c:v>70</c:v>
                </c:pt>
                <c:pt idx="232">
                  <c:v>82</c:v>
                </c:pt>
                <c:pt idx="233">
                  <c:v>56</c:v>
                </c:pt>
                <c:pt idx="234">
                  <c:v>63</c:v>
                </c:pt>
                <c:pt idx="235">
                  <c:v>59.33</c:v>
                </c:pt>
                <c:pt idx="236">
                  <c:v>68</c:v>
                </c:pt>
                <c:pt idx="237">
                  <c:v>88.33</c:v>
                </c:pt>
                <c:pt idx="238">
                  <c:v>90.7</c:v>
                </c:pt>
                <c:pt idx="239">
                  <c:v>92</c:v>
                </c:pt>
                <c:pt idx="240">
                  <c:v>88</c:v>
                </c:pt>
                <c:pt idx="241">
                  <c:v>86</c:v>
                </c:pt>
                <c:pt idx="242">
                  <c:v>80</c:v>
                </c:pt>
                <c:pt idx="243">
                  <c:v>70</c:v>
                </c:pt>
                <c:pt idx="244">
                  <c:v>68</c:v>
                </c:pt>
                <c:pt idx="245">
                  <c:v>63</c:v>
                </c:pt>
                <c:pt idx="246">
                  <c:v>77</c:v>
                </c:pt>
                <c:pt idx="247">
                  <c:v>83</c:v>
                </c:pt>
                <c:pt idx="248">
                  <c:v>75</c:v>
                </c:pt>
                <c:pt idx="249">
                  <c:v>61.33</c:v>
                </c:pt>
                <c:pt idx="250">
                  <c:v>55.33</c:v>
                </c:pt>
                <c:pt idx="251">
                  <c:v>52</c:v>
                </c:pt>
                <c:pt idx="252">
                  <c:v>54</c:v>
                </c:pt>
                <c:pt idx="253">
                  <c:v>59</c:v>
                </c:pt>
                <c:pt idx="254">
                  <c:v>64</c:v>
                </c:pt>
                <c:pt idx="255">
                  <c:v>55</c:v>
                </c:pt>
                <c:pt idx="256">
                  <c:v>66</c:v>
                </c:pt>
                <c:pt idx="257">
                  <c:v>58</c:v>
                </c:pt>
                <c:pt idx="258">
                  <c:v>62</c:v>
                </c:pt>
                <c:pt idx="259">
                  <c:v>59</c:v>
                </c:pt>
                <c:pt idx="260">
                  <c:v>66</c:v>
                </c:pt>
                <c:pt idx="261">
                  <c:v>47</c:v>
                </c:pt>
                <c:pt idx="262">
                  <c:v>41</c:v>
                </c:pt>
                <c:pt idx="263">
                  <c:v>64</c:v>
                </c:pt>
                <c:pt idx="264">
                  <c:v>44</c:v>
                </c:pt>
                <c:pt idx="265">
                  <c:v>44</c:v>
                </c:pt>
                <c:pt idx="266">
                  <c:v>48</c:v>
                </c:pt>
                <c:pt idx="267">
                  <c:v>44.33</c:v>
                </c:pt>
                <c:pt idx="268">
                  <c:v>55</c:v>
                </c:pt>
                <c:pt idx="269">
                  <c:v>44</c:v>
                </c:pt>
                <c:pt idx="270">
                  <c:v>42</c:v>
                </c:pt>
                <c:pt idx="271">
                  <c:v>39</c:v>
                </c:pt>
                <c:pt idx="272">
                  <c:v>36</c:v>
                </c:pt>
                <c:pt idx="273">
                  <c:v>37</c:v>
                </c:pt>
                <c:pt idx="274">
                  <c:v>38</c:v>
                </c:pt>
                <c:pt idx="275">
                  <c:v>29</c:v>
                </c:pt>
                <c:pt idx="276">
                  <c:v>30</c:v>
                </c:pt>
                <c:pt idx="277">
                  <c:v>31</c:v>
                </c:pt>
                <c:pt idx="278">
                  <c:v>34</c:v>
                </c:pt>
                <c:pt idx="279">
                  <c:v>21</c:v>
                </c:pt>
                <c:pt idx="280">
                  <c:v>24</c:v>
                </c:pt>
                <c:pt idx="281">
                  <c:v>26</c:v>
                </c:pt>
                <c:pt idx="282">
                  <c:v>28</c:v>
                </c:pt>
                <c:pt idx="283">
                  <c:v>31</c:v>
                </c:pt>
                <c:pt idx="284">
                  <c:v>32</c:v>
                </c:pt>
                <c:pt idx="285">
                  <c:v>33</c:v>
                </c:pt>
                <c:pt idx="286">
                  <c:v>34</c:v>
                </c:pt>
                <c:pt idx="287">
                  <c:v>27</c:v>
                </c:pt>
                <c:pt idx="288">
                  <c:v>22</c:v>
                </c:pt>
                <c:pt idx="289">
                  <c:v>23</c:v>
                </c:pt>
                <c:pt idx="290">
                  <c:v>21</c:v>
                </c:pt>
                <c:pt idx="291">
                  <c:v>23</c:v>
                </c:pt>
                <c:pt idx="292">
                  <c:v>25</c:v>
                </c:pt>
                <c:pt idx="293">
                  <c:v>30</c:v>
                </c:pt>
                <c:pt idx="294">
                  <c:v>32</c:v>
                </c:pt>
                <c:pt idx="295">
                  <c:v>33</c:v>
                </c:pt>
                <c:pt idx="296">
                  <c:v>52</c:v>
                </c:pt>
                <c:pt idx="297">
                  <c:v>27</c:v>
                </c:pt>
                <c:pt idx="298">
                  <c:v>28</c:v>
                </c:pt>
                <c:pt idx="299">
                  <c:v>22</c:v>
                </c:pt>
                <c:pt idx="300">
                  <c:v>28</c:v>
                </c:pt>
                <c:pt idx="301">
                  <c:v>27</c:v>
                </c:pt>
                <c:pt idx="302">
                  <c:v>31</c:v>
                </c:pt>
                <c:pt idx="303">
                  <c:v>32</c:v>
                </c:pt>
                <c:pt idx="304">
                  <c:v>32</c:v>
                </c:pt>
                <c:pt idx="305">
                  <c:v>33</c:v>
                </c:pt>
                <c:pt idx="306">
                  <c:v>27</c:v>
                </c:pt>
                <c:pt idx="307">
                  <c:v>24</c:v>
                </c:pt>
                <c:pt idx="308">
                  <c:v>20</c:v>
                </c:pt>
                <c:pt idx="309">
                  <c:v>28</c:v>
                </c:pt>
                <c:pt idx="310">
                  <c:v>32</c:v>
                </c:pt>
                <c:pt idx="311">
                  <c:v>37</c:v>
                </c:pt>
                <c:pt idx="312">
                  <c:v>44</c:v>
                </c:pt>
                <c:pt idx="313">
                  <c:v>59</c:v>
                </c:pt>
                <c:pt idx="314">
                  <c:v>35</c:v>
                </c:pt>
                <c:pt idx="315">
                  <c:v>40</c:v>
                </c:pt>
                <c:pt idx="316">
                  <c:v>39</c:v>
                </c:pt>
                <c:pt idx="317">
                  <c:v>77</c:v>
                </c:pt>
                <c:pt idx="318">
                  <c:v>100</c:v>
                </c:pt>
                <c:pt idx="319">
                  <c:v>93</c:v>
                </c:pt>
                <c:pt idx="320">
                  <c:v>65</c:v>
                </c:pt>
                <c:pt idx="321">
                  <c:v>50</c:v>
                </c:pt>
                <c:pt idx="322">
                  <c:v>43</c:v>
                </c:pt>
                <c:pt idx="323">
                  <c:v>38</c:v>
                </c:pt>
                <c:pt idx="324">
                  <c:v>35</c:v>
                </c:pt>
                <c:pt idx="325">
                  <c:v>37</c:v>
                </c:pt>
                <c:pt idx="326">
                  <c:v>39</c:v>
                </c:pt>
                <c:pt idx="327">
                  <c:v>42</c:v>
                </c:pt>
                <c:pt idx="328">
                  <c:v>63</c:v>
                </c:pt>
                <c:pt idx="329">
                  <c:v>46</c:v>
                </c:pt>
                <c:pt idx="330">
                  <c:v>55</c:v>
                </c:pt>
                <c:pt idx="331">
                  <c:v>64</c:v>
                </c:pt>
                <c:pt idx="332">
                  <c:v>70</c:v>
                </c:pt>
                <c:pt idx="333">
                  <c:v>55</c:v>
                </c:pt>
                <c:pt idx="334">
                  <c:v>38</c:v>
                </c:pt>
                <c:pt idx="335">
                  <c:v>33</c:v>
                </c:pt>
                <c:pt idx="336">
                  <c:v>39</c:v>
                </c:pt>
                <c:pt idx="337">
                  <c:v>87</c:v>
                </c:pt>
                <c:pt idx="338">
                  <c:v>60</c:v>
                </c:pt>
                <c:pt idx="339">
                  <c:v>56</c:v>
                </c:pt>
                <c:pt idx="340">
                  <c:v>66</c:v>
                </c:pt>
                <c:pt idx="341">
                  <c:v>81.33</c:v>
                </c:pt>
                <c:pt idx="342">
                  <c:v>86.7</c:v>
                </c:pt>
                <c:pt idx="343">
                  <c:v>73</c:v>
                </c:pt>
                <c:pt idx="344">
                  <c:v>87</c:v>
                </c:pt>
                <c:pt idx="345">
                  <c:v>100</c:v>
                </c:pt>
                <c:pt idx="346">
                  <c:v>88</c:v>
                </c:pt>
                <c:pt idx="347">
                  <c:v>90</c:v>
                </c:pt>
                <c:pt idx="348">
                  <c:v>92</c:v>
                </c:pt>
                <c:pt idx="349">
                  <c:v>69</c:v>
                </c:pt>
                <c:pt idx="350">
                  <c:v>65</c:v>
                </c:pt>
                <c:pt idx="351">
                  <c:v>44.33</c:v>
                </c:pt>
                <c:pt idx="352">
                  <c:v>32.6</c:v>
                </c:pt>
                <c:pt idx="353">
                  <c:v>40</c:v>
                </c:pt>
                <c:pt idx="354">
                  <c:v>39.33</c:v>
                </c:pt>
                <c:pt idx="355">
                  <c:v>46.6</c:v>
                </c:pt>
                <c:pt idx="356">
                  <c:v>63.7</c:v>
                </c:pt>
                <c:pt idx="357">
                  <c:v>62</c:v>
                </c:pt>
                <c:pt idx="358">
                  <c:v>63</c:v>
                </c:pt>
                <c:pt idx="359">
                  <c:v>82</c:v>
                </c:pt>
                <c:pt idx="360">
                  <c:v>95</c:v>
                </c:pt>
                <c:pt idx="361">
                  <c:v>80</c:v>
                </c:pt>
                <c:pt idx="362">
                  <c:v>62.33</c:v>
                </c:pt>
                <c:pt idx="363">
                  <c:v>69</c:v>
                </c:pt>
                <c:pt idx="364">
                  <c:v>58</c:v>
                </c:pt>
                <c:pt idx="365">
                  <c:v>26</c:v>
                </c:pt>
                <c:pt idx="366">
                  <c:v>68</c:v>
                </c:pt>
                <c:pt idx="367">
                  <c:v>96</c:v>
                </c:pt>
                <c:pt idx="368">
                  <c:v>88</c:v>
                </c:pt>
                <c:pt idx="369">
                  <c:v>100</c:v>
                </c:pt>
                <c:pt idx="370">
                  <c:v>79.33</c:v>
                </c:pt>
                <c:pt idx="371">
                  <c:v>57</c:v>
                </c:pt>
                <c:pt idx="372">
                  <c:v>86</c:v>
                </c:pt>
                <c:pt idx="373">
                  <c:v>71</c:v>
                </c:pt>
                <c:pt idx="374">
                  <c:v>62.7</c:v>
                </c:pt>
                <c:pt idx="375">
                  <c:v>71.33</c:v>
                </c:pt>
                <c:pt idx="376">
                  <c:v>56.33</c:v>
                </c:pt>
                <c:pt idx="377">
                  <c:v>56.33</c:v>
                </c:pt>
                <c:pt idx="378">
                  <c:v>63</c:v>
                </c:pt>
                <c:pt idx="379">
                  <c:v>62</c:v>
                </c:pt>
                <c:pt idx="380">
                  <c:v>56</c:v>
                </c:pt>
                <c:pt idx="381">
                  <c:v>51.33</c:v>
                </c:pt>
                <c:pt idx="382">
                  <c:v>42</c:v>
                </c:pt>
                <c:pt idx="383">
                  <c:v>48.66</c:v>
                </c:pt>
                <c:pt idx="384">
                  <c:v>39</c:v>
                </c:pt>
                <c:pt idx="385">
                  <c:v>43</c:v>
                </c:pt>
                <c:pt idx="386">
                  <c:v>61</c:v>
                </c:pt>
                <c:pt idx="387">
                  <c:v>68</c:v>
                </c:pt>
                <c:pt idx="388">
                  <c:v>48</c:v>
                </c:pt>
                <c:pt idx="389">
                  <c:v>38</c:v>
                </c:pt>
                <c:pt idx="390">
                  <c:v>45.7</c:v>
                </c:pt>
                <c:pt idx="391">
                  <c:v>37</c:v>
                </c:pt>
                <c:pt idx="392">
                  <c:v>43</c:v>
                </c:pt>
                <c:pt idx="393">
                  <c:v>35</c:v>
                </c:pt>
                <c:pt idx="394">
                  <c:v>52</c:v>
                </c:pt>
                <c:pt idx="395">
                  <c:v>62</c:v>
                </c:pt>
                <c:pt idx="396">
                  <c:v>54</c:v>
                </c:pt>
                <c:pt idx="397">
                  <c:v>58.33</c:v>
                </c:pt>
                <c:pt idx="398">
                  <c:v>48</c:v>
                </c:pt>
                <c:pt idx="399">
                  <c:v>74</c:v>
                </c:pt>
                <c:pt idx="400">
                  <c:v>63</c:v>
                </c:pt>
                <c:pt idx="401">
                  <c:v>51</c:v>
                </c:pt>
                <c:pt idx="402">
                  <c:v>48</c:v>
                </c:pt>
                <c:pt idx="403">
                  <c:v>43</c:v>
                </c:pt>
                <c:pt idx="404">
                  <c:v>39</c:v>
                </c:pt>
                <c:pt idx="405">
                  <c:v>40</c:v>
                </c:pt>
                <c:pt idx="406">
                  <c:v>41</c:v>
                </c:pt>
                <c:pt idx="407">
                  <c:v>43</c:v>
                </c:pt>
                <c:pt idx="408">
                  <c:v>39</c:v>
                </c:pt>
                <c:pt idx="409">
                  <c:v>38</c:v>
                </c:pt>
                <c:pt idx="410">
                  <c:v>44</c:v>
                </c:pt>
                <c:pt idx="411">
                  <c:v>46</c:v>
                </c:pt>
                <c:pt idx="412">
                  <c:v>39</c:v>
                </c:pt>
                <c:pt idx="413">
                  <c:v>43</c:v>
                </c:pt>
                <c:pt idx="414">
                  <c:v>36</c:v>
                </c:pt>
                <c:pt idx="415">
                  <c:v>38</c:v>
                </c:pt>
                <c:pt idx="416">
                  <c:v>42.7</c:v>
                </c:pt>
                <c:pt idx="417">
                  <c:v>54</c:v>
                </c:pt>
                <c:pt idx="418">
                  <c:v>46</c:v>
                </c:pt>
                <c:pt idx="419">
                  <c:v>38</c:v>
                </c:pt>
                <c:pt idx="420">
                  <c:v>36</c:v>
                </c:pt>
                <c:pt idx="421">
                  <c:v>40</c:v>
                </c:pt>
                <c:pt idx="422">
                  <c:v>41</c:v>
                </c:pt>
                <c:pt idx="423">
                  <c:v>32</c:v>
                </c:pt>
                <c:pt idx="424">
                  <c:v>30</c:v>
                </c:pt>
                <c:pt idx="425">
                  <c:v>39.659999999999997</c:v>
                </c:pt>
                <c:pt idx="426">
                  <c:v>41</c:v>
                </c:pt>
                <c:pt idx="427">
                  <c:v>42</c:v>
                </c:pt>
                <c:pt idx="428">
                  <c:v>29</c:v>
                </c:pt>
                <c:pt idx="429">
                  <c:v>38</c:v>
                </c:pt>
                <c:pt idx="430">
                  <c:v>46</c:v>
                </c:pt>
                <c:pt idx="431">
                  <c:v>74</c:v>
                </c:pt>
                <c:pt idx="432">
                  <c:v>32</c:v>
                </c:pt>
                <c:pt idx="433">
                  <c:v>48</c:v>
                </c:pt>
                <c:pt idx="434">
                  <c:v>66</c:v>
                </c:pt>
                <c:pt idx="435">
                  <c:v>60</c:v>
                </c:pt>
                <c:pt idx="436">
                  <c:v>47</c:v>
                </c:pt>
                <c:pt idx="437">
                  <c:v>36</c:v>
                </c:pt>
                <c:pt idx="438">
                  <c:v>30</c:v>
                </c:pt>
                <c:pt idx="439">
                  <c:v>43</c:v>
                </c:pt>
                <c:pt idx="440">
                  <c:v>37</c:v>
                </c:pt>
                <c:pt idx="441">
                  <c:v>35</c:v>
                </c:pt>
                <c:pt idx="442">
                  <c:v>34</c:v>
                </c:pt>
                <c:pt idx="443">
                  <c:v>58</c:v>
                </c:pt>
                <c:pt idx="444">
                  <c:v>76</c:v>
                </c:pt>
                <c:pt idx="445">
                  <c:v>82</c:v>
                </c:pt>
                <c:pt idx="446">
                  <c:v>83</c:v>
                </c:pt>
                <c:pt idx="447">
                  <c:v>73.66</c:v>
                </c:pt>
                <c:pt idx="448">
                  <c:v>60</c:v>
                </c:pt>
                <c:pt idx="449">
                  <c:v>37</c:v>
                </c:pt>
                <c:pt idx="450">
                  <c:v>38</c:v>
                </c:pt>
                <c:pt idx="451">
                  <c:v>60</c:v>
                </c:pt>
                <c:pt idx="452">
                  <c:v>30</c:v>
                </c:pt>
                <c:pt idx="453">
                  <c:v>32</c:v>
                </c:pt>
                <c:pt idx="454">
                  <c:v>33</c:v>
                </c:pt>
                <c:pt idx="455">
                  <c:v>30</c:v>
                </c:pt>
                <c:pt idx="456">
                  <c:v>39.659999999999997</c:v>
                </c:pt>
                <c:pt idx="457">
                  <c:v>41</c:v>
                </c:pt>
                <c:pt idx="458">
                  <c:v>42</c:v>
                </c:pt>
                <c:pt idx="459">
                  <c:v>29</c:v>
                </c:pt>
                <c:pt idx="460">
                  <c:v>38</c:v>
                </c:pt>
                <c:pt idx="461">
                  <c:v>84</c:v>
                </c:pt>
                <c:pt idx="462">
                  <c:v>52</c:v>
                </c:pt>
                <c:pt idx="463">
                  <c:v>42</c:v>
                </c:pt>
                <c:pt idx="464">
                  <c:v>41</c:v>
                </c:pt>
                <c:pt idx="465">
                  <c:v>48</c:v>
                </c:pt>
                <c:pt idx="466">
                  <c:v>30</c:v>
                </c:pt>
                <c:pt idx="467">
                  <c:v>41</c:v>
                </c:pt>
                <c:pt idx="468">
                  <c:v>36</c:v>
                </c:pt>
                <c:pt idx="469">
                  <c:v>85</c:v>
                </c:pt>
                <c:pt idx="470">
                  <c:v>88</c:v>
                </c:pt>
                <c:pt idx="471">
                  <c:v>84</c:v>
                </c:pt>
                <c:pt idx="472">
                  <c:v>68</c:v>
                </c:pt>
                <c:pt idx="473">
                  <c:v>38</c:v>
                </c:pt>
                <c:pt idx="474">
                  <c:v>55</c:v>
                </c:pt>
                <c:pt idx="475">
                  <c:v>51</c:v>
                </c:pt>
                <c:pt idx="476">
                  <c:v>96</c:v>
                </c:pt>
                <c:pt idx="477">
                  <c:v>52</c:v>
                </c:pt>
                <c:pt idx="478">
                  <c:v>46</c:v>
                </c:pt>
                <c:pt idx="479">
                  <c:v>37</c:v>
                </c:pt>
                <c:pt idx="480">
                  <c:v>31</c:v>
                </c:pt>
                <c:pt idx="481">
                  <c:v>30</c:v>
                </c:pt>
                <c:pt idx="482">
                  <c:v>27</c:v>
                </c:pt>
                <c:pt idx="483">
                  <c:v>30</c:v>
                </c:pt>
                <c:pt idx="484">
                  <c:v>59</c:v>
                </c:pt>
                <c:pt idx="485">
                  <c:v>57</c:v>
                </c:pt>
                <c:pt idx="486">
                  <c:v>59</c:v>
                </c:pt>
                <c:pt idx="487">
                  <c:v>38</c:v>
                </c:pt>
                <c:pt idx="488">
                  <c:v>60</c:v>
                </c:pt>
                <c:pt idx="489">
                  <c:v>56</c:v>
                </c:pt>
                <c:pt idx="490">
                  <c:v>41</c:v>
                </c:pt>
                <c:pt idx="491">
                  <c:v>37</c:v>
                </c:pt>
                <c:pt idx="492">
                  <c:v>32</c:v>
                </c:pt>
                <c:pt idx="493">
                  <c:v>29</c:v>
                </c:pt>
                <c:pt idx="494">
                  <c:v>30</c:v>
                </c:pt>
                <c:pt idx="495">
                  <c:v>31</c:v>
                </c:pt>
                <c:pt idx="496">
                  <c:v>28</c:v>
                </c:pt>
                <c:pt idx="497">
                  <c:v>25</c:v>
                </c:pt>
                <c:pt idx="498">
                  <c:v>27</c:v>
                </c:pt>
                <c:pt idx="499">
                  <c:v>44</c:v>
                </c:pt>
                <c:pt idx="500">
                  <c:v>32</c:v>
                </c:pt>
                <c:pt idx="501">
                  <c:v>33</c:v>
                </c:pt>
                <c:pt idx="502">
                  <c:v>64</c:v>
                </c:pt>
                <c:pt idx="503">
                  <c:v>40</c:v>
                </c:pt>
                <c:pt idx="504">
                  <c:v>32</c:v>
                </c:pt>
                <c:pt idx="505">
                  <c:v>35</c:v>
                </c:pt>
                <c:pt idx="506">
                  <c:v>43</c:v>
                </c:pt>
                <c:pt idx="507">
                  <c:v>35</c:v>
                </c:pt>
                <c:pt idx="508">
                  <c:v>27</c:v>
                </c:pt>
                <c:pt idx="509">
                  <c:v>26</c:v>
                </c:pt>
                <c:pt idx="510">
                  <c:v>82</c:v>
                </c:pt>
                <c:pt idx="511">
                  <c:v>18</c:v>
                </c:pt>
                <c:pt idx="512">
                  <c:v>37</c:v>
                </c:pt>
                <c:pt idx="513">
                  <c:v>49</c:v>
                </c:pt>
                <c:pt idx="514">
                  <c:v>41</c:v>
                </c:pt>
                <c:pt idx="515">
                  <c:v>49</c:v>
                </c:pt>
                <c:pt idx="516">
                  <c:v>34</c:v>
                </c:pt>
                <c:pt idx="517">
                  <c:v>39</c:v>
                </c:pt>
                <c:pt idx="518">
                  <c:v>49</c:v>
                </c:pt>
                <c:pt idx="519">
                  <c:v>43</c:v>
                </c:pt>
                <c:pt idx="520">
                  <c:v>45</c:v>
                </c:pt>
                <c:pt idx="521">
                  <c:v>32</c:v>
                </c:pt>
                <c:pt idx="522">
                  <c:v>44</c:v>
                </c:pt>
                <c:pt idx="523">
                  <c:v>29</c:v>
                </c:pt>
                <c:pt idx="524">
                  <c:v>27</c:v>
                </c:pt>
                <c:pt idx="525">
                  <c:v>26.7</c:v>
                </c:pt>
                <c:pt idx="526">
                  <c:v>50</c:v>
                </c:pt>
                <c:pt idx="527">
                  <c:v>48</c:v>
                </c:pt>
                <c:pt idx="528">
                  <c:v>45</c:v>
                </c:pt>
                <c:pt idx="529">
                  <c:v>52</c:v>
                </c:pt>
                <c:pt idx="530">
                  <c:v>25</c:v>
                </c:pt>
                <c:pt idx="531">
                  <c:v>55</c:v>
                </c:pt>
                <c:pt idx="532">
                  <c:v>33</c:v>
                </c:pt>
                <c:pt idx="533">
                  <c:v>22</c:v>
                </c:pt>
                <c:pt idx="534">
                  <c:v>31</c:v>
                </c:pt>
                <c:pt idx="535">
                  <c:v>30</c:v>
                </c:pt>
                <c:pt idx="536">
                  <c:v>35</c:v>
                </c:pt>
                <c:pt idx="537">
                  <c:v>31</c:v>
                </c:pt>
                <c:pt idx="538">
                  <c:v>30</c:v>
                </c:pt>
                <c:pt idx="539">
                  <c:v>18</c:v>
                </c:pt>
                <c:pt idx="540">
                  <c:v>59</c:v>
                </c:pt>
                <c:pt idx="541">
                  <c:v>40</c:v>
                </c:pt>
                <c:pt idx="542">
                  <c:v>49</c:v>
                </c:pt>
                <c:pt idx="543">
                  <c:v>46</c:v>
                </c:pt>
                <c:pt idx="544">
                  <c:v>20</c:v>
                </c:pt>
                <c:pt idx="545">
                  <c:v>16</c:v>
                </c:pt>
                <c:pt idx="546">
                  <c:v>15</c:v>
                </c:pt>
                <c:pt idx="547">
                  <c:v>20</c:v>
                </c:pt>
                <c:pt idx="548">
                  <c:v>30</c:v>
                </c:pt>
                <c:pt idx="549">
                  <c:v>45</c:v>
                </c:pt>
                <c:pt idx="550">
                  <c:v>38</c:v>
                </c:pt>
                <c:pt idx="551">
                  <c:v>35</c:v>
                </c:pt>
                <c:pt idx="552">
                  <c:v>40</c:v>
                </c:pt>
                <c:pt idx="553">
                  <c:v>18</c:v>
                </c:pt>
                <c:pt idx="554">
                  <c:v>53</c:v>
                </c:pt>
                <c:pt idx="555">
                  <c:v>56</c:v>
                </c:pt>
                <c:pt idx="556">
                  <c:v>32</c:v>
                </c:pt>
                <c:pt idx="557">
                  <c:v>51</c:v>
                </c:pt>
                <c:pt idx="558">
                  <c:v>69</c:v>
                </c:pt>
                <c:pt idx="559">
                  <c:v>64</c:v>
                </c:pt>
                <c:pt idx="560">
                  <c:v>30</c:v>
                </c:pt>
                <c:pt idx="561">
                  <c:v>62</c:v>
                </c:pt>
                <c:pt idx="562">
                  <c:v>30</c:v>
                </c:pt>
                <c:pt idx="563">
                  <c:v>48</c:v>
                </c:pt>
                <c:pt idx="564">
                  <c:v>80</c:v>
                </c:pt>
                <c:pt idx="565">
                  <c:v>86</c:v>
                </c:pt>
                <c:pt idx="566">
                  <c:v>73</c:v>
                </c:pt>
                <c:pt idx="567">
                  <c:v>61</c:v>
                </c:pt>
                <c:pt idx="568">
                  <c:v>48</c:v>
                </c:pt>
                <c:pt idx="569">
                  <c:v>55</c:v>
                </c:pt>
                <c:pt idx="570">
                  <c:v>53</c:v>
                </c:pt>
                <c:pt idx="571">
                  <c:v>58</c:v>
                </c:pt>
                <c:pt idx="572">
                  <c:v>62</c:v>
                </c:pt>
                <c:pt idx="573">
                  <c:v>94</c:v>
                </c:pt>
                <c:pt idx="574">
                  <c:v>83</c:v>
                </c:pt>
                <c:pt idx="575">
                  <c:v>68</c:v>
                </c:pt>
                <c:pt idx="576">
                  <c:v>64</c:v>
                </c:pt>
                <c:pt idx="577">
                  <c:v>66</c:v>
                </c:pt>
                <c:pt idx="578">
                  <c:v>56</c:v>
                </c:pt>
                <c:pt idx="579">
                  <c:v>78</c:v>
                </c:pt>
                <c:pt idx="580">
                  <c:v>72.7</c:v>
                </c:pt>
                <c:pt idx="581">
                  <c:v>70</c:v>
                </c:pt>
                <c:pt idx="582">
                  <c:v>61</c:v>
                </c:pt>
                <c:pt idx="583">
                  <c:v>35</c:v>
                </c:pt>
                <c:pt idx="584">
                  <c:v>83</c:v>
                </c:pt>
                <c:pt idx="585">
                  <c:v>70</c:v>
                </c:pt>
                <c:pt idx="586">
                  <c:v>78</c:v>
                </c:pt>
                <c:pt idx="587">
                  <c:v>70</c:v>
                </c:pt>
                <c:pt idx="588">
                  <c:v>79</c:v>
                </c:pt>
                <c:pt idx="589">
                  <c:v>56</c:v>
                </c:pt>
                <c:pt idx="590">
                  <c:v>50</c:v>
                </c:pt>
                <c:pt idx="591">
                  <c:v>78</c:v>
                </c:pt>
                <c:pt idx="592">
                  <c:v>49</c:v>
                </c:pt>
                <c:pt idx="593">
                  <c:v>58</c:v>
                </c:pt>
                <c:pt idx="594">
                  <c:v>47</c:v>
                </c:pt>
                <c:pt idx="595">
                  <c:v>68</c:v>
                </c:pt>
                <c:pt idx="596">
                  <c:v>49</c:v>
                </c:pt>
                <c:pt idx="597">
                  <c:v>54</c:v>
                </c:pt>
                <c:pt idx="598">
                  <c:v>63.33</c:v>
                </c:pt>
                <c:pt idx="599">
                  <c:v>83</c:v>
                </c:pt>
                <c:pt idx="600">
                  <c:v>66</c:v>
                </c:pt>
                <c:pt idx="601">
                  <c:v>73</c:v>
                </c:pt>
                <c:pt idx="602">
                  <c:v>58</c:v>
                </c:pt>
                <c:pt idx="603">
                  <c:v>59</c:v>
                </c:pt>
                <c:pt idx="604">
                  <c:v>48</c:v>
                </c:pt>
                <c:pt idx="605">
                  <c:v>83.33</c:v>
                </c:pt>
                <c:pt idx="606">
                  <c:v>85</c:v>
                </c:pt>
                <c:pt idx="607">
                  <c:v>63</c:v>
                </c:pt>
                <c:pt idx="608">
                  <c:v>70</c:v>
                </c:pt>
                <c:pt idx="609">
                  <c:v>60</c:v>
                </c:pt>
                <c:pt idx="610">
                  <c:v>44</c:v>
                </c:pt>
                <c:pt idx="611">
                  <c:v>45</c:v>
                </c:pt>
                <c:pt idx="612">
                  <c:v>48</c:v>
                </c:pt>
                <c:pt idx="613">
                  <c:v>58</c:v>
                </c:pt>
                <c:pt idx="614">
                  <c:v>80</c:v>
                </c:pt>
                <c:pt idx="615">
                  <c:v>84.7</c:v>
                </c:pt>
                <c:pt idx="616">
                  <c:v>83</c:v>
                </c:pt>
                <c:pt idx="617">
                  <c:v>85</c:v>
                </c:pt>
                <c:pt idx="618">
                  <c:v>71</c:v>
                </c:pt>
                <c:pt idx="619">
                  <c:v>70</c:v>
                </c:pt>
                <c:pt idx="620">
                  <c:v>65</c:v>
                </c:pt>
                <c:pt idx="621">
                  <c:v>60</c:v>
                </c:pt>
                <c:pt idx="622">
                  <c:v>44</c:v>
                </c:pt>
                <c:pt idx="623">
                  <c:v>47.66</c:v>
                </c:pt>
                <c:pt idx="624">
                  <c:v>76</c:v>
                </c:pt>
                <c:pt idx="625">
                  <c:v>73</c:v>
                </c:pt>
                <c:pt idx="626">
                  <c:v>68</c:v>
                </c:pt>
                <c:pt idx="627">
                  <c:v>73</c:v>
                </c:pt>
                <c:pt idx="628">
                  <c:v>79</c:v>
                </c:pt>
                <c:pt idx="629">
                  <c:v>86</c:v>
                </c:pt>
                <c:pt idx="630">
                  <c:v>76.33</c:v>
                </c:pt>
                <c:pt idx="631">
                  <c:v>62</c:v>
                </c:pt>
                <c:pt idx="632">
                  <c:v>63</c:v>
                </c:pt>
                <c:pt idx="633">
                  <c:v>59.33</c:v>
                </c:pt>
                <c:pt idx="634">
                  <c:v>62</c:v>
                </c:pt>
                <c:pt idx="635">
                  <c:v>63.66</c:v>
                </c:pt>
                <c:pt idx="636">
                  <c:v>57</c:v>
                </c:pt>
                <c:pt idx="637">
                  <c:v>72</c:v>
                </c:pt>
                <c:pt idx="638">
                  <c:v>76</c:v>
                </c:pt>
                <c:pt idx="639">
                  <c:v>83</c:v>
                </c:pt>
                <c:pt idx="640">
                  <c:v>70</c:v>
                </c:pt>
                <c:pt idx="641">
                  <c:v>59</c:v>
                </c:pt>
                <c:pt idx="642">
                  <c:v>66</c:v>
                </c:pt>
                <c:pt idx="643">
                  <c:v>52</c:v>
                </c:pt>
                <c:pt idx="644">
                  <c:v>79</c:v>
                </c:pt>
                <c:pt idx="645">
                  <c:v>55</c:v>
                </c:pt>
                <c:pt idx="646">
                  <c:v>70</c:v>
                </c:pt>
                <c:pt idx="647">
                  <c:v>83</c:v>
                </c:pt>
                <c:pt idx="648">
                  <c:v>59</c:v>
                </c:pt>
                <c:pt idx="649">
                  <c:v>34</c:v>
                </c:pt>
                <c:pt idx="650">
                  <c:v>50</c:v>
                </c:pt>
                <c:pt idx="651">
                  <c:v>39</c:v>
                </c:pt>
                <c:pt idx="652">
                  <c:v>31</c:v>
                </c:pt>
                <c:pt idx="653">
                  <c:v>57</c:v>
                </c:pt>
                <c:pt idx="654">
                  <c:v>83</c:v>
                </c:pt>
                <c:pt idx="655">
                  <c:v>41</c:v>
                </c:pt>
                <c:pt idx="656">
                  <c:v>47</c:v>
                </c:pt>
                <c:pt idx="657">
                  <c:v>44</c:v>
                </c:pt>
                <c:pt idx="658">
                  <c:v>34</c:v>
                </c:pt>
                <c:pt idx="659">
                  <c:v>69</c:v>
                </c:pt>
                <c:pt idx="660">
                  <c:v>72</c:v>
                </c:pt>
                <c:pt idx="661">
                  <c:v>85</c:v>
                </c:pt>
                <c:pt idx="662">
                  <c:v>64</c:v>
                </c:pt>
                <c:pt idx="663">
                  <c:v>57</c:v>
                </c:pt>
                <c:pt idx="664">
                  <c:v>53</c:v>
                </c:pt>
                <c:pt idx="665">
                  <c:v>50</c:v>
                </c:pt>
                <c:pt idx="666">
                  <c:v>35</c:v>
                </c:pt>
                <c:pt idx="667">
                  <c:v>43</c:v>
                </c:pt>
                <c:pt idx="668">
                  <c:v>48</c:v>
                </c:pt>
                <c:pt idx="669">
                  <c:v>50</c:v>
                </c:pt>
                <c:pt idx="670">
                  <c:v>49.66</c:v>
                </c:pt>
                <c:pt idx="671">
                  <c:v>50</c:v>
                </c:pt>
                <c:pt idx="672">
                  <c:v>56</c:v>
                </c:pt>
                <c:pt idx="673">
                  <c:v>75</c:v>
                </c:pt>
                <c:pt idx="674">
                  <c:v>53</c:v>
                </c:pt>
                <c:pt idx="675">
                  <c:v>42</c:v>
                </c:pt>
                <c:pt idx="676">
                  <c:v>39</c:v>
                </c:pt>
                <c:pt idx="677">
                  <c:v>37</c:v>
                </c:pt>
                <c:pt idx="678">
                  <c:v>30</c:v>
                </c:pt>
                <c:pt idx="679">
                  <c:v>33</c:v>
                </c:pt>
                <c:pt idx="680">
                  <c:v>31</c:v>
                </c:pt>
                <c:pt idx="681">
                  <c:v>28</c:v>
                </c:pt>
                <c:pt idx="682">
                  <c:v>27</c:v>
                </c:pt>
                <c:pt idx="683">
                  <c:v>31</c:v>
                </c:pt>
                <c:pt idx="684">
                  <c:v>35</c:v>
                </c:pt>
                <c:pt idx="685">
                  <c:v>29</c:v>
                </c:pt>
                <c:pt idx="686">
                  <c:v>32</c:v>
                </c:pt>
                <c:pt idx="687">
                  <c:v>33</c:v>
                </c:pt>
                <c:pt idx="688">
                  <c:v>30</c:v>
                </c:pt>
                <c:pt idx="689">
                  <c:v>43</c:v>
                </c:pt>
                <c:pt idx="690">
                  <c:v>58</c:v>
                </c:pt>
                <c:pt idx="691">
                  <c:v>49</c:v>
                </c:pt>
                <c:pt idx="692">
                  <c:v>46</c:v>
                </c:pt>
                <c:pt idx="693">
                  <c:v>44</c:v>
                </c:pt>
                <c:pt idx="694">
                  <c:v>45</c:v>
                </c:pt>
                <c:pt idx="695">
                  <c:v>47.6</c:v>
                </c:pt>
                <c:pt idx="696">
                  <c:v>48.86</c:v>
                </c:pt>
                <c:pt idx="697">
                  <c:v>50.3</c:v>
                </c:pt>
                <c:pt idx="698">
                  <c:v>51.2</c:v>
                </c:pt>
                <c:pt idx="699">
                  <c:v>31.4</c:v>
                </c:pt>
                <c:pt idx="700">
                  <c:v>43.6</c:v>
                </c:pt>
                <c:pt idx="701">
                  <c:v>65.03</c:v>
                </c:pt>
                <c:pt idx="702">
                  <c:v>72</c:v>
                </c:pt>
                <c:pt idx="703">
                  <c:v>80</c:v>
                </c:pt>
                <c:pt idx="704">
                  <c:v>48.7</c:v>
                </c:pt>
                <c:pt idx="705">
                  <c:v>51.66</c:v>
                </c:pt>
                <c:pt idx="706">
                  <c:v>56</c:v>
                </c:pt>
                <c:pt idx="707">
                  <c:v>50.33</c:v>
                </c:pt>
                <c:pt idx="708">
                  <c:v>47.3</c:v>
                </c:pt>
                <c:pt idx="709">
                  <c:v>43.5</c:v>
                </c:pt>
                <c:pt idx="710">
                  <c:v>42</c:v>
                </c:pt>
                <c:pt idx="711">
                  <c:v>49.66</c:v>
                </c:pt>
                <c:pt idx="712">
                  <c:v>57.7</c:v>
                </c:pt>
                <c:pt idx="713">
                  <c:v>46.66</c:v>
                </c:pt>
                <c:pt idx="714">
                  <c:v>52.66</c:v>
                </c:pt>
                <c:pt idx="715">
                  <c:v>64</c:v>
                </c:pt>
                <c:pt idx="716">
                  <c:v>60</c:v>
                </c:pt>
                <c:pt idx="717">
                  <c:v>56.3</c:v>
                </c:pt>
                <c:pt idx="718">
                  <c:v>59</c:v>
                </c:pt>
                <c:pt idx="719">
                  <c:v>52.66</c:v>
                </c:pt>
                <c:pt idx="720">
                  <c:v>54</c:v>
                </c:pt>
                <c:pt idx="721">
                  <c:v>57.66</c:v>
                </c:pt>
                <c:pt idx="722">
                  <c:v>54.6</c:v>
                </c:pt>
                <c:pt idx="723">
                  <c:v>63</c:v>
                </c:pt>
                <c:pt idx="724">
                  <c:v>74.7</c:v>
                </c:pt>
                <c:pt idx="725">
                  <c:v>79</c:v>
                </c:pt>
                <c:pt idx="726">
                  <c:v>61</c:v>
                </c:pt>
                <c:pt idx="727">
                  <c:v>63</c:v>
                </c:pt>
                <c:pt idx="728">
                  <c:v>69</c:v>
                </c:pt>
                <c:pt idx="729">
                  <c:v>58</c:v>
                </c:pt>
                <c:pt idx="730">
                  <c:v>69</c:v>
                </c:pt>
                <c:pt idx="731">
                  <c:v>63</c:v>
                </c:pt>
                <c:pt idx="732">
                  <c:v>67</c:v>
                </c:pt>
                <c:pt idx="733">
                  <c:v>90</c:v>
                </c:pt>
                <c:pt idx="734">
                  <c:v>89.33</c:v>
                </c:pt>
                <c:pt idx="735">
                  <c:v>91.7</c:v>
                </c:pt>
                <c:pt idx="736">
                  <c:v>90.1</c:v>
                </c:pt>
                <c:pt idx="737">
                  <c:v>77.400000000000006</c:v>
                </c:pt>
                <c:pt idx="738">
                  <c:v>74.33</c:v>
                </c:pt>
                <c:pt idx="739">
                  <c:v>55.33</c:v>
                </c:pt>
                <c:pt idx="740">
                  <c:v>47</c:v>
                </c:pt>
                <c:pt idx="741">
                  <c:v>44.33</c:v>
                </c:pt>
                <c:pt idx="742">
                  <c:v>43</c:v>
                </c:pt>
                <c:pt idx="743">
                  <c:v>44</c:v>
                </c:pt>
                <c:pt idx="744">
                  <c:v>73</c:v>
                </c:pt>
                <c:pt idx="745">
                  <c:v>74.33</c:v>
                </c:pt>
                <c:pt idx="746">
                  <c:v>78</c:v>
                </c:pt>
                <c:pt idx="747">
                  <c:v>80.33</c:v>
                </c:pt>
                <c:pt idx="748">
                  <c:v>83</c:v>
                </c:pt>
                <c:pt idx="749">
                  <c:v>87</c:v>
                </c:pt>
                <c:pt idx="750">
                  <c:v>90</c:v>
                </c:pt>
                <c:pt idx="751">
                  <c:v>93</c:v>
                </c:pt>
                <c:pt idx="752">
                  <c:v>89.33</c:v>
                </c:pt>
                <c:pt idx="753">
                  <c:v>87.33</c:v>
                </c:pt>
                <c:pt idx="754">
                  <c:v>82.66</c:v>
                </c:pt>
                <c:pt idx="755">
                  <c:v>72.33</c:v>
                </c:pt>
                <c:pt idx="756">
                  <c:v>60.33</c:v>
                </c:pt>
                <c:pt idx="757">
                  <c:v>45</c:v>
                </c:pt>
                <c:pt idx="758">
                  <c:v>52.9</c:v>
                </c:pt>
                <c:pt idx="759">
                  <c:v>55.7</c:v>
                </c:pt>
                <c:pt idx="760">
                  <c:v>63.7</c:v>
                </c:pt>
                <c:pt idx="761">
                  <c:v>75.33</c:v>
                </c:pt>
                <c:pt idx="762">
                  <c:v>77.33</c:v>
                </c:pt>
                <c:pt idx="763">
                  <c:v>82.33</c:v>
                </c:pt>
                <c:pt idx="764">
                  <c:v>63</c:v>
                </c:pt>
                <c:pt idx="765">
                  <c:v>71</c:v>
                </c:pt>
                <c:pt idx="766">
                  <c:v>75</c:v>
                </c:pt>
                <c:pt idx="767">
                  <c:v>65.66</c:v>
                </c:pt>
                <c:pt idx="768">
                  <c:v>58.6</c:v>
                </c:pt>
                <c:pt idx="769">
                  <c:v>56.66</c:v>
                </c:pt>
                <c:pt idx="770">
                  <c:v>44.33</c:v>
                </c:pt>
                <c:pt idx="771">
                  <c:v>33</c:v>
                </c:pt>
                <c:pt idx="772">
                  <c:v>42</c:v>
                </c:pt>
                <c:pt idx="773">
                  <c:v>46</c:v>
                </c:pt>
                <c:pt idx="774">
                  <c:v>51</c:v>
                </c:pt>
                <c:pt idx="775">
                  <c:v>44</c:v>
                </c:pt>
                <c:pt idx="776">
                  <c:v>36.700000000000003</c:v>
                </c:pt>
                <c:pt idx="777">
                  <c:v>43</c:v>
                </c:pt>
                <c:pt idx="778">
                  <c:v>49</c:v>
                </c:pt>
                <c:pt idx="779">
                  <c:v>36</c:v>
                </c:pt>
                <c:pt idx="780">
                  <c:v>38</c:v>
                </c:pt>
                <c:pt idx="781">
                  <c:v>51.66</c:v>
                </c:pt>
                <c:pt idx="782">
                  <c:v>70</c:v>
                </c:pt>
                <c:pt idx="783">
                  <c:v>86.33</c:v>
                </c:pt>
                <c:pt idx="784">
                  <c:v>85</c:v>
                </c:pt>
                <c:pt idx="785">
                  <c:v>93</c:v>
                </c:pt>
                <c:pt idx="786">
                  <c:v>90</c:v>
                </c:pt>
                <c:pt idx="787">
                  <c:v>61.7</c:v>
                </c:pt>
                <c:pt idx="788">
                  <c:v>44.33</c:v>
                </c:pt>
                <c:pt idx="789">
                  <c:v>61</c:v>
                </c:pt>
                <c:pt idx="790">
                  <c:v>74.33</c:v>
                </c:pt>
                <c:pt idx="791">
                  <c:v>82</c:v>
                </c:pt>
                <c:pt idx="792">
                  <c:v>68</c:v>
                </c:pt>
                <c:pt idx="793">
                  <c:v>76.3</c:v>
                </c:pt>
                <c:pt idx="794">
                  <c:v>83.33</c:v>
                </c:pt>
                <c:pt idx="795">
                  <c:v>36</c:v>
                </c:pt>
                <c:pt idx="796">
                  <c:v>62.66</c:v>
                </c:pt>
                <c:pt idx="797">
                  <c:v>67</c:v>
                </c:pt>
                <c:pt idx="798">
                  <c:v>66</c:v>
                </c:pt>
                <c:pt idx="799">
                  <c:v>59</c:v>
                </c:pt>
                <c:pt idx="800">
                  <c:v>54</c:v>
                </c:pt>
                <c:pt idx="801">
                  <c:v>58</c:v>
                </c:pt>
                <c:pt idx="802">
                  <c:v>36</c:v>
                </c:pt>
                <c:pt idx="803">
                  <c:v>30</c:v>
                </c:pt>
                <c:pt idx="804">
                  <c:v>43</c:v>
                </c:pt>
                <c:pt idx="805">
                  <c:v>37</c:v>
                </c:pt>
                <c:pt idx="806">
                  <c:v>39</c:v>
                </c:pt>
                <c:pt idx="807">
                  <c:v>41</c:v>
                </c:pt>
                <c:pt idx="808">
                  <c:v>37</c:v>
                </c:pt>
                <c:pt idx="809">
                  <c:v>38</c:v>
                </c:pt>
                <c:pt idx="810">
                  <c:v>40</c:v>
                </c:pt>
                <c:pt idx="811">
                  <c:v>43</c:v>
                </c:pt>
                <c:pt idx="812">
                  <c:v>49.2</c:v>
                </c:pt>
                <c:pt idx="813">
                  <c:v>43.2</c:v>
                </c:pt>
                <c:pt idx="814">
                  <c:v>41.6</c:v>
                </c:pt>
                <c:pt idx="815">
                  <c:v>39.33</c:v>
                </c:pt>
                <c:pt idx="816">
                  <c:v>37.659999999999997</c:v>
                </c:pt>
                <c:pt idx="817">
                  <c:v>37.659999999999997</c:v>
                </c:pt>
                <c:pt idx="818">
                  <c:v>39</c:v>
                </c:pt>
                <c:pt idx="819">
                  <c:v>31.66</c:v>
                </c:pt>
                <c:pt idx="820">
                  <c:v>30</c:v>
                </c:pt>
                <c:pt idx="821">
                  <c:v>31.6</c:v>
                </c:pt>
                <c:pt idx="822">
                  <c:v>29.66</c:v>
                </c:pt>
                <c:pt idx="823">
                  <c:v>28.66</c:v>
                </c:pt>
                <c:pt idx="824">
                  <c:v>29.66</c:v>
                </c:pt>
                <c:pt idx="825">
                  <c:v>28</c:v>
                </c:pt>
                <c:pt idx="826">
                  <c:v>28</c:v>
                </c:pt>
                <c:pt idx="827">
                  <c:v>30</c:v>
                </c:pt>
                <c:pt idx="828">
                  <c:v>29</c:v>
                </c:pt>
                <c:pt idx="829">
                  <c:v>26.7</c:v>
                </c:pt>
                <c:pt idx="830">
                  <c:v>27</c:v>
                </c:pt>
                <c:pt idx="831">
                  <c:v>41.33</c:v>
                </c:pt>
                <c:pt idx="832">
                  <c:v>44.33</c:v>
                </c:pt>
                <c:pt idx="833">
                  <c:v>37</c:v>
                </c:pt>
                <c:pt idx="834">
                  <c:v>31.33</c:v>
                </c:pt>
                <c:pt idx="835">
                  <c:v>32.5</c:v>
                </c:pt>
                <c:pt idx="836">
                  <c:v>34.33</c:v>
                </c:pt>
                <c:pt idx="837">
                  <c:v>41</c:v>
                </c:pt>
                <c:pt idx="838">
                  <c:v>48</c:v>
                </c:pt>
                <c:pt idx="839">
                  <c:v>46.33</c:v>
                </c:pt>
                <c:pt idx="840">
                  <c:v>46</c:v>
                </c:pt>
                <c:pt idx="841">
                  <c:v>47.66</c:v>
                </c:pt>
                <c:pt idx="842">
                  <c:v>43</c:v>
                </c:pt>
                <c:pt idx="843">
                  <c:v>45.7</c:v>
                </c:pt>
                <c:pt idx="844">
                  <c:v>37.33</c:v>
                </c:pt>
                <c:pt idx="845">
                  <c:v>35</c:v>
                </c:pt>
                <c:pt idx="846">
                  <c:v>34.33</c:v>
                </c:pt>
                <c:pt idx="847">
                  <c:v>37.33</c:v>
                </c:pt>
                <c:pt idx="848">
                  <c:v>35.33</c:v>
                </c:pt>
                <c:pt idx="849">
                  <c:v>38.6</c:v>
                </c:pt>
                <c:pt idx="850">
                  <c:v>30</c:v>
                </c:pt>
                <c:pt idx="851">
                  <c:v>43</c:v>
                </c:pt>
                <c:pt idx="852">
                  <c:v>40</c:v>
                </c:pt>
                <c:pt idx="853">
                  <c:v>38</c:v>
                </c:pt>
                <c:pt idx="854">
                  <c:v>36.9</c:v>
                </c:pt>
                <c:pt idx="855">
                  <c:v>37.869999999999997</c:v>
                </c:pt>
                <c:pt idx="856">
                  <c:v>28</c:v>
                </c:pt>
                <c:pt idx="857">
                  <c:v>32.700000000000003</c:v>
                </c:pt>
                <c:pt idx="858">
                  <c:v>41</c:v>
                </c:pt>
                <c:pt idx="859">
                  <c:v>31.3</c:v>
                </c:pt>
                <c:pt idx="860">
                  <c:v>29</c:v>
                </c:pt>
                <c:pt idx="861">
                  <c:v>29</c:v>
                </c:pt>
                <c:pt idx="862">
                  <c:v>25.33</c:v>
                </c:pt>
                <c:pt idx="863">
                  <c:v>22</c:v>
                </c:pt>
                <c:pt idx="864">
                  <c:v>30.7</c:v>
                </c:pt>
                <c:pt idx="865">
                  <c:v>30.33</c:v>
                </c:pt>
                <c:pt idx="866">
                  <c:v>34.33</c:v>
                </c:pt>
                <c:pt idx="867">
                  <c:v>35.33</c:v>
                </c:pt>
                <c:pt idx="868">
                  <c:v>36</c:v>
                </c:pt>
                <c:pt idx="869">
                  <c:v>33.33</c:v>
                </c:pt>
                <c:pt idx="870">
                  <c:v>21</c:v>
                </c:pt>
                <c:pt idx="871">
                  <c:v>41.7</c:v>
                </c:pt>
                <c:pt idx="872">
                  <c:v>46</c:v>
                </c:pt>
                <c:pt idx="873">
                  <c:v>46</c:v>
                </c:pt>
                <c:pt idx="874">
                  <c:v>35</c:v>
                </c:pt>
                <c:pt idx="875">
                  <c:v>33.33</c:v>
                </c:pt>
                <c:pt idx="876">
                  <c:v>46</c:v>
                </c:pt>
                <c:pt idx="877">
                  <c:v>47</c:v>
                </c:pt>
                <c:pt idx="878">
                  <c:v>38</c:v>
                </c:pt>
                <c:pt idx="879">
                  <c:v>38.770000000000003</c:v>
                </c:pt>
                <c:pt idx="880">
                  <c:v>39.700000000000003</c:v>
                </c:pt>
                <c:pt idx="881">
                  <c:v>36.659999999999997</c:v>
                </c:pt>
                <c:pt idx="882">
                  <c:v>32.33</c:v>
                </c:pt>
                <c:pt idx="883">
                  <c:v>26.33</c:v>
                </c:pt>
                <c:pt idx="884">
                  <c:v>21.6</c:v>
                </c:pt>
                <c:pt idx="885">
                  <c:v>18.329999999999998</c:v>
                </c:pt>
                <c:pt idx="886">
                  <c:v>17</c:v>
                </c:pt>
                <c:pt idx="887">
                  <c:v>20.66</c:v>
                </c:pt>
                <c:pt idx="888">
                  <c:v>19.399999999999999</c:v>
                </c:pt>
                <c:pt idx="889">
                  <c:v>19.829999999999998</c:v>
                </c:pt>
                <c:pt idx="890">
                  <c:v>20</c:v>
                </c:pt>
                <c:pt idx="891">
                  <c:v>25</c:v>
                </c:pt>
                <c:pt idx="892">
                  <c:v>31</c:v>
                </c:pt>
                <c:pt idx="893">
                  <c:v>23</c:v>
                </c:pt>
                <c:pt idx="894">
                  <c:v>22</c:v>
                </c:pt>
                <c:pt idx="895">
                  <c:v>25.66</c:v>
                </c:pt>
                <c:pt idx="896">
                  <c:v>57.33</c:v>
                </c:pt>
                <c:pt idx="897">
                  <c:v>34.33</c:v>
                </c:pt>
                <c:pt idx="898">
                  <c:v>35.33</c:v>
                </c:pt>
                <c:pt idx="899">
                  <c:v>79</c:v>
                </c:pt>
                <c:pt idx="900">
                  <c:v>77.7</c:v>
                </c:pt>
                <c:pt idx="901">
                  <c:v>76</c:v>
                </c:pt>
                <c:pt idx="902">
                  <c:v>62</c:v>
                </c:pt>
                <c:pt idx="903">
                  <c:v>50.33</c:v>
                </c:pt>
                <c:pt idx="904">
                  <c:v>50.33</c:v>
                </c:pt>
                <c:pt idx="905">
                  <c:v>52</c:v>
                </c:pt>
                <c:pt idx="906">
                  <c:v>41</c:v>
                </c:pt>
                <c:pt idx="907">
                  <c:v>34.659999999999997</c:v>
                </c:pt>
                <c:pt idx="908">
                  <c:v>40.700000000000003</c:v>
                </c:pt>
                <c:pt idx="909">
                  <c:v>43</c:v>
                </c:pt>
                <c:pt idx="910">
                  <c:v>58.7</c:v>
                </c:pt>
                <c:pt idx="911">
                  <c:v>68</c:v>
                </c:pt>
                <c:pt idx="912">
                  <c:v>66</c:v>
                </c:pt>
                <c:pt idx="913">
                  <c:v>61.7</c:v>
                </c:pt>
                <c:pt idx="914">
                  <c:v>72</c:v>
                </c:pt>
                <c:pt idx="915">
                  <c:v>82.7</c:v>
                </c:pt>
                <c:pt idx="916">
                  <c:v>72</c:v>
                </c:pt>
                <c:pt idx="917">
                  <c:v>56</c:v>
                </c:pt>
                <c:pt idx="918">
                  <c:v>58</c:v>
                </c:pt>
                <c:pt idx="919">
                  <c:v>61</c:v>
                </c:pt>
                <c:pt idx="920">
                  <c:v>73</c:v>
                </c:pt>
                <c:pt idx="921">
                  <c:v>76</c:v>
                </c:pt>
                <c:pt idx="922">
                  <c:v>77.66</c:v>
                </c:pt>
                <c:pt idx="923">
                  <c:v>84.33</c:v>
                </c:pt>
                <c:pt idx="924">
                  <c:v>73.7</c:v>
                </c:pt>
                <c:pt idx="925">
                  <c:v>78</c:v>
                </c:pt>
                <c:pt idx="926">
                  <c:v>69</c:v>
                </c:pt>
                <c:pt idx="927">
                  <c:v>62.7</c:v>
                </c:pt>
                <c:pt idx="928">
                  <c:v>61</c:v>
                </c:pt>
                <c:pt idx="929">
                  <c:v>64</c:v>
                </c:pt>
                <c:pt idx="930">
                  <c:v>87</c:v>
                </c:pt>
                <c:pt idx="931">
                  <c:v>88.33</c:v>
                </c:pt>
                <c:pt idx="932">
                  <c:v>77</c:v>
                </c:pt>
                <c:pt idx="933">
                  <c:v>64</c:v>
                </c:pt>
                <c:pt idx="934">
                  <c:v>50.33</c:v>
                </c:pt>
                <c:pt idx="935">
                  <c:v>83</c:v>
                </c:pt>
                <c:pt idx="936">
                  <c:v>81</c:v>
                </c:pt>
                <c:pt idx="937">
                  <c:v>83</c:v>
                </c:pt>
                <c:pt idx="938">
                  <c:v>85.7</c:v>
                </c:pt>
                <c:pt idx="939">
                  <c:v>98</c:v>
                </c:pt>
                <c:pt idx="940">
                  <c:v>92</c:v>
                </c:pt>
                <c:pt idx="941">
                  <c:v>89</c:v>
                </c:pt>
                <c:pt idx="942">
                  <c:v>80</c:v>
                </c:pt>
                <c:pt idx="943">
                  <c:v>73</c:v>
                </c:pt>
                <c:pt idx="944">
                  <c:v>64.33</c:v>
                </c:pt>
                <c:pt idx="945">
                  <c:v>69.33</c:v>
                </c:pt>
                <c:pt idx="946">
                  <c:v>82</c:v>
                </c:pt>
                <c:pt idx="947">
                  <c:v>73</c:v>
                </c:pt>
                <c:pt idx="948">
                  <c:v>63</c:v>
                </c:pt>
                <c:pt idx="949">
                  <c:v>58</c:v>
                </c:pt>
                <c:pt idx="950">
                  <c:v>61</c:v>
                </c:pt>
                <c:pt idx="951">
                  <c:v>62.66</c:v>
                </c:pt>
                <c:pt idx="952">
                  <c:v>79.33</c:v>
                </c:pt>
                <c:pt idx="953">
                  <c:v>65</c:v>
                </c:pt>
                <c:pt idx="954">
                  <c:v>68</c:v>
                </c:pt>
                <c:pt idx="955">
                  <c:v>80</c:v>
                </c:pt>
                <c:pt idx="956">
                  <c:v>79.66</c:v>
                </c:pt>
                <c:pt idx="957">
                  <c:v>82</c:v>
                </c:pt>
                <c:pt idx="958">
                  <c:v>82.33</c:v>
                </c:pt>
                <c:pt idx="959">
                  <c:v>79.5</c:v>
                </c:pt>
                <c:pt idx="960">
                  <c:v>80.3</c:v>
                </c:pt>
                <c:pt idx="961">
                  <c:v>76.2</c:v>
                </c:pt>
                <c:pt idx="962">
                  <c:v>82.17</c:v>
                </c:pt>
                <c:pt idx="963">
                  <c:v>74.67</c:v>
                </c:pt>
                <c:pt idx="964">
                  <c:v>75.67</c:v>
                </c:pt>
                <c:pt idx="965">
                  <c:v>77</c:v>
                </c:pt>
                <c:pt idx="966">
                  <c:v>78</c:v>
                </c:pt>
                <c:pt idx="967">
                  <c:v>74</c:v>
                </c:pt>
                <c:pt idx="968">
                  <c:v>72</c:v>
                </c:pt>
                <c:pt idx="969">
                  <c:v>70.73</c:v>
                </c:pt>
                <c:pt idx="970">
                  <c:v>71.069999999999993</c:v>
                </c:pt>
                <c:pt idx="971">
                  <c:v>66.67</c:v>
                </c:pt>
                <c:pt idx="972">
                  <c:v>63.33</c:v>
                </c:pt>
                <c:pt idx="973">
                  <c:v>62.67</c:v>
                </c:pt>
                <c:pt idx="974">
                  <c:v>65</c:v>
                </c:pt>
                <c:pt idx="975">
                  <c:v>62</c:v>
                </c:pt>
                <c:pt idx="976">
                  <c:v>62</c:v>
                </c:pt>
                <c:pt idx="977">
                  <c:v>70</c:v>
                </c:pt>
                <c:pt idx="978">
                  <c:v>68.33</c:v>
                </c:pt>
                <c:pt idx="979">
                  <c:v>66.67</c:v>
                </c:pt>
                <c:pt idx="980">
                  <c:v>66.7</c:v>
                </c:pt>
                <c:pt idx="981">
                  <c:v>73</c:v>
                </c:pt>
                <c:pt idx="982">
                  <c:v>74</c:v>
                </c:pt>
                <c:pt idx="983">
                  <c:v>76.33</c:v>
                </c:pt>
                <c:pt idx="984">
                  <c:v>74</c:v>
                </c:pt>
                <c:pt idx="985">
                  <c:v>66.7</c:v>
                </c:pt>
                <c:pt idx="986">
                  <c:v>66.33</c:v>
                </c:pt>
                <c:pt idx="987">
                  <c:v>67.7</c:v>
                </c:pt>
                <c:pt idx="988">
                  <c:v>84</c:v>
                </c:pt>
                <c:pt idx="989">
                  <c:v>76</c:v>
                </c:pt>
                <c:pt idx="990">
                  <c:v>57.33</c:v>
                </c:pt>
                <c:pt idx="991">
                  <c:v>58</c:v>
                </c:pt>
                <c:pt idx="992">
                  <c:v>57</c:v>
                </c:pt>
                <c:pt idx="993">
                  <c:v>60</c:v>
                </c:pt>
                <c:pt idx="994">
                  <c:v>59</c:v>
                </c:pt>
                <c:pt idx="995">
                  <c:v>63</c:v>
                </c:pt>
                <c:pt idx="996">
                  <c:v>75</c:v>
                </c:pt>
                <c:pt idx="997">
                  <c:v>74.7</c:v>
                </c:pt>
                <c:pt idx="998">
                  <c:v>70</c:v>
                </c:pt>
                <c:pt idx="999">
                  <c:v>62.66</c:v>
                </c:pt>
                <c:pt idx="1000">
                  <c:v>57</c:v>
                </c:pt>
                <c:pt idx="1001">
                  <c:v>51.7</c:v>
                </c:pt>
                <c:pt idx="1002">
                  <c:v>47</c:v>
                </c:pt>
                <c:pt idx="1003">
                  <c:v>65</c:v>
                </c:pt>
                <c:pt idx="1004">
                  <c:v>74.66</c:v>
                </c:pt>
                <c:pt idx="1005">
                  <c:v>72</c:v>
                </c:pt>
                <c:pt idx="1006">
                  <c:v>56.6</c:v>
                </c:pt>
                <c:pt idx="1007">
                  <c:v>51.33</c:v>
                </c:pt>
                <c:pt idx="1008">
                  <c:v>64</c:v>
                </c:pt>
                <c:pt idx="1009">
                  <c:v>58</c:v>
                </c:pt>
                <c:pt idx="1010">
                  <c:v>60</c:v>
                </c:pt>
                <c:pt idx="1011">
                  <c:v>62</c:v>
                </c:pt>
                <c:pt idx="1012">
                  <c:v>65</c:v>
                </c:pt>
                <c:pt idx="1013">
                  <c:v>70.33</c:v>
                </c:pt>
                <c:pt idx="1014">
                  <c:v>61.33</c:v>
                </c:pt>
                <c:pt idx="1015">
                  <c:v>57</c:v>
                </c:pt>
                <c:pt idx="1016">
                  <c:v>56</c:v>
                </c:pt>
                <c:pt idx="1017">
                  <c:v>54</c:v>
                </c:pt>
                <c:pt idx="1018">
                  <c:v>54.33</c:v>
                </c:pt>
                <c:pt idx="1019">
                  <c:v>51.66</c:v>
                </c:pt>
                <c:pt idx="1020">
                  <c:v>50.8</c:v>
                </c:pt>
                <c:pt idx="1021">
                  <c:v>48</c:v>
                </c:pt>
                <c:pt idx="1022">
                  <c:v>59.66</c:v>
                </c:pt>
                <c:pt idx="1023">
                  <c:v>56</c:v>
                </c:pt>
                <c:pt idx="1024">
                  <c:v>47</c:v>
                </c:pt>
                <c:pt idx="1025">
                  <c:v>43</c:v>
                </c:pt>
                <c:pt idx="1026">
                  <c:v>40.33</c:v>
                </c:pt>
                <c:pt idx="1027">
                  <c:v>42.33</c:v>
                </c:pt>
                <c:pt idx="1028">
                  <c:v>48</c:v>
                </c:pt>
                <c:pt idx="1029">
                  <c:v>42.7</c:v>
                </c:pt>
                <c:pt idx="1030">
                  <c:v>38</c:v>
                </c:pt>
                <c:pt idx="1031">
                  <c:v>42</c:v>
                </c:pt>
                <c:pt idx="1032">
                  <c:v>46.33</c:v>
                </c:pt>
                <c:pt idx="1033">
                  <c:v>46.33</c:v>
                </c:pt>
                <c:pt idx="1034">
                  <c:v>57</c:v>
                </c:pt>
                <c:pt idx="1035">
                  <c:v>59</c:v>
                </c:pt>
                <c:pt idx="1036">
                  <c:v>38</c:v>
                </c:pt>
                <c:pt idx="1037">
                  <c:v>60</c:v>
                </c:pt>
                <c:pt idx="1038">
                  <c:v>56</c:v>
                </c:pt>
                <c:pt idx="1039">
                  <c:v>41</c:v>
                </c:pt>
                <c:pt idx="1040">
                  <c:v>37</c:v>
                </c:pt>
                <c:pt idx="1041">
                  <c:v>32</c:v>
                </c:pt>
                <c:pt idx="1042">
                  <c:v>29</c:v>
                </c:pt>
                <c:pt idx="1043">
                  <c:v>30</c:v>
                </c:pt>
                <c:pt idx="1044">
                  <c:v>31</c:v>
                </c:pt>
                <c:pt idx="1045">
                  <c:v>28</c:v>
                </c:pt>
                <c:pt idx="1046">
                  <c:v>25</c:v>
                </c:pt>
                <c:pt idx="1047">
                  <c:v>27</c:v>
                </c:pt>
                <c:pt idx="1048">
                  <c:v>44</c:v>
                </c:pt>
                <c:pt idx="1049">
                  <c:v>32</c:v>
                </c:pt>
                <c:pt idx="1050">
                  <c:v>33</c:v>
                </c:pt>
                <c:pt idx="1051">
                  <c:v>64</c:v>
                </c:pt>
                <c:pt idx="1052">
                  <c:v>40</c:v>
                </c:pt>
                <c:pt idx="1053">
                  <c:v>32</c:v>
                </c:pt>
                <c:pt idx="1054">
                  <c:v>35</c:v>
                </c:pt>
                <c:pt idx="1055">
                  <c:v>43</c:v>
                </c:pt>
                <c:pt idx="1056">
                  <c:v>35</c:v>
                </c:pt>
                <c:pt idx="1057">
                  <c:v>27</c:v>
                </c:pt>
                <c:pt idx="1058">
                  <c:v>26</c:v>
                </c:pt>
                <c:pt idx="1059">
                  <c:v>82</c:v>
                </c:pt>
                <c:pt idx="1060">
                  <c:v>18</c:v>
                </c:pt>
                <c:pt idx="1061">
                  <c:v>37</c:v>
                </c:pt>
                <c:pt idx="1062">
                  <c:v>49</c:v>
                </c:pt>
                <c:pt idx="1063">
                  <c:v>41</c:v>
                </c:pt>
                <c:pt idx="1064">
                  <c:v>42</c:v>
                </c:pt>
                <c:pt idx="1065">
                  <c:v>57</c:v>
                </c:pt>
                <c:pt idx="1066">
                  <c:v>56</c:v>
                </c:pt>
                <c:pt idx="1067">
                  <c:v>58</c:v>
                </c:pt>
                <c:pt idx="1068">
                  <c:v>53.7</c:v>
                </c:pt>
                <c:pt idx="1069">
                  <c:v>47</c:v>
                </c:pt>
                <c:pt idx="1070">
                  <c:v>46</c:v>
                </c:pt>
                <c:pt idx="1071">
                  <c:v>48</c:v>
                </c:pt>
                <c:pt idx="1072">
                  <c:v>50</c:v>
                </c:pt>
                <c:pt idx="1073">
                  <c:v>52</c:v>
                </c:pt>
                <c:pt idx="1074">
                  <c:v>51</c:v>
                </c:pt>
                <c:pt idx="1075">
                  <c:v>52.7</c:v>
                </c:pt>
                <c:pt idx="1076">
                  <c:v>50.7</c:v>
                </c:pt>
                <c:pt idx="1077">
                  <c:v>48</c:v>
                </c:pt>
                <c:pt idx="1078">
                  <c:v>42</c:v>
                </c:pt>
                <c:pt idx="1079">
                  <c:v>39</c:v>
                </c:pt>
                <c:pt idx="1080">
                  <c:v>37</c:v>
                </c:pt>
                <c:pt idx="1081">
                  <c:v>40</c:v>
                </c:pt>
                <c:pt idx="1082">
                  <c:v>42.66</c:v>
                </c:pt>
                <c:pt idx="1083">
                  <c:v>43</c:v>
                </c:pt>
                <c:pt idx="1084">
                  <c:v>45</c:v>
                </c:pt>
                <c:pt idx="1085">
                  <c:v>54</c:v>
                </c:pt>
                <c:pt idx="1086">
                  <c:v>47</c:v>
                </c:pt>
                <c:pt idx="1087">
                  <c:v>42</c:v>
                </c:pt>
                <c:pt idx="1088">
                  <c:v>40</c:v>
                </c:pt>
                <c:pt idx="1089">
                  <c:v>45</c:v>
                </c:pt>
                <c:pt idx="1090">
                  <c:v>48</c:v>
                </c:pt>
                <c:pt idx="1091">
                  <c:v>50</c:v>
                </c:pt>
                <c:pt idx="1092">
                  <c:v>54</c:v>
                </c:pt>
                <c:pt idx="1093">
                  <c:v>73</c:v>
                </c:pt>
                <c:pt idx="1094">
                  <c:v>70</c:v>
                </c:pt>
              </c:numCache>
            </c:numRef>
          </c:xVal>
          <c:yVal>
            <c:numRef>
              <c:f>'Chart Data'!$B$2:$B$1096</c:f>
              <c:numCache>
                <c:formatCode>General</c:formatCode>
                <c:ptCount val="1095"/>
                <c:pt idx="0">
                  <c:v>107</c:v>
                </c:pt>
                <c:pt idx="1">
                  <c:v>135</c:v>
                </c:pt>
                <c:pt idx="2">
                  <c:v>124</c:v>
                </c:pt>
                <c:pt idx="3">
                  <c:v>139</c:v>
                </c:pt>
                <c:pt idx="4">
                  <c:v>156</c:v>
                </c:pt>
                <c:pt idx="5">
                  <c:v>93</c:v>
                </c:pt>
                <c:pt idx="6">
                  <c:v>122</c:v>
                </c:pt>
                <c:pt idx="7">
                  <c:v>137</c:v>
                </c:pt>
                <c:pt idx="8">
                  <c:v>113</c:v>
                </c:pt>
                <c:pt idx="9">
                  <c:v>109</c:v>
                </c:pt>
                <c:pt idx="10">
                  <c:v>126</c:v>
                </c:pt>
                <c:pt idx="11">
                  <c:v>82</c:v>
                </c:pt>
                <c:pt idx="12">
                  <c:v>73</c:v>
                </c:pt>
                <c:pt idx="13">
                  <c:v>89</c:v>
                </c:pt>
                <c:pt idx="14">
                  <c:v>96</c:v>
                </c:pt>
                <c:pt idx="15">
                  <c:v>97</c:v>
                </c:pt>
                <c:pt idx="16">
                  <c:v>128</c:v>
                </c:pt>
                <c:pt idx="17">
                  <c:v>117</c:v>
                </c:pt>
                <c:pt idx="18">
                  <c:v>132</c:v>
                </c:pt>
                <c:pt idx="19">
                  <c:v>153</c:v>
                </c:pt>
                <c:pt idx="20">
                  <c:v>108</c:v>
                </c:pt>
                <c:pt idx="21">
                  <c:v>98</c:v>
                </c:pt>
                <c:pt idx="22">
                  <c:v>132</c:v>
                </c:pt>
                <c:pt idx="23">
                  <c:v>115</c:v>
                </c:pt>
                <c:pt idx="24">
                  <c:v>63</c:v>
                </c:pt>
                <c:pt idx="25">
                  <c:v>166</c:v>
                </c:pt>
                <c:pt idx="26">
                  <c:v>154</c:v>
                </c:pt>
                <c:pt idx="27">
                  <c:v>92</c:v>
                </c:pt>
                <c:pt idx="28">
                  <c:v>112</c:v>
                </c:pt>
                <c:pt idx="29">
                  <c:v>144</c:v>
                </c:pt>
                <c:pt idx="30">
                  <c:v>155</c:v>
                </c:pt>
                <c:pt idx="31">
                  <c:v>152</c:v>
                </c:pt>
                <c:pt idx="32">
                  <c:v>156</c:v>
                </c:pt>
                <c:pt idx="33">
                  <c:v>163</c:v>
                </c:pt>
                <c:pt idx="34">
                  <c:v>162</c:v>
                </c:pt>
                <c:pt idx="35">
                  <c:v>155</c:v>
                </c:pt>
                <c:pt idx="36">
                  <c:v>132</c:v>
                </c:pt>
                <c:pt idx="37">
                  <c:v>163</c:v>
                </c:pt>
                <c:pt idx="38">
                  <c:v>164</c:v>
                </c:pt>
                <c:pt idx="39">
                  <c:v>161</c:v>
                </c:pt>
                <c:pt idx="40">
                  <c:v>175</c:v>
                </c:pt>
                <c:pt idx="41">
                  <c:v>169</c:v>
                </c:pt>
                <c:pt idx="42">
                  <c:v>167</c:v>
                </c:pt>
                <c:pt idx="43">
                  <c:v>156</c:v>
                </c:pt>
                <c:pt idx="44">
                  <c:v>87</c:v>
                </c:pt>
                <c:pt idx="45">
                  <c:v>82</c:v>
                </c:pt>
                <c:pt idx="46">
                  <c:v>69</c:v>
                </c:pt>
                <c:pt idx="47">
                  <c:v>95</c:v>
                </c:pt>
                <c:pt idx="48">
                  <c:v>159</c:v>
                </c:pt>
                <c:pt idx="49">
                  <c:v>108</c:v>
                </c:pt>
                <c:pt idx="50">
                  <c:v>70</c:v>
                </c:pt>
                <c:pt idx="51">
                  <c:v>160</c:v>
                </c:pt>
                <c:pt idx="52">
                  <c:v>92</c:v>
                </c:pt>
                <c:pt idx="53">
                  <c:v>113</c:v>
                </c:pt>
                <c:pt idx="54">
                  <c:v>110</c:v>
                </c:pt>
                <c:pt idx="55">
                  <c:v>132</c:v>
                </c:pt>
                <c:pt idx="56">
                  <c:v>151</c:v>
                </c:pt>
                <c:pt idx="57">
                  <c:v>149</c:v>
                </c:pt>
                <c:pt idx="58">
                  <c:v>129</c:v>
                </c:pt>
                <c:pt idx="59">
                  <c:v>80</c:v>
                </c:pt>
                <c:pt idx="60">
                  <c:v>85</c:v>
                </c:pt>
                <c:pt idx="61">
                  <c:v>88</c:v>
                </c:pt>
                <c:pt idx="62">
                  <c:v>129</c:v>
                </c:pt>
                <c:pt idx="63">
                  <c:v>98</c:v>
                </c:pt>
                <c:pt idx="64">
                  <c:v>82</c:v>
                </c:pt>
                <c:pt idx="65">
                  <c:v>78</c:v>
                </c:pt>
                <c:pt idx="66">
                  <c:v>68</c:v>
                </c:pt>
                <c:pt idx="67">
                  <c:v>70</c:v>
                </c:pt>
                <c:pt idx="68">
                  <c:v>85</c:v>
                </c:pt>
                <c:pt idx="69">
                  <c:v>145</c:v>
                </c:pt>
                <c:pt idx="70">
                  <c:v>79</c:v>
                </c:pt>
                <c:pt idx="71">
                  <c:v>62</c:v>
                </c:pt>
                <c:pt idx="72">
                  <c:v>76</c:v>
                </c:pt>
                <c:pt idx="73">
                  <c:v>91</c:v>
                </c:pt>
                <c:pt idx="74">
                  <c:v>95</c:v>
                </c:pt>
                <c:pt idx="75">
                  <c:v>99</c:v>
                </c:pt>
                <c:pt idx="76">
                  <c:v>97</c:v>
                </c:pt>
                <c:pt idx="77">
                  <c:v>115</c:v>
                </c:pt>
                <c:pt idx="78">
                  <c:v>93</c:v>
                </c:pt>
                <c:pt idx="79">
                  <c:v>66</c:v>
                </c:pt>
                <c:pt idx="80">
                  <c:v>68</c:v>
                </c:pt>
                <c:pt idx="81">
                  <c:v>73</c:v>
                </c:pt>
                <c:pt idx="82">
                  <c:v>62</c:v>
                </c:pt>
                <c:pt idx="83">
                  <c:v>60</c:v>
                </c:pt>
                <c:pt idx="84">
                  <c:v>71</c:v>
                </c:pt>
                <c:pt idx="85">
                  <c:v>65</c:v>
                </c:pt>
                <c:pt idx="86">
                  <c:v>59</c:v>
                </c:pt>
                <c:pt idx="87">
                  <c:v>45</c:v>
                </c:pt>
                <c:pt idx="88">
                  <c:v>54</c:v>
                </c:pt>
                <c:pt idx="89">
                  <c:v>55</c:v>
                </c:pt>
                <c:pt idx="90">
                  <c:v>60</c:v>
                </c:pt>
                <c:pt idx="91">
                  <c:v>40</c:v>
                </c:pt>
                <c:pt idx="92">
                  <c:v>52</c:v>
                </c:pt>
                <c:pt idx="93">
                  <c:v>47</c:v>
                </c:pt>
                <c:pt idx="94">
                  <c:v>48</c:v>
                </c:pt>
                <c:pt idx="95">
                  <c:v>51</c:v>
                </c:pt>
                <c:pt idx="96">
                  <c:v>56</c:v>
                </c:pt>
                <c:pt idx="97">
                  <c:v>51</c:v>
                </c:pt>
                <c:pt idx="98">
                  <c:v>70</c:v>
                </c:pt>
                <c:pt idx="99">
                  <c:v>66</c:v>
                </c:pt>
                <c:pt idx="100">
                  <c:v>64</c:v>
                </c:pt>
                <c:pt idx="101">
                  <c:v>57</c:v>
                </c:pt>
                <c:pt idx="102">
                  <c:v>76</c:v>
                </c:pt>
                <c:pt idx="103">
                  <c:v>59</c:v>
                </c:pt>
                <c:pt idx="104">
                  <c:v>56</c:v>
                </c:pt>
                <c:pt idx="105">
                  <c:v>54</c:v>
                </c:pt>
                <c:pt idx="106">
                  <c:v>56</c:v>
                </c:pt>
                <c:pt idx="107">
                  <c:v>57</c:v>
                </c:pt>
                <c:pt idx="108">
                  <c:v>52</c:v>
                </c:pt>
                <c:pt idx="109">
                  <c:v>53</c:v>
                </c:pt>
                <c:pt idx="110">
                  <c:v>64</c:v>
                </c:pt>
                <c:pt idx="111">
                  <c:v>65</c:v>
                </c:pt>
                <c:pt idx="112">
                  <c:v>70</c:v>
                </c:pt>
                <c:pt idx="113">
                  <c:v>68</c:v>
                </c:pt>
                <c:pt idx="114">
                  <c:v>65</c:v>
                </c:pt>
                <c:pt idx="115">
                  <c:v>64</c:v>
                </c:pt>
                <c:pt idx="116">
                  <c:v>75</c:v>
                </c:pt>
                <c:pt idx="117">
                  <c:v>69</c:v>
                </c:pt>
                <c:pt idx="118">
                  <c:v>89</c:v>
                </c:pt>
                <c:pt idx="119">
                  <c:v>80</c:v>
                </c:pt>
                <c:pt idx="120">
                  <c:v>80</c:v>
                </c:pt>
                <c:pt idx="121">
                  <c:v>83</c:v>
                </c:pt>
                <c:pt idx="122">
                  <c:v>76</c:v>
                </c:pt>
                <c:pt idx="123">
                  <c:v>72</c:v>
                </c:pt>
                <c:pt idx="124">
                  <c:v>64</c:v>
                </c:pt>
                <c:pt idx="125">
                  <c:v>60</c:v>
                </c:pt>
                <c:pt idx="126">
                  <c:v>47</c:v>
                </c:pt>
                <c:pt idx="127">
                  <c:v>47</c:v>
                </c:pt>
                <c:pt idx="128">
                  <c:v>66</c:v>
                </c:pt>
                <c:pt idx="129">
                  <c:v>67</c:v>
                </c:pt>
                <c:pt idx="130">
                  <c:v>69</c:v>
                </c:pt>
                <c:pt idx="131">
                  <c:v>67</c:v>
                </c:pt>
                <c:pt idx="132">
                  <c:v>72</c:v>
                </c:pt>
                <c:pt idx="133">
                  <c:v>47</c:v>
                </c:pt>
                <c:pt idx="134">
                  <c:v>73</c:v>
                </c:pt>
                <c:pt idx="135">
                  <c:v>53</c:v>
                </c:pt>
                <c:pt idx="136">
                  <c:v>59</c:v>
                </c:pt>
                <c:pt idx="137">
                  <c:v>57</c:v>
                </c:pt>
                <c:pt idx="138">
                  <c:v>59</c:v>
                </c:pt>
                <c:pt idx="139">
                  <c:v>87</c:v>
                </c:pt>
                <c:pt idx="140">
                  <c:v>85</c:v>
                </c:pt>
                <c:pt idx="141">
                  <c:v>82</c:v>
                </c:pt>
                <c:pt idx="142">
                  <c:v>91</c:v>
                </c:pt>
                <c:pt idx="143">
                  <c:v>71</c:v>
                </c:pt>
                <c:pt idx="144">
                  <c:v>87</c:v>
                </c:pt>
                <c:pt idx="145">
                  <c:v>75</c:v>
                </c:pt>
                <c:pt idx="146">
                  <c:v>64</c:v>
                </c:pt>
                <c:pt idx="147">
                  <c:v>67</c:v>
                </c:pt>
                <c:pt idx="148">
                  <c:v>64</c:v>
                </c:pt>
                <c:pt idx="149">
                  <c:v>80</c:v>
                </c:pt>
                <c:pt idx="150">
                  <c:v>62</c:v>
                </c:pt>
                <c:pt idx="151">
                  <c:v>59</c:v>
                </c:pt>
                <c:pt idx="152">
                  <c:v>75</c:v>
                </c:pt>
                <c:pt idx="153">
                  <c:v>69</c:v>
                </c:pt>
                <c:pt idx="154">
                  <c:v>72</c:v>
                </c:pt>
                <c:pt idx="155">
                  <c:v>64</c:v>
                </c:pt>
                <c:pt idx="156">
                  <c:v>60</c:v>
                </c:pt>
                <c:pt idx="157">
                  <c:v>53</c:v>
                </c:pt>
                <c:pt idx="158">
                  <c:v>52</c:v>
                </c:pt>
                <c:pt idx="159">
                  <c:v>62</c:v>
                </c:pt>
                <c:pt idx="160">
                  <c:v>64</c:v>
                </c:pt>
                <c:pt idx="161">
                  <c:v>65</c:v>
                </c:pt>
                <c:pt idx="162">
                  <c:v>67</c:v>
                </c:pt>
                <c:pt idx="163">
                  <c:v>59</c:v>
                </c:pt>
                <c:pt idx="164">
                  <c:v>57</c:v>
                </c:pt>
                <c:pt idx="165">
                  <c:v>54</c:v>
                </c:pt>
                <c:pt idx="166">
                  <c:v>64</c:v>
                </c:pt>
                <c:pt idx="167">
                  <c:v>70</c:v>
                </c:pt>
                <c:pt idx="168">
                  <c:v>70</c:v>
                </c:pt>
                <c:pt idx="169">
                  <c:v>67</c:v>
                </c:pt>
                <c:pt idx="170">
                  <c:v>63</c:v>
                </c:pt>
                <c:pt idx="171">
                  <c:v>67</c:v>
                </c:pt>
                <c:pt idx="172">
                  <c:v>82</c:v>
                </c:pt>
                <c:pt idx="173">
                  <c:v>96</c:v>
                </c:pt>
                <c:pt idx="174">
                  <c:v>73</c:v>
                </c:pt>
                <c:pt idx="175">
                  <c:v>68</c:v>
                </c:pt>
                <c:pt idx="176">
                  <c:v>68</c:v>
                </c:pt>
                <c:pt idx="177">
                  <c:v>70</c:v>
                </c:pt>
                <c:pt idx="178">
                  <c:v>58</c:v>
                </c:pt>
                <c:pt idx="179">
                  <c:v>57</c:v>
                </c:pt>
                <c:pt idx="180">
                  <c:v>66</c:v>
                </c:pt>
                <c:pt idx="181">
                  <c:v>73</c:v>
                </c:pt>
                <c:pt idx="182">
                  <c:v>70</c:v>
                </c:pt>
                <c:pt idx="183">
                  <c:v>82</c:v>
                </c:pt>
                <c:pt idx="184">
                  <c:v>68</c:v>
                </c:pt>
                <c:pt idx="185">
                  <c:v>57</c:v>
                </c:pt>
                <c:pt idx="186">
                  <c:v>59</c:v>
                </c:pt>
                <c:pt idx="187">
                  <c:v>73</c:v>
                </c:pt>
                <c:pt idx="188">
                  <c:v>84</c:v>
                </c:pt>
                <c:pt idx="189">
                  <c:v>96</c:v>
                </c:pt>
                <c:pt idx="190">
                  <c:v>98</c:v>
                </c:pt>
                <c:pt idx="191">
                  <c:v>75</c:v>
                </c:pt>
                <c:pt idx="192">
                  <c:v>72</c:v>
                </c:pt>
                <c:pt idx="193">
                  <c:v>59</c:v>
                </c:pt>
                <c:pt idx="194">
                  <c:v>60</c:v>
                </c:pt>
                <c:pt idx="195">
                  <c:v>64</c:v>
                </c:pt>
                <c:pt idx="196">
                  <c:v>76</c:v>
                </c:pt>
                <c:pt idx="197">
                  <c:v>81</c:v>
                </c:pt>
                <c:pt idx="198">
                  <c:v>96</c:v>
                </c:pt>
                <c:pt idx="199">
                  <c:v>114</c:v>
                </c:pt>
                <c:pt idx="200">
                  <c:v>92</c:v>
                </c:pt>
                <c:pt idx="201">
                  <c:v>92</c:v>
                </c:pt>
                <c:pt idx="202">
                  <c:v>90</c:v>
                </c:pt>
                <c:pt idx="203">
                  <c:v>85</c:v>
                </c:pt>
                <c:pt idx="204">
                  <c:v>83</c:v>
                </c:pt>
                <c:pt idx="205">
                  <c:v>103</c:v>
                </c:pt>
                <c:pt idx="206">
                  <c:v>90</c:v>
                </c:pt>
                <c:pt idx="207">
                  <c:v>82</c:v>
                </c:pt>
                <c:pt idx="208">
                  <c:v>98</c:v>
                </c:pt>
                <c:pt idx="209">
                  <c:v>91</c:v>
                </c:pt>
                <c:pt idx="210">
                  <c:v>86</c:v>
                </c:pt>
                <c:pt idx="211">
                  <c:v>90</c:v>
                </c:pt>
                <c:pt idx="212">
                  <c:v>85</c:v>
                </c:pt>
                <c:pt idx="213">
                  <c:v>79</c:v>
                </c:pt>
                <c:pt idx="214">
                  <c:v>84</c:v>
                </c:pt>
                <c:pt idx="215">
                  <c:v>85</c:v>
                </c:pt>
                <c:pt idx="216">
                  <c:v>81</c:v>
                </c:pt>
                <c:pt idx="217">
                  <c:v>87</c:v>
                </c:pt>
                <c:pt idx="218">
                  <c:v>68</c:v>
                </c:pt>
                <c:pt idx="219">
                  <c:v>71</c:v>
                </c:pt>
                <c:pt idx="220">
                  <c:v>72</c:v>
                </c:pt>
                <c:pt idx="221">
                  <c:v>70</c:v>
                </c:pt>
                <c:pt idx="222">
                  <c:v>67</c:v>
                </c:pt>
                <c:pt idx="223">
                  <c:v>89</c:v>
                </c:pt>
                <c:pt idx="224">
                  <c:v>87</c:v>
                </c:pt>
                <c:pt idx="225">
                  <c:v>91</c:v>
                </c:pt>
                <c:pt idx="226">
                  <c:v>94</c:v>
                </c:pt>
                <c:pt idx="227">
                  <c:v>114</c:v>
                </c:pt>
                <c:pt idx="228">
                  <c:v>116</c:v>
                </c:pt>
                <c:pt idx="229">
                  <c:v>74</c:v>
                </c:pt>
                <c:pt idx="230">
                  <c:v>68</c:v>
                </c:pt>
                <c:pt idx="231">
                  <c:v>65</c:v>
                </c:pt>
                <c:pt idx="232">
                  <c:v>62</c:v>
                </c:pt>
                <c:pt idx="233">
                  <c:v>63</c:v>
                </c:pt>
                <c:pt idx="234">
                  <c:v>64</c:v>
                </c:pt>
                <c:pt idx="235">
                  <c:v>62</c:v>
                </c:pt>
                <c:pt idx="236">
                  <c:v>84</c:v>
                </c:pt>
                <c:pt idx="237">
                  <c:v>85</c:v>
                </c:pt>
                <c:pt idx="238">
                  <c:v>57</c:v>
                </c:pt>
                <c:pt idx="239">
                  <c:v>22</c:v>
                </c:pt>
                <c:pt idx="240">
                  <c:v>52</c:v>
                </c:pt>
                <c:pt idx="241">
                  <c:v>48</c:v>
                </c:pt>
                <c:pt idx="242">
                  <c:v>53</c:v>
                </c:pt>
                <c:pt idx="243">
                  <c:v>56</c:v>
                </c:pt>
                <c:pt idx="244">
                  <c:v>72</c:v>
                </c:pt>
                <c:pt idx="245">
                  <c:v>68</c:v>
                </c:pt>
                <c:pt idx="246">
                  <c:v>65</c:v>
                </c:pt>
                <c:pt idx="247">
                  <c:v>64</c:v>
                </c:pt>
                <c:pt idx="248">
                  <c:v>66</c:v>
                </c:pt>
                <c:pt idx="249">
                  <c:v>49</c:v>
                </c:pt>
                <c:pt idx="250">
                  <c:v>53</c:v>
                </c:pt>
                <c:pt idx="251">
                  <c:v>73</c:v>
                </c:pt>
                <c:pt idx="252">
                  <c:v>82</c:v>
                </c:pt>
                <c:pt idx="253">
                  <c:v>85</c:v>
                </c:pt>
                <c:pt idx="254">
                  <c:v>81</c:v>
                </c:pt>
                <c:pt idx="255">
                  <c:v>87</c:v>
                </c:pt>
                <c:pt idx="256">
                  <c:v>97</c:v>
                </c:pt>
                <c:pt idx="257">
                  <c:v>92</c:v>
                </c:pt>
                <c:pt idx="258">
                  <c:v>91</c:v>
                </c:pt>
                <c:pt idx="259">
                  <c:v>97</c:v>
                </c:pt>
                <c:pt idx="260">
                  <c:v>95</c:v>
                </c:pt>
                <c:pt idx="261">
                  <c:v>80</c:v>
                </c:pt>
                <c:pt idx="262">
                  <c:v>74</c:v>
                </c:pt>
                <c:pt idx="263">
                  <c:v>78</c:v>
                </c:pt>
                <c:pt idx="264">
                  <c:v>87</c:v>
                </c:pt>
                <c:pt idx="265">
                  <c:v>94</c:v>
                </c:pt>
                <c:pt idx="266">
                  <c:v>64</c:v>
                </c:pt>
                <c:pt idx="267">
                  <c:v>66</c:v>
                </c:pt>
                <c:pt idx="268">
                  <c:v>65</c:v>
                </c:pt>
                <c:pt idx="269">
                  <c:v>56</c:v>
                </c:pt>
                <c:pt idx="270">
                  <c:v>80</c:v>
                </c:pt>
                <c:pt idx="271">
                  <c:v>88</c:v>
                </c:pt>
                <c:pt idx="272">
                  <c:v>77</c:v>
                </c:pt>
                <c:pt idx="273">
                  <c:v>69</c:v>
                </c:pt>
                <c:pt idx="274">
                  <c:v>81</c:v>
                </c:pt>
                <c:pt idx="275">
                  <c:v>91</c:v>
                </c:pt>
                <c:pt idx="276">
                  <c:v>83</c:v>
                </c:pt>
                <c:pt idx="277">
                  <c:v>78</c:v>
                </c:pt>
                <c:pt idx="278">
                  <c:v>82</c:v>
                </c:pt>
                <c:pt idx="279">
                  <c:v>64</c:v>
                </c:pt>
                <c:pt idx="280">
                  <c:v>60</c:v>
                </c:pt>
                <c:pt idx="281">
                  <c:v>73</c:v>
                </c:pt>
                <c:pt idx="282">
                  <c:v>83</c:v>
                </c:pt>
                <c:pt idx="283">
                  <c:v>88</c:v>
                </c:pt>
                <c:pt idx="284">
                  <c:v>88</c:v>
                </c:pt>
                <c:pt idx="285">
                  <c:v>91</c:v>
                </c:pt>
                <c:pt idx="286">
                  <c:v>96</c:v>
                </c:pt>
                <c:pt idx="287">
                  <c:v>86</c:v>
                </c:pt>
                <c:pt idx="288">
                  <c:v>90</c:v>
                </c:pt>
                <c:pt idx="289">
                  <c:v>83</c:v>
                </c:pt>
                <c:pt idx="290">
                  <c:v>95</c:v>
                </c:pt>
                <c:pt idx="291">
                  <c:v>80</c:v>
                </c:pt>
                <c:pt idx="292">
                  <c:v>98</c:v>
                </c:pt>
                <c:pt idx="293">
                  <c:v>87</c:v>
                </c:pt>
                <c:pt idx="294">
                  <c:v>117</c:v>
                </c:pt>
                <c:pt idx="295">
                  <c:v>152</c:v>
                </c:pt>
                <c:pt idx="296">
                  <c:v>154</c:v>
                </c:pt>
                <c:pt idx="297">
                  <c:v>157</c:v>
                </c:pt>
                <c:pt idx="298">
                  <c:v>101</c:v>
                </c:pt>
                <c:pt idx="299">
                  <c:v>104</c:v>
                </c:pt>
                <c:pt idx="300">
                  <c:v>119</c:v>
                </c:pt>
                <c:pt idx="301">
                  <c:v>118</c:v>
                </c:pt>
                <c:pt idx="302">
                  <c:v>121</c:v>
                </c:pt>
                <c:pt idx="303">
                  <c:v>93</c:v>
                </c:pt>
                <c:pt idx="304">
                  <c:v>96</c:v>
                </c:pt>
                <c:pt idx="305">
                  <c:v>83</c:v>
                </c:pt>
                <c:pt idx="306">
                  <c:v>103</c:v>
                </c:pt>
                <c:pt idx="307">
                  <c:v>97</c:v>
                </c:pt>
                <c:pt idx="308">
                  <c:v>126</c:v>
                </c:pt>
                <c:pt idx="309">
                  <c:v>123</c:v>
                </c:pt>
                <c:pt idx="310">
                  <c:v>126</c:v>
                </c:pt>
                <c:pt idx="311">
                  <c:v>131</c:v>
                </c:pt>
                <c:pt idx="312">
                  <c:v>146</c:v>
                </c:pt>
                <c:pt idx="313">
                  <c:v>154</c:v>
                </c:pt>
                <c:pt idx="314">
                  <c:v>155</c:v>
                </c:pt>
                <c:pt idx="315">
                  <c:v>154</c:v>
                </c:pt>
                <c:pt idx="316">
                  <c:v>145</c:v>
                </c:pt>
                <c:pt idx="317">
                  <c:v>99</c:v>
                </c:pt>
                <c:pt idx="318">
                  <c:v>96</c:v>
                </c:pt>
                <c:pt idx="319">
                  <c:v>62</c:v>
                </c:pt>
                <c:pt idx="320">
                  <c:v>74</c:v>
                </c:pt>
                <c:pt idx="321">
                  <c:v>90</c:v>
                </c:pt>
                <c:pt idx="322">
                  <c:v>96</c:v>
                </c:pt>
                <c:pt idx="323">
                  <c:v>131</c:v>
                </c:pt>
                <c:pt idx="324">
                  <c:v>132</c:v>
                </c:pt>
                <c:pt idx="325">
                  <c:v>111</c:v>
                </c:pt>
                <c:pt idx="326">
                  <c:v>96</c:v>
                </c:pt>
                <c:pt idx="327">
                  <c:v>106</c:v>
                </c:pt>
                <c:pt idx="328">
                  <c:v>97</c:v>
                </c:pt>
                <c:pt idx="329">
                  <c:v>111</c:v>
                </c:pt>
                <c:pt idx="330">
                  <c:v>81</c:v>
                </c:pt>
                <c:pt idx="331">
                  <c:v>85</c:v>
                </c:pt>
                <c:pt idx="332">
                  <c:v>94</c:v>
                </c:pt>
                <c:pt idx="333">
                  <c:v>113</c:v>
                </c:pt>
                <c:pt idx="334">
                  <c:v>133</c:v>
                </c:pt>
                <c:pt idx="335">
                  <c:v>153</c:v>
                </c:pt>
                <c:pt idx="336">
                  <c:v>123</c:v>
                </c:pt>
                <c:pt idx="337">
                  <c:v>152</c:v>
                </c:pt>
                <c:pt idx="338">
                  <c:v>121</c:v>
                </c:pt>
                <c:pt idx="339">
                  <c:v>126</c:v>
                </c:pt>
                <c:pt idx="340">
                  <c:v>152</c:v>
                </c:pt>
                <c:pt idx="341">
                  <c:v>81</c:v>
                </c:pt>
                <c:pt idx="342">
                  <c:v>119</c:v>
                </c:pt>
                <c:pt idx="343">
                  <c:v>105</c:v>
                </c:pt>
                <c:pt idx="344">
                  <c:v>102</c:v>
                </c:pt>
                <c:pt idx="345">
                  <c:v>52</c:v>
                </c:pt>
                <c:pt idx="346">
                  <c:v>80</c:v>
                </c:pt>
                <c:pt idx="347">
                  <c:v>120</c:v>
                </c:pt>
                <c:pt idx="348">
                  <c:v>144</c:v>
                </c:pt>
                <c:pt idx="349">
                  <c:v>114</c:v>
                </c:pt>
                <c:pt idx="350">
                  <c:v>97</c:v>
                </c:pt>
                <c:pt idx="351">
                  <c:v>131</c:v>
                </c:pt>
                <c:pt idx="352">
                  <c:v>144</c:v>
                </c:pt>
                <c:pt idx="353">
                  <c:v>153</c:v>
                </c:pt>
                <c:pt idx="354">
                  <c:v>154</c:v>
                </c:pt>
                <c:pt idx="355">
                  <c:v>155</c:v>
                </c:pt>
                <c:pt idx="356">
                  <c:v>156</c:v>
                </c:pt>
                <c:pt idx="357">
                  <c:v>160</c:v>
                </c:pt>
                <c:pt idx="358">
                  <c:v>164</c:v>
                </c:pt>
                <c:pt idx="359">
                  <c:v>152</c:v>
                </c:pt>
                <c:pt idx="360">
                  <c:v>159</c:v>
                </c:pt>
                <c:pt idx="361">
                  <c:v>131</c:v>
                </c:pt>
                <c:pt idx="362">
                  <c:v>151</c:v>
                </c:pt>
                <c:pt idx="363">
                  <c:v>157</c:v>
                </c:pt>
                <c:pt idx="364">
                  <c:v>152</c:v>
                </c:pt>
                <c:pt idx="365">
                  <c:v>133</c:v>
                </c:pt>
                <c:pt idx="366">
                  <c:v>151</c:v>
                </c:pt>
                <c:pt idx="367">
                  <c:v>107</c:v>
                </c:pt>
                <c:pt idx="368">
                  <c:v>124</c:v>
                </c:pt>
                <c:pt idx="369">
                  <c:v>75</c:v>
                </c:pt>
                <c:pt idx="370">
                  <c:v>77</c:v>
                </c:pt>
                <c:pt idx="371">
                  <c:v>116</c:v>
                </c:pt>
                <c:pt idx="372">
                  <c:v>152</c:v>
                </c:pt>
                <c:pt idx="373">
                  <c:v>152</c:v>
                </c:pt>
                <c:pt idx="374">
                  <c:v>154</c:v>
                </c:pt>
                <c:pt idx="375">
                  <c:v>160</c:v>
                </c:pt>
                <c:pt idx="376">
                  <c:v>152</c:v>
                </c:pt>
                <c:pt idx="377">
                  <c:v>153</c:v>
                </c:pt>
                <c:pt idx="378">
                  <c:v>159</c:v>
                </c:pt>
                <c:pt idx="379">
                  <c:v>157</c:v>
                </c:pt>
                <c:pt idx="380">
                  <c:v>160</c:v>
                </c:pt>
                <c:pt idx="381">
                  <c:v>162</c:v>
                </c:pt>
                <c:pt idx="382">
                  <c:v>161</c:v>
                </c:pt>
                <c:pt idx="383">
                  <c:v>153</c:v>
                </c:pt>
                <c:pt idx="384">
                  <c:v>151</c:v>
                </c:pt>
                <c:pt idx="385">
                  <c:v>151</c:v>
                </c:pt>
                <c:pt idx="386">
                  <c:v>114</c:v>
                </c:pt>
                <c:pt idx="387">
                  <c:v>119</c:v>
                </c:pt>
                <c:pt idx="388">
                  <c:v>124</c:v>
                </c:pt>
                <c:pt idx="389">
                  <c:v>135</c:v>
                </c:pt>
                <c:pt idx="390">
                  <c:v>152</c:v>
                </c:pt>
                <c:pt idx="391">
                  <c:v>128</c:v>
                </c:pt>
                <c:pt idx="392">
                  <c:v>132</c:v>
                </c:pt>
                <c:pt idx="393">
                  <c:v>121</c:v>
                </c:pt>
                <c:pt idx="394">
                  <c:v>127</c:v>
                </c:pt>
                <c:pt idx="395">
                  <c:v>152</c:v>
                </c:pt>
                <c:pt idx="396">
                  <c:v>154</c:v>
                </c:pt>
                <c:pt idx="397">
                  <c:v>88</c:v>
                </c:pt>
                <c:pt idx="398">
                  <c:v>65</c:v>
                </c:pt>
                <c:pt idx="399">
                  <c:v>68</c:v>
                </c:pt>
                <c:pt idx="400">
                  <c:v>94</c:v>
                </c:pt>
                <c:pt idx="401">
                  <c:v>117</c:v>
                </c:pt>
                <c:pt idx="402">
                  <c:v>153</c:v>
                </c:pt>
                <c:pt idx="403">
                  <c:v>156</c:v>
                </c:pt>
                <c:pt idx="404">
                  <c:v>159</c:v>
                </c:pt>
                <c:pt idx="405">
                  <c:v>160</c:v>
                </c:pt>
                <c:pt idx="406">
                  <c:v>145</c:v>
                </c:pt>
                <c:pt idx="407">
                  <c:v>151</c:v>
                </c:pt>
                <c:pt idx="408">
                  <c:v>143</c:v>
                </c:pt>
                <c:pt idx="409">
                  <c:v>136</c:v>
                </c:pt>
                <c:pt idx="410">
                  <c:v>161</c:v>
                </c:pt>
                <c:pt idx="411">
                  <c:v>154</c:v>
                </c:pt>
                <c:pt idx="412">
                  <c:v>152</c:v>
                </c:pt>
                <c:pt idx="413">
                  <c:v>151</c:v>
                </c:pt>
                <c:pt idx="414">
                  <c:v>153</c:v>
                </c:pt>
                <c:pt idx="415">
                  <c:v>154</c:v>
                </c:pt>
                <c:pt idx="416">
                  <c:v>153</c:v>
                </c:pt>
                <c:pt idx="417">
                  <c:v>143</c:v>
                </c:pt>
                <c:pt idx="418">
                  <c:v>151</c:v>
                </c:pt>
                <c:pt idx="419">
                  <c:v>123</c:v>
                </c:pt>
                <c:pt idx="420">
                  <c:v>119</c:v>
                </c:pt>
                <c:pt idx="421">
                  <c:v>127</c:v>
                </c:pt>
                <c:pt idx="422">
                  <c:v>64</c:v>
                </c:pt>
                <c:pt idx="423">
                  <c:v>67</c:v>
                </c:pt>
                <c:pt idx="424">
                  <c:v>61</c:v>
                </c:pt>
                <c:pt idx="425">
                  <c:v>60</c:v>
                </c:pt>
                <c:pt idx="426">
                  <c:v>72</c:v>
                </c:pt>
                <c:pt idx="427">
                  <c:v>82</c:v>
                </c:pt>
                <c:pt idx="428">
                  <c:v>83</c:v>
                </c:pt>
                <c:pt idx="429">
                  <c:v>72</c:v>
                </c:pt>
                <c:pt idx="430">
                  <c:v>62</c:v>
                </c:pt>
                <c:pt idx="431">
                  <c:v>68</c:v>
                </c:pt>
                <c:pt idx="432">
                  <c:v>63</c:v>
                </c:pt>
                <c:pt idx="433">
                  <c:v>59</c:v>
                </c:pt>
                <c:pt idx="434">
                  <c:v>37</c:v>
                </c:pt>
                <c:pt idx="435">
                  <c:v>51</c:v>
                </c:pt>
                <c:pt idx="436">
                  <c:v>70</c:v>
                </c:pt>
                <c:pt idx="437">
                  <c:v>73</c:v>
                </c:pt>
                <c:pt idx="438">
                  <c:v>89</c:v>
                </c:pt>
                <c:pt idx="439">
                  <c:v>96</c:v>
                </c:pt>
                <c:pt idx="440">
                  <c:v>104</c:v>
                </c:pt>
                <c:pt idx="441">
                  <c:v>110</c:v>
                </c:pt>
                <c:pt idx="442">
                  <c:v>108</c:v>
                </c:pt>
                <c:pt idx="443">
                  <c:v>80</c:v>
                </c:pt>
                <c:pt idx="444">
                  <c:v>63</c:v>
                </c:pt>
                <c:pt idx="445">
                  <c:v>52</c:v>
                </c:pt>
                <c:pt idx="446">
                  <c:v>48</c:v>
                </c:pt>
                <c:pt idx="447">
                  <c:v>41</c:v>
                </c:pt>
                <c:pt idx="448">
                  <c:v>64</c:v>
                </c:pt>
                <c:pt idx="449">
                  <c:v>68</c:v>
                </c:pt>
                <c:pt idx="450">
                  <c:v>86</c:v>
                </c:pt>
                <c:pt idx="451">
                  <c:v>75</c:v>
                </c:pt>
                <c:pt idx="452">
                  <c:v>60</c:v>
                </c:pt>
                <c:pt idx="453">
                  <c:v>66</c:v>
                </c:pt>
                <c:pt idx="454">
                  <c:v>60</c:v>
                </c:pt>
                <c:pt idx="455">
                  <c:v>61</c:v>
                </c:pt>
                <c:pt idx="456">
                  <c:v>60</c:v>
                </c:pt>
                <c:pt idx="457">
                  <c:v>72</c:v>
                </c:pt>
                <c:pt idx="458">
                  <c:v>82</c:v>
                </c:pt>
                <c:pt idx="459">
                  <c:v>83</c:v>
                </c:pt>
                <c:pt idx="460">
                  <c:v>72</c:v>
                </c:pt>
                <c:pt idx="461">
                  <c:v>38</c:v>
                </c:pt>
                <c:pt idx="462">
                  <c:v>56</c:v>
                </c:pt>
                <c:pt idx="463">
                  <c:v>56</c:v>
                </c:pt>
                <c:pt idx="464">
                  <c:v>58</c:v>
                </c:pt>
                <c:pt idx="465">
                  <c:v>65</c:v>
                </c:pt>
                <c:pt idx="466">
                  <c:v>64</c:v>
                </c:pt>
                <c:pt idx="467">
                  <c:v>66</c:v>
                </c:pt>
                <c:pt idx="468">
                  <c:v>81</c:v>
                </c:pt>
                <c:pt idx="469">
                  <c:v>60</c:v>
                </c:pt>
                <c:pt idx="470">
                  <c:v>55</c:v>
                </c:pt>
                <c:pt idx="471">
                  <c:v>40</c:v>
                </c:pt>
                <c:pt idx="472">
                  <c:v>45</c:v>
                </c:pt>
                <c:pt idx="473">
                  <c:v>53</c:v>
                </c:pt>
                <c:pt idx="474">
                  <c:v>59</c:v>
                </c:pt>
                <c:pt idx="475">
                  <c:v>40</c:v>
                </c:pt>
                <c:pt idx="476">
                  <c:v>30</c:v>
                </c:pt>
                <c:pt idx="477">
                  <c:v>43</c:v>
                </c:pt>
                <c:pt idx="478">
                  <c:v>49</c:v>
                </c:pt>
                <c:pt idx="479">
                  <c:v>56</c:v>
                </c:pt>
                <c:pt idx="480">
                  <c:v>62</c:v>
                </c:pt>
                <c:pt idx="481">
                  <c:v>56</c:v>
                </c:pt>
                <c:pt idx="482">
                  <c:v>62</c:v>
                </c:pt>
                <c:pt idx="483">
                  <c:v>60</c:v>
                </c:pt>
                <c:pt idx="484">
                  <c:v>63</c:v>
                </c:pt>
                <c:pt idx="485">
                  <c:v>60</c:v>
                </c:pt>
                <c:pt idx="486">
                  <c:v>64</c:v>
                </c:pt>
                <c:pt idx="487">
                  <c:v>75</c:v>
                </c:pt>
                <c:pt idx="488">
                  <c:v>94</c:v>
                </c:pt>
                <c:pt idx="489">
                  <c:v>68</c:v>
                </c:pt>
                <c:pt idx="490">
                  <c:v>71</c:v>
                </c:pt>
                <c:pt idx="491">
                  <c:v>69</c:v>
                </c:pt>
                <c:pt idx="492">
                  <c:v>65</c:v>
                </c:pt>
                <c:pt idx="493">
                  <c:v>63</c:v>
                </c:pt>
                <c:pt idx="494">
                  <c:v>64</c:v>
                </c:pt>
                <c:pt idx="495">
                  <c:v>62</c:v>
                </c:pt>
                <c:pt idx="496">
                  <c:v>63</c:v>
                </c:pt>
                <c:pt idx="497">
                  <c:v>60</c:v>
                </c:pt>
                <c:pt idx="498">
                  <c:v>64</c:v>
                </c:pt>
                <c:pt idx="499">
                  <c:v>58</c:v>
                </c:pt>
                <c:pt idx="500">
                  <c:v>60</c:v>
                </c:pt>
                <c:pt idx="501">
                  <c:v>64</c:v>
                </c:pt>
                <c:pt idx="502">
                  <c:v>60</c:v>
                </c:pt>
                <c:pt idx="503">
                  <c:v>65</c:v>
                </c:pt>
                <c:pt idx="504">
                  <c:v>91</c:v>
                </c:pt>
                <c:pt idx="505">
                  <c:v>53</c:v>
                </c:pt>
                <c:pt idx="506">
                  <c:v>55</c:v>
                </c:pt>
                <c:pt idx="507">
                  <c:v>52</c:v>
                </c:pt>
                <c:pt idx="508">
                  <c:v>51</c:v>
                </c:pt>
                <c:pt idx="509">
                  <c:v>48</c:v>
                </c:pt>
                <c:pt idx="510">
                  <c:v>64</c:v>
                </c:pt>
                <c:pt idx="511">
                  <c:v>69</c:v>
                </c:pt>
                <c:pt idx="512">
                  <c:v>80</c:v>
                </c:pt>
                <c:pt idx="513">
                  <c:v>89</c:v>
                </c:pt>
                <c:pt idx="514">
                  <c:v>73</c:v>
                </c:pt>
                <c:pt idx="515">
                  <c:v>65</c:v>
                </c:pt>
                <c:pt idx="516">
                  <c:v>41</c:v>
                </c:pt>
                <c:pt idx="517">
                  <c:v>54</c:v>
                </c:pt>
                <c:pt idx="518">
                  <c:v>57</c:v>
                </c:pt>
                <c:pt idx="519">
                  <c:v>47</c:v>
                </c:pt>
                <c:pt idx="520">
                  <c:v>75</c:v>
                </c:pt>
                <c:pt idx="521">
                  <c:v>98</c:v>
                </c:pt>
                <c:pt idx="522">
                  <c:v>101</c:v>
                </c:pt>
                <c:pt idx="523">
                  <c:v>95</c:v>
                </c:pt>
                <c:pt idx="524">
                  <c:v>104</c:v>
                </c:pt>
                <c:pt idx="525">
                  <c:v>96</c:v>
                </c:pt>
                <c:pt idx="526">
                  <c:v>107</c:v>
                </c:pt>
                <c:pt idx="527">
                  <c:v>68</c:v>
                </c:pt>
                <c:pt idx="528">
                  <c:v>57</c:v>
                </c:pt>
                <c:pt idx="529">
                  <c:v>78</c:v>
                </c:pt>
                <c:pt idx="530">
                  <c:v>61</c:v>
                </c:pt>
                <c:pt idx="531">
                  <c:v>48</c:v>
                </c:pt>
                <c:pt idx="532">
                  <c:v>56</c:v>
                </c:pt>
                <c:pt idx="533">
                  <c:v>73</c:v>
                </c:pt>
                <c:pt idx="534">
                  <c:v>64</c:v>
                </c:pt>
                <c:pt idx="535">
                  <c:v>57</c:v>
                </c:pt>
                <c:pt idx="536">
                  <c:v>66</c:v>
                </c:pt>
                <c:pt idx="537">
                  <c:v>53</c:v>
                </c:pt>
                <c:pt idx="538">
                  <c:v>59</c:v>
                </c:pt>
                <c:pt idx="539">
                  <c:v>56</c:v>
                </c:pt>
                <c:pt idx="540">
                  <c:v>53</c:v>
                </c:pt>
                <c:pt idx="541">
                  <c:v>41</c:v>
                </c:pt>
                <c:pt idx="542">
                  <c:v>54</c:v>
                </c:pt>
                <c:pt idx="543">
                  <c:v>64</c:v>
                </c:pt>
                <c:pt idx="544">
                  <c:v>66</c:v>
                </c:pt>
                <c:pt idx="545">
                  <c:v>74</c:v>
                </c:pt>
                <c:pt idx="546">
                  <c:v>94</c:v>
                </c:pt>
                <c:pt idx="547">
                  <c:v>90</c:v>
                </c:pt>
                <c:pt idx="548">
                  <c:v>41</c:v>
                </c:pt>
                <c:pt idx="549">
                  <c:v>67</c:v>
                </c:pt>
                <c:pt idx="550">
                  <c:v>57</c:v>
                </c:pt>
                <c:pt idx="551">
                  <c:v>68</c:v>
                </c:pt>
                <c:pt idx="552">
                  <c:v>69</c:v>
                </c:pt>
                <c:pt idx="553">
                  <c:v>64</c:v>
                </c:pt>
                <c:pt idx="554">
                  <c:v>32</c:v>
                </c:pt>
                <c:pt idx="555">
                  <c:v>39</c:v>
                </c:pt>
                <c:pt idx="556">
                  <c:v>53</c:v>
                </c:pt>
                <c:pt idx="557">
                  <c:v>40</c:v>
                </c:pt>
                <c:pt idx="558">
                  <c:v>55</c:v>
                </c:pt>
                <c:pt idx="559">
                  <c:v>36</c:v>
                </c:pt>
                <c:pt idx="560">
                  <c:v>53</c:v>
                </c:pt>
                <c:pt idx="561">
                  <c:v>47</c:v>
                </c:pt>
                <c:pt idx="562">
                  <c:v>96</c:v>
                </c:pt>
                <c:pt idx="563">
                  <c:v>113</c:v>
                </c:pt>
                <c:pt idx="564">
                  <c:v>82</c:v>
                </c:pt>
                <c:pt idx="565">
                  <c:v>68</c:v>
                </c:pt>
                <c:pt idx="566">
                  <c:v>74</c:v>
                </c:pt>
                <c:pt idx="567">
                  <c:v>64</c:v>
                </c:pt>
                <c:pt idx="568">
                  <c:v>62</c:v>
                </c:pt>
                <c:pt idx="569">
                  <c:v>64</c:v>
                </c:pt>
                <c:pt idx="570">
                  <c:v>52</c:v>
                </c:pt>
                <c:pt idx="571">
                  <c:v>47</c:v>
                </c:pt>
                <c:pt idx="572">
                  <c:v>40</c:v>
                </c:pt>
                <c:pt idx="573">
                  <c:v>35</c:v>
                </c:pt>
                <c:pt idx="574">
                  <c:v>51</c:v>
                </c:pt>
                <c:pt idx="575">
                  <c:v>52</c:v>
                </c:pt>
                <c:pt idx="576">
                  <c:v>53</c:v>
                </c:pt>
                <c:pt idx="577">
                  <c:v>61</c:v>
                </c:pt>
                <c:pt idx="578">
                  <c:v>62</c:v>
                </c:pt>
                <c:pt idx="579">
                  <c:v>98</c:v>
                </c:pt>
                <c:pt idx="580">
                  <c:v>62</c:v>
                </c:pt>
                <c:pt idx="581">
                  <c:v>78</c:v>
                </c:pt>
                <c:pt idx="582">
                  <c:v>59</c:v>
                </c:pt>
                <c:pt idx="583">
                  <c:v>104</c:v>
                </c:pt>
                <c:pt idx="584">
                  <c:v>81</c:v>
                </c:pt>
                <c:pt idx="585">
                  <c:v>85</c:v>
                </c:pt>
                <c:pt idx="586">
                  <c:v>95</c:v>
                </c:pt>
                <c:pt idx="587">
                  <c:v>96</c:v>
                </c:pt>
                <c:pt idx="588">
                  <c:v>92</c:v>
                </c:pt>
                <c:pt idx="589">
                  <c:v>63</c:v>
                </c:pt>
                <c:pt idx="590">
                  <c:v>57</c:v>
                </c:pt>
                <c:pt idx="591">
                  <c:v>51</c:v>
                </c:pt>
                <c:pt idx="592">
                  <c:v>57</c:v>
                </c:pt>
                <c:pt idx="593">
                  <c:v>96</c:v>
                </c:pt>
                <c:pt idx="594">
                  <c:v>98</c:v>
                </c:pt>
                <c:pt idx="595">
                  <c:v>91</c:v>
                </c:pt>
                <c:pt idx="596">
                  <c:v>59</c:v>
                </c:pt>
                <c:pt idx="597">
                  <c:v>57</c:v>
                </c:pt>
                <c:pt idx="598">
                  <c:v>51</c:v>
                </c:pt>
                <c:pt idx="599">
                  <c:v>60</c:v>
                </c:pt>
                <c:pt idx="600">
                  <c:v>68</c:v>
                </c:pt>
                <c:pt idx="601">
                  <c:v>99</c:v>
                </c:pt>
                <c:pt idx="602">
                  <c:v>106</c:v>
                </c:pt>
                <c:pt idx="603">
                  <c:v>111</c:v>
                </c:pt>
                <c:pt idx="604">
                  <c:v>52</c:v>
                </c:pt>
                <c:pt idx="605">
                  <c:v>66</c:v>
                </c:pt>
                <c:pt idx="606">
                  <c:v>54</c:v>
                </c:pt>
                <c:pt idx="607">
                  <c:v>65</c:v>
                </c:pt>
                <c:pt idx="608">
                  <c:v>63</c:v>
                </c:pt>
                <c:pt idx="609">
                  <c:v>61</c:v>
                </c:pt>
                <c:pt idx="610">
                  <c:v>66</c:v>
                </c:pt>
                <c:pt idx="611">
                  <c:v>78</c:v>
                </c:pt>
                <c:pt idx="612">
                  <c:v>85</c:v>
                </c:pt>
                <c:pt idx="613">
                  <c:v>96</c:v>
                </c:pt>
                <c:pt idx="614">
                  <c:v>105</c:v>
                </c:pt>
                <c:pt idx="615">
                  <c:v>69</c:v>
                </c:pt>
                <c:pt idx="616">
                  <c:v>56</c:v>
                </c:pt>
                <c:pt idx="617">
                  <c:v>30</c:v>
                </c:pt>
                <c:pt idx="618">
                  <c:v>23</c:v>
                </c:pt>
                <c:pt idx="619">
                  <c:v>61</c:v>
                </c:pt>
                <c:pt idx="620">
                  <c:v>57</c:v>
                </c:pt>
                <c:pt idx="621">
                  <c:v>66</c:v>
                </c:pt>
                <c:pt idx="622">
                  <c:v>57</c:v>
                </c:pt>
                <c:pt idx="623">
                  <c:v>91</c:v>
                </c:pt>
                <c:pt idx="624">
                  <c:v>90</c:v>
                </c:pt>
                <c:pt idx="625">
                  <c:v>84</c:v>
                </c:pt>
                <c:pt idx="626">
                  <c:v>98</c:v>
                </c:pt>
                <c:pt idx="627">
                  <c:v>88</c:v>
                </c:pt>
                <c:pt idx="628">
                  <c:v>70</c:v>
                </c:pt>
                <c:pt idx="629">
                  <c:v>68</c:v>
                </c:pt>
                <c:pt idx="630">
                  <c:v>52</c:v>
                </c:pt>
                <c:pt idx="631">
                  <c:v>61</c:v>
                </c:pt>
                <c:pt idx="632">
                  <c:v>62</c:v>
                </c:pt>
                <c:pt idx="633">
                  <c:v>68</c:v>
                </c:pt>
                <c:pt idx="634">
                  <c:v>98</c:v>
                </c:pt>
                <c:pt idx="635">
                  <c:v>93</c:v>
                </c:pt>
                <c:pt idx="636">
                  <c:v>95</c:v>
                </c:pt>
                <c:pt idx="637">
                  <c:v>119</c:v>
                </c:pt>
                <c:pt idx="638">
                  <c:v>85</c:v>
                </c:pt>
                <c:pt idx="639">
                  <c:v>77</c:v>
                </c:pt>
                <c:pt idx="640">
                  <c:v>51</c:v>
                </c:pt>
                <c:pt idx="641">
                  <c:v>75</c:v>
                </c:pt>
                <c:pt idx="642">
                  <c:v>51</c:v>
                </c:pt>
                <c:pt idx="643">
                  <c:v>62</c:v>
                </c:pt>
                <c:pt idx="644">
                  <c:v>75</c:v>
                </c:pt>
                <c:pt idx="645">
                  <c:v>77</c:v>
                </c:pt>
                <c:pt idx="646">
                  <c:v>89</c:v>
                </c:pt>
                <c:pt idx="647">
                  <c:v>66</c:v>
                </c:pt>
                <c:pt idx="648">
                  <c:v>42</c:v>
                </c:pt>
                <c:pt idx="649">
                  <c:v>57</c:v>
                </c:pt>
                <c:pt idx="650">
                  <c:v>71</c:v>
                </c:pt>
                <c:pt idx="651">
                  <c:v>82</c:v>
                </c:pt>
                <c:pt idx="652">
                  <c:v>67</c:v>
                </c:pt>
                <c:pt idx="653">
                  <c:v>62</c:v>
                </c:pt>
                <c:pt idx="654">
                  <c:v>63</c:v>
                </c:pt>
                <c:pt idx="655">
                  <c:v>53</c:v>
                </c:pt>
                <c:pt idx="656">
                  <c:v>58</c:v>
                </c:pt>
                <c:pt idx="657">
                  <c:v>69</c:v>
                </c:pt>
                <c:pt idx="658">
                  <c:v>94</c:v>
                </c:pt>
                <c:pt idx="659">
                  <c:v>82</c:v>
                </c:pt>
                <c:pt idx="660">
                  <c:v>66</c:v>
                </c:pt>
                <c:pt idx="661">
                  <c:v>52</c:v>
                </c:pt>
                <c:pt idx="662">
                  <c:v>64</c:v>
                </c:pt>
                <c:pt idx="663">
                  <c:v>70</c:v>
                </c:pt>
                <c:pt idx="664">
                  <c:v>74</c:v>
                </c:pt>
                <c:pt idx="665">
                  <c:v>76</c:v>
                </c:pt>
                <c:pt idx="666">
                  <c:v>72</c:v>
                </c:pt>
                <c:pt idx="667">
                  <c:v>82</c:v>
                </c:pt>
                <c:pt idx="668">
                  <c:v>72</c:v>
                </c:pt>
                <c:pt idx="669">
                  <c:v>92</c:v>
                </c:pt>
                <c:pt idx="670">
                  <c:v>131</c:v>
                </c:pt>
                <c:pt idx="671">
                  <c:v>162</c:v>
                </c:pt>
                <c:pt idx="672">
                  <c:v>153</c:v>
                </c:pt>
                <c:pt idx="673">
                  <c:v>154</c:v>
                </c:pt>
                <c:pt idx="674">
                  <c:v>155</c:v>
                </c:pt>
                <c:pt idx="675">
                  <c:v>152</c:v>
                </c:pt>
                <c:pt idx="676">
                  <c:v>151</c:v>
                </c:pt>
                <c:pt idx="677">
                  <c:v>104</c:v>
                </c:pt>
                <c:pt idx="678">
                  <c:v>109</c:v>
                </c:pt>
                <c:pt idx="679">
                  <c:v>123</c:v>
                </c:pt>
                <c:pt idx="680">
                  <c:v>111</c:v>
                </c:pt>
                <c:pt idx="681">
                  <c:v>133</c:v>
                </c:pt>
                <c:pt idx="682">
                  <c:v>141</c:v>
                </c:pt>
                <c:pt idx="683">
                  <c:v>109</c:v>
                </c:pt>
                <c:pt idx="684">
                  <c:v>131</c:v>
                </c:pt>
                <c:pt idx="685">
                  <c:v>151</c:v>
                </c:pt>
                <c:pt idx="686">
                  <c:v>140</c:v>
                </c:pt>
                <c:pt idx="687">
                  <c:v>152</c:v>
                </c:pt>
                <c:pt idx="688">
                  <c:v>153</c:v>
                </c:pt>
                <c:pt idx="689">
                  <c:v>153</c:v>
                </c:pt>
                <c:pt idx="690">
                  <c:v>148</c:v>
                </c:pt>
                <c:pt idx="691">
                  <c:v>130</c:v>
                </c:pt>
                <c:pt idx="692">
                  <c:v>145</c:v>
                </c:pt>
                <c:pt idx="693">
                  <c:v>154</c:v>
                </c:pt>
                <c:pt idx="694">
                  <c:v>156</c:v>
                </c:pt>
                <c:pt idx="695">
                  <c:v>157</c:v>
                </c:pt>
                <c:pt idx="696">
                  <c:v>135</c:v>
                </c:pt>
                <c:pt idx="697">
                  <c:v>133</c:v>
                </c:pt>
                <c:pt idx="698">
                  <c:v>141</c:v>
                </c:pt>
                <c:pt idx="699">
                  <c:v>174</c:v>
                </c:pt>
                <c:pt idx="700">
                  <c:v>171</c:v>
                </c:pt>
                <c:pt idx="701">
                  <c:v>191</c:v>
                </c:pt>
                <c:pt idx="702">
                  <c:v>157</c:v>
                </c:pt>
                <c:pt idx="703">
                  <c:v>144</c:v>
                </c:pt>
                <c:pt idx="704">
                  <c:v>151</c:v>
                </c:pt>
                <c:pt idx="705">
                  <c:v>158</c:v>
                </c:pt>
                <c:pt idx="706">
                  <c:v>170</c:v>
                </c:pt>
                <c:pt idx="707">
                  <c:v>174</c:v>
                </c:pt>
                <c:pt idx="708">
                  <c:v>164</c:v>
                </c:pt>
                <c:pt idx="709">
                  <c:v>166</c:v>
                </c:pt>
                <c:pt idx="710">
                  <c:v>184</c:v>
                </c:pt>
                <c:pt idx="711">
                  <c:v>171</c:v>
                </c:pt>
                <c:pt idx="712">
                  <c:v>169</c:v>
                </c:pt>
                <c:pt idx="713">
                  <c:v>189</c:v>
                </c:pt>
                <c:pt idx="714">
                  <c:v>160</c:v>
                </c:pt>
                <c:pt idx="715">
                  <c:v>160</c:v>
                </c:pt>
                <c:pt idx="716">
                  <c:v>180</c:v>
                </c:pt>
                <c:pt idx="717">
                  <c:v>199</c:v>
                </c:pt>
                <c:pt idx="718">
                  <c:v>206</c:v>
                </c:pt>
                <c:pt idx="719">
                  <c:v>248</c:v>
                </c:pt>
                <c:pt idx="720">
                  <c:v>232</c:v>
                </c:pt>
                <c:pt idx="721">
                  <c:v>206</c:v>
                </c:pt>
                <c:pt idx="722">
                  <c:v>184</c:v>
                </c:pt>
                <c:pt idx="723">
                  <c:v>196</c:v>
                </c:pt>
                <c:pt idx="724">
                  <c:v>177</c:v>
                </c:pt>
                <c:pt idx="725">
                  <c:v>151</c:v>
                </c:pt>
                <c:pt idx="726">
                  <c:v>166</c:v>
                </c:pt>
                <c:pt idx="727">
                  <c:v>167</c:v>
                </c:pt>
                <c:pt idx="728">
                  <c:v>166</c:v>
                </c:pt>
                <c:pt idx="729">
                  <c:v>166</c:v>
                </c:pt>
                <c:pt idx="730">
                  <c:v>180</c:v>
                </c:pt>
                <c:pt idx="731">
                  <c:v>159</c:v>
                </c:pt>
                <c:pt idx="732">
                  <c:v>163</c:v>
                </c:pt>
                <c:pt idx="733">
                  <c:v>120</c:v>
                </c:pt>
                <c:pt idx="734">
                  <c:v>101</c:v>
                </c:pt>
                <c:pt idx="735">
                  <c:v>152</c:v>
                </c:pt>
                <c:pt idx="736">
                  <c:v>123</c:v>
                </c:pt>
                <c:pt idx="737">
                  <c:v>69</c:v>
                </c:pt>
                <c:pt idx="738">
                  <c:v>100</c:v>
                </c:pt>
                <c:pt idx="739">
                  <c:v>139</c:v>
                </c:pt>
                <c:pt idx="740">
                  <c:v>152</c:v>
                </c:pt>
                <c:pt idx="741">
                  <c:v>170</c:v>
                </c:pt>
                <c:pt idx="742">
                  <c:v>176</c:v>
                </c:pt>
                <c:pt idx="743">
                  <c:v>178</c:v>
                </c:pt>
                <c:pt idx="744">
                  <c:v>189</c:v>
                </c:pt>
                <c:pt idx="745">
                  <c:v>189</c:v>
                </c:pt>
                <c:pt idx="746">
                  <c:v>197</c:v>
                </c:pt>
                <c:pt idx="747">
                  <c:v>184</c:v>
                </c:pt>
                <c:pt idx="748">
                  <c:v>164</c:v>
                </c:pt>
                <c:pt idx="749">
                  <c:v>178</c:v>
                </c:pt>
                <c:pt idx="750">
                  <c:v>153</c:v>
                </c:pt>
                <c:pt idx="751">
                  <c:v>69</c:v>
                </c:pt>
                <c:pt idx="752">
                  <c:v>78</c:v>
                </c:pt>
                <c:pt idx="753">
                  <c:v>109</c:v>
                </c:pt>
                <c:pt idx="754">
                  <c:v>128</c:v>
                </c:pt>
                <c:pt idx="755">
                  <c:v>145</c:v>
                </c:pt>
                <c:pt idx="756">
                  <c:v>156</c:v>
                </c:pt>
                <c:pt idx="757">
                  <c:v>163</c:v>
                </c:pt>
                <c:pt idx="758">
                  <c:v>187</c:v>
                </c:pt>
                <c:pt idx="759">
                  <c:v>169</c:v>
                </c:pt>
                <c:pt idx="760">
                  <c:v>175</c:v>
                </c:pt>
                <c:pt idx="761">
                  <c:v>154</c:v>
                </c:pt>
                <c:pt idx="762">
                  <c:v>153</c:v>
                </c:pt>
                <c:pt idx="763">
                  <c:v>77</c:v>
                </c:pt>
                <c:pt idx="764">
                  <c:v>142</c:v>
                </c:pt>
                <c:pt idx="765">
                  <c:v>156</c:v>
                </c:pt>
                <c:pt idx="766">
                  <c:v>160</c:v>
                </c:pt>
                <c:pt idx="767">
                  <c:v>109</c:v>
                </c:pt>
                <c:pt idx="768">
                  <c:v>147</c:v>
                </c:pt>
                <c:pt idx="769">
                  <c:v>81</c:v>
                </c:pt>
                <c:pt idx="770">
                  <c:v>134</c:v>
                </c:pt>
                <c:pt idx="771">
                  <c:v>140</c:v>
                </c:pt>
                <c:pt idx="772">
                  <c:v>163</c:v>
                </c:pt>
                <c:pt idx="773">
                  <c:v>158</c:v>
                </c:pt>
                <c:pt idx="774">
                  <c:v>157</c:v>
                </c:pt>
                <c:pt idx="775">
                  <c:v>152</c:v>
                </c:pt>
                <c:pt idx="776">
                  <c:v>155</c:v>
                </c:pt>
                <c:pt idx="777">
                  <c:v>152</c:v>
                </c:pt>
                <c:pt idx="778">
                  <c:v>135</c:v>
                </c:pt>
                <c:pt idx="779">
                  <c:v>75</c:v>
                </c:pt>
                <c:pt idx="780">
                  <c:v>73</c:v>
                </c:pt>
                <c:pt idx="781">
                  <c:v>111</c:v>
                </c:pt>
                <c:pt idx="782">
                  <c:v>148</c:v>
                </c:pt>
                <c:pt idx="783">
                  <c:v>126</c:v>
                </c:pt>
                <c:pt idx="784">
                  <c:v>161</c:v>
                </c:pt>
                <c:pt idx="785">
                  <c:v>102</c:v>
                </c:pt>
                <c:pt idx="786">
                  <c:v>114</c:v>
                </c:pt>
                <c:pt idx="787">
                  <c:v>116</c:v>
                </c:pt>
                <c:pt idx="788">
                  <c:v>125</c:v>
                </c:pt>
                <c:pt idx="789">
                  <c:v>107</c:v>
                </c:pt>
                <c:pt idx="790">
                  <c:v>147</c:v>
                </c:pt>
                <c:pt idx="791">
                  <c:v>98</c:v>
                </c:pt>
                <c:pt idx="792">
                  <c:v>117</c:v>
                </c:pt>
                <c:pt idx="793">
                  <c:v>160</c:v>
                </c:pt>
                <c:pt idx="794">
                  <c:v>93</c:v>
                </c:pt>
                <c:pt idx="795">
                  <c:v>69</c:v>
                </c:pt>
                <c:pt idx="796">
                  <c:v>96</c:v>
                </c:pt>
                <c:pt idx="797">
                  <c:v>96</c:v>
                </c:pt>
                <c:pt idx="798">
                  <c:v>93</c:v>
                </c:pt>
                <c:pt idx="799">
                  <c:v>130</c:v>
                </c:pt>
                <c:pt idx="800">
                  <c:v>152</c:v>
                </c:pt>
                <c:pt idx="801">
                  <c:v>94</c:v>
                </c:pt>
                <c:pt idx="802">
                  <c:v>73</c:v>
                </c:pt>
                <c:pt idx="803">
                  <c:v>89</c:v>
                </c:pt>
                <c:pt idx="804">
                  <c:v>96</c:v>
                </c:pt>
                <c:pt idx="805">
                  <c:v>104</c:v>
                </c:pt>
                <c:pt idx="806">
                  <c:v>108</c:v>
                </c:pt>
                <c:pt idx="807">
                  <c:v>96</c:v>
                </c:pt>
                <c:pt idx="808">
                  <c:v>103</c:v>
                </c:pt>
                <c:pt idx="809">
                  <c:v>98</c:v>
                </c:pt>
                <c:pt idx="810">
                  <c:v>96</c:v>
                </c:pt>
                <c:pt idx="811">
                  <c:v>95</c:v>
                </c:pt>
                <c:pt idx="812">
                  <c:v>84</c:v>
                </c:pt>
                <c:pt idx="813">
                  <c:v>80</c:v>
                </c:pt>
                <c:pt idx="814">
                  <c:v>81</c:v>
                </c:pt>
                <c:pt idx="815">
                  <c:v>84</c:v>
                </c:pt>
                <c:pt idx="816">
                  <c:v>138</c:v>
                </c:pt>
                <c:pt idx="817">
                  <c:v>155</c:v>
                </c:pt>
                <c:pt idx="818">
                  <c:v>158</c:v>
                </c:pt>
                <c:pt idx="819">
                  <c:v>145</c:v>
                </c:pt>
                <c:pt idx="820">
                  <c:v>104</c:v>
                </c:pt>
                <c:pt idx="821">
                  <c:v>81</c:v>
                </c:pt>
                <c:pt idx="822">
                  <c:v>78</c:v>
                </c:pt>
                <c:pt idx="823">
                  <c:v>95</c:v>
                </c:pt>
                <c:pt idx="824">
                  <c:v>85</c:v>
                </c:pt>
                <c:pt idx="825">
                  <c:v>83</c:v>
                </c:pt>
                <c:pt idx="826">
                  <c:v>85</c:v>
                </c:pt>
                <c:pt idx="827">
                  <c:v>94</c:v>
                </c:pt>
                <c:pt idx="828">
                  <c:v>91</c:v>
                </c:pt>
                <c:pt idx="829">
                  <c:v>91</c:v>
                </c:pt>
                <c:pt idx="830">
                  <c:v>89</c:v>
                </c:pt>
                <c:pt idx="831">
                  <c:v>96</c:v>
                </c:pt>
                <c:pt idx="832">
                  <c:v>85</c:v>
                </c:pt>
                <c:pt idx="833">
                  <c:v>64</c:v>
                </c:pt>
                <c:pt idx="834">
                  <c:v>61</c:v>
                </c:pt>
                <c:pt idx="835">
                  <c:v>66</c:v>
                </c:pt>
                <c:pt idx="836">
                  <c:v>76</c:v>
                </c:pt>
                <c:pt idx="837">
                  <c:v>90</c:v>
                </c:pt>
                <c:pt idx="838">
                  <c:v>77</c:v>
                </c:pt>
                <c:pt idx="839">
                  <c:v>69</c:v>
                </c:pt>
                <c:pt idx="840">
                  <c:v>53</c:v>
                </c:pt>
                <c:pt idx="841">
                  <c:v>60</c:v>
                </c:pt>
                <c:pt idx="842">
                  <c:v>70</c:v>
                </c:pt>
                <c:pt idx="843">
                  <c:v>52</c:v>
                </c:pt>
                <c:pt idx="844">
                  <c:v>52</c:v>
                </c:pt>
                <c:pt idx="845">
                  <c:v>62</c:v>
                </c:pt>
                <c:pt idx="846">
                  <c:v>60</c:v>
                </c:pt>
                <c:pt idx="847">
                  <c:v>82</c:v>
                </c:pt>
                <c:pt idx="848">
                  <c:v>57</c:v>
                </c:pt>
                <c:pt idx="849">
                  <c:v>60</c:v>
                </c:pt>
                <c:pt idx="850">
                  <c:v>68</c:v>
                </c:pt>
                <c:pt idx="851">
                  <c:v>70</c:v>
                </c:pt>
                <c:pt idx="852">
                  <c:v>61</c:v>
                </c:pt>
                <c:pt idx="853">
                  <c:v>64</c:v>
                </c:pt>
                <c:pt idx="854">
                  <c:v>51</c:v>
                </c:pt>
                <c:pt idx="855">
                  <c:v>59</c:v>
                </c:pt>
                <c:pt idx="856">
                  <c:v>85</c:v>
                </c:pt>
                <c:pt idx="857">
                  <c:v>59</c:v>
                </c:pt>
                <c:pt idx="858">
                  <c:v>66</c:v>
                </c:pt>
                <c:pt idx="859">
                  <c:v>58</c:v>
                </c:pt>
                <c:pt idx="860">
                  <c:v>96</c:v>
                </c:pt>
                <c:pt idx="861">
                  <c:v>78</c:v>
                </c:pt>
                <c:pt idx="862">
                  <c:v>76</c:v>
                </c:pt>
                <c:pt idx="863">
                  <c:v>82</c:v>
                </c:pt>
                <c:pt idx="864">
                  <c:v>61</c:v>
                </c:pt>
                <c:pt idx="865">
                  <c:v>87</c:v>
                </c:pt>
                <c:pt idx="866">
                  <c:v>84</c:v>
                </c:pt>
                <c:pt idx="867">
                  <c:v>78</c:v>
                </c:pt>
                <c:pt idx="868">
                  <c:v>86</c:v>
                </c:pt>
                <c:pt idx="869">
                  <c:v>67</c:v>
                </c:pt>
                <c:pt idx="870">
                  <c:v>73</c:v>
                </c:pt>
                <c:pt idx="871">
                  <c:v>51</c:v>
                </c:pt>
                <c:pt idx="872">
                  <c:v>51</c:v>
                </c:pt>
                <c:pt idx="873">
                  <c:v>51</c:v>
                </c:pt>
                <c:pt idx="874">
                  <c:v>72</c:v>
                </c:pt>
                <c:pt idx="875">
                  <c:v>110</c:v>
                </c:pt>
                <c:pt idx="876">
                  <c:v>85</c:v>
                </c:pt>
                <c:pt idx="877">
                  <c:v>78</c:v>
                </c:pt>
                <c:pt idx="878">
                  <c:v>76</c:v>
                </c:pt>
                <c:pt idx="879">
                  <c:v>70</c:v>
                </c:pt>
                <c:pt idx="880">
                  <c:v>81</c:v>
                </c:pt>
                <c:pt idx="881">
                  <c:v>73</c:v>
                </c:pt>
                <c:pt idx="882">
                  <c:v>51</c:v>
                </c:pt>
                <c:pt idx="883">
                  <c:v>54</c:v>
                </c:pt>
                <c:pt idx="884">
                  <c:v>67</c:v>
                </c:pt>
                <c:pt idx="885">
                  <c:v>74</c:v>
                </c:pt>
                <c:pt idx="886">
                  <c:v>81</c:v>
                </c:pt>
                <c:pt idx="887">
                  <c:v>101</c:v>
                </c:pt>
                <c:pt idx="888">
                  <c:v>129</c:v>
                </c:pt>
                <c:pt idx="889">
                  <c:v>98</c:v>
                </c:pt>
                <c:pt idx="890">
                  <c:v>69</c:v>
                </c:pt>
                <c:pt idx="891">
                  <c:v>73</c:v>
                </c:pt>
                <c:pt idx="892">
                  <c:v>87</c:v>
                </c:pt>
                <c:pt idx="893">
                  <c:v>80</c:v>
                </c:pt>
                <c:pt idx="894">
                  <c:v>99</c:v>
                </c:pt>
                <c:pt idx="895">
                  <c:v>134</c:v>
                </c:pt>
                <c:pt idx="896">
                  <c:v>59</c:v>
                </c:pt>
                <c:pt idx="897">
                  <c:v>84</c:v>
                </c:pt>
                <c:pt idx="898">
                  <c:v>78</c:v>
                </c:pt>
                <c:pt idx="899">
                  <c:v>47</c:v>
                </c:pt>
                <c:pt idx="900">
                  <c:v>51</c:v>
                </c:pt>
                <c:pt idx="901">
                  <c:v>45</c:v>
                </c:pt>
                <c:pt idx="902">
                  <c:v>57</c:v>
                </c:pt>
                <c:pt idx="903">
                  <c:v>58</c:v>
                </c:pt>
                <c:pt idx="904">
                  <c:v>58</c:v>
                </c:pt>
                <c:pt idx="905">
                  <c:v>68</c:v>
                </c:pt>
                <c:pt idx="906">
                  <c:v>80</c:v>
                </c:pt>
                <c:pt idx="907">
                  <c:v>87</c:v>
                </c:pt>
                <c:pt idx="908">
                  <c:v>97</c:v>
                </c:pt>
                <c:pt idx="909">
                  <c:v>110</c:v>
                </c:pt>
                <c:pt idx="910">
                  <c:v>98</c:v>
                </c:pt>
                <c:pt idx="911">
                  <c:v>47</c:v>
                </c:pt>
                <c:pt idx="912">
                  <c:v>58</c:v>
                </c:pt>
                <c:pt idx="913">
                  <c:v>84</c:v>
                </c:pt>
                <c:pt idx="914">
                  <c:v>59</c:v>
                </c:pt>
                <c:pt idx="915">
                  <c:v>90</c:v>
                </c:pt>
                <c:pt idx="916">
                  <c:v>76</c:v>
                </c:pt>
                <c:pt idx="917">
                  <c:v>69</c:v>
                </c:pt>
                <c:pt idx="918">
                  <c:v>76</c:v>
                </c:pt>
                <c:pt idx="919">
                  <c:v>71</c:v>
                </c:pt>
                <c:pt idx="920">
                  <c:v>76</c:v>
                </c:pt>
                <c:pt idx="921">
                  <c:v>82</c:v>
                </c:pt>
                <c:pt idx="922">
                  <c:v>66</c:v>
                </c:pt>
                <c:pt idx="923">
                  <c:v>50</c:v>
                </c:pt>
                <c:pt idx="924">
                  <c:v>54</c:v>
                </c:pt>
                <c:pt idx="925">
                  <c:v>52</c:v>
                </c:pt>
                <c:pt idx="926">
                  <c:v>41</c:v>
                </c:pt>
                <c:pt idx="927">
                  <c:v>68</c:v>
                </c:pt>
                <c:pt idx="928">
                  <c:v>69</c:v>
                </c:pt>
                <c:pt idx="929">
                  <c:v>59</c:v>
                </c:pt>
                <c:pt idx="930">
                  <c:v>55</c:v>
                </c:pt>
                <c:pt idx="931">
                  <c:v>40</c:v>
                </c:pt>
                <c:pt idx="932">
                  <c:v>41</c:v>
                </c:pt>
                <c:pt idx="933">
                  <c:v>54</c:v>
                </c:pt>
                <c:pt idx="934">
                  <c:v>58</c:v>
                </c:pt>
                <c:pt idx="935">
                  <c:v>73</c:v>
                </c:pt>
                <c:pt idx="936">
                  <c:v>57</c:v>
                </c:pt>
                <c:pt idx="937">
                  <c:v>58</c:v>
                </c:pt>
                <c:pt idx="938">
                  <c:v>70</c:v>
                </c:pt>
                <c:pt idx="939">
                  <c:v>50</c:v>
                </c:pt>
                <c:pt idx="940">
                  <c:v>67</c:v>
                </c:pt>
                <c:pt idx="941">
                  <c:v>35</c:v>
                </c:pt>
                <c:pt idx="942">
                  <c:v>19</c:v>
                </c:pt>
                <c:pt idx="943">
                  <c:v>55</c:v>
                </c:pt>
                <c:pt idx="944">
                  <c:v>69</c:v>
                </c:pt>
                <c:pt idx="945">
                  <c:v>69</c:v>
                </c:pt>
                <c:pt idx="946">
                  <c:v>82</c:v>
                </c:pt>
                <c:pt idx="947">
                  <c:v>78</c:v>
                </c:pt>
                <c:pt idx="948">
                  <c:v>69</c:v>
                </c:pt>
                <c:pt idx="949">
                  <c:v>84</c:v>
                </c:pt>
                <c:pt idx="950">
                  <c:v>76</c:v>
                </c:pt>
                <c:pt idx="951">
                  <c:v>75</c:v>
                </c:pt>
                <c:pt idx="952">
                  <c:v>59</c:v>
                </c:pt>
                <c:pt idx="953">
                  <c:v>66</c:v>
                </c:pt>
                <c:pt idx="954">
                  <c:v>77</c:v>
                </c:pt>
                <c:pt idx="955">
                  <c:v>73</c:v>
                </c:pt>
                <c:pt idx="956">
                  <c:v>55</c:v>
                </c:pt>
                <c:pt idx="957">
                  <c:v>62</c:v>
                </c:pt>
                <c:pt idx="958">
                  <c:v>62</c:v>
                </c:pt>
                <c:pt idx="959">
                  <c:v>67</c:v>
                </c:pt>
                <c:pt idx="960">
                  <c:v>70</c:v>
                </c:pt>
                <c:pt idx="961">
                  <c:v>73</c:v>
                </c:pt>
                <c:pt idx="962">
                  <c:v>63</c:v>
                </c:pt>
                <c:pt idx="963">
                  <c:v>68</c:v>
                </c:pt>
                <c:pt idx="964">
                  <c:v>69</c:v>
                </c:pt>
                <c:pt idx="965">
                  <c:v>64</c:v>
                </c:pt>
                <c:pt idx="966">
                  <c:v>59</c:v>
                </c:pt>
                <c:pt idx="967">
                  <c:v>65</c:v>
                </c:pt>
                <c:pt idx="968">
                  <c:v>70</c:v>
                </c:pt>
                <c:pt idx="969">
                  <c:v>59</c:v>
                </c:pt>
                <c:pt idx="970">
                  <c:v>66</c:v>
                </c:pt>
                <c:pt idx="971">
                  <c:v>68</c:v>
                </c:pt>
                <c:pt idx="972">
                  <c:v>71</c:v>
                </c:pt>
                <c:pt idx="973">
                  <c:v>68</c:v>
                </c:pt>
                <c:pt idx="974">
                  <c:v>66</c:v>
                </c:pt>
                <c:pt idx="975">
                  <c:v>64</c:v>
                </c:pt>
                <c:pt idx="976">
                  <c:v>65</c:v>
                </c:pt>
                <c:pt idx="977">
                  <c:v>58</c:v>
                </c:pt>
                <c:pt idx="978">
                  <c:v>63</c:v>
                </c:pt>
                <c:pt idx="979">
                  <c:v>69</c:v>
                </c:pt>
                <c:pt idx="980">
                  <c:v>73</c:v>
                </c:pt>
                <c:pt idx="981">
                  <c:v>69</c:v>
                </c:pt>
                <c:pt idx="982">
                  <c:v>64</c:v>
                </c:pt>
                <c:pt idx="983">
                  <c:v>49</c:v>
                </c:pt>
                <c:pt idx="984">
                  <c:v>63</c:v>
                </c:pt>
                <c:pt idx="985">
                  <c:v>71</c:v>
                </c:pt>
                <c:pt idx="986">
                  <c:v>71</c:v>
                </c:pt>
                <c:pt idx="987">
                  <c:v>70</c:v>
                </c:pt>
                <c:pt idx="988">
                  <c:v>64</c:v>
                </c:pt>
                <c:pt idx="989">
                  <c:v>58</c:v>
                </c:pt>
                <c:pt idx="990">
                  <c:v>65</c:v>
                </c:pt>
                <c:pt idx="991">
                  <c:v>80</c:v>
                </c:pt>
                <c:pt idx="992">
                  <c:v>74</c:v>
                </c:pt>
                <c:pt idx="993">
                  <c:v>70</c:v>
                </c:pt>
                <c:pt idx="994">
                  <c:v>97</c:v>
                </c:pt>
                <c:pt idx="995">
                  <c:v>119</c:v>
                </c:pt>
                <c:pt idx="996">
                  <c:v>64</c:v>
                </c:pt>
                <c:pt idx="997">
                  <c:v>62</c:v>
                </c:pt>
                <c:pt idx="998">
                  <c:v>70</c:v>
                </c:pt>
                <c:pt idx="999">
                  <c:v>88</c:v>
                </c:pt>
                <c:pt idx="1000">
                  <c:v>84</c:v>
                </c:pt>
                <c:pt idx="1001">
                  <c:v>84</c:v>
                </c:pt>
                <c:pt idx="1002">
                  <c:v>92</c:v>
                </c:pt>
                <c:pt idx="1003">
                  <c:v>52</c:v>
                </c:pt>
                <c:pt idx="1004">
                  <c:v>52</c:v>
                </c:pt>
                <c:pt idx="1005">
                  <c:v>73</c:v>
                </c:pt>
                <c:pt idx="1006">
                  <c:v>63</c:v>
                </c:pt>
                <c:pt idx="1007">
                  <c:v>79</c:v>
                </c:pt>
                <c:pt idx="1008">
                  <c:v>55</c:v>
                </c:pt>
                <c:pt idx="1009">
                  <c:v>61</c:v>
                </c:pt>
                <c:pt idx="1010">
                  <c:v>70</c:v>
                </c:pt>
                <c:pt idx="1011">
                  <c:v>87</c:v>
                </c:pt>
                <c:pt idx="1012">
                  <c:v>93</c:v>
                </c:pt>
                <c:pt idx="1013">
                  <c:v>92</c:v>
                </c:pt>
                <c:pt idx="1014">
                  <c:v>65</c:v>
                </c:pt>
                <c:pt idx="1015">
                  <c:v>82</c:v>
                </c:pt>
                <c:pt idx="1016">
                  <c:v>86</c:v>
                </c:pt>
                <c:pt idx="1017">
                  <c:v>82</c:v>
                </c:pt>
                <c:pt idx="1018">
                  <c:v>74</c:v>
                </c:pt>
                <c:pt idx="1019">
                  <c:v>84</c:v>
                </c:pt>
                <c:pt idx="1020">
                  <c:v>87</c:v>
                </c:pt>
                <c:pt idx="1021">
                  <c:v>76</c:v>
                </c:pt>
                <c:pt idx="1022">
                  <c:v>61</c:v>
                </c:pt>
                <c:pt idx="1023">
                  <c:v>69</c:v>
                </c:pt>
                <c:pt idx="1024">
                  <c:v>73</c:v>
                </c:pt>
                <c:pt idx="1025">
                  <c:v>71</c:v>
                </c:pt>
                <c:pt idx="1026">
                  <c:v>77</c:v>
                </c:pt>
                <c:pt idx="1027">
                  <c:v>81</c:v>
                </c:pt>
                <c:pt idx="1028">
                  <c:v>84</c:v>
                </c:pt>
                <c:pt idx="1029">
                  <c:v>84</c:v>
                </c:pt>
                <c:pt idx="1030">
                  <c:v>92</c:v>
                </c:pt>
                <c:pt idx="1031">
                  <c:v>97</c:v>
                </c:pt>
                <c:pt idx="1032">
                  <c:v>117</c:v>
                </c:pt>
                <c:pt idx="1033">
                  <c:v>139</c:v>
                </c:pt>
                <c:pt idx="1034">
                  <c:v>60</c:v>
                </c:pt>
                <c:pt idx="1035">
                  <c:v>64</c:v>
                </c:pt>
                <c:pt idx="1036">
                  <c:v>75</c:v>
                </c:pt>
                <c:pt idx="1037">
                  <c:v>94</c:v>
                </c:pt>
                <c:pt idx="1038">
                  <c:v>68</c:v>
                </c:pt>
                <c:pt idx="1039">
                  <c:v>71</c:v>
                </c:pt>
                <c:pt idx="1040">
                  <c:v>69</c:v>
                </c:pt>
                <c:pt idx="1041">
                  <c:v>65</c:v>
                </c:pt>
                <c:pt idx="1042">
                  <c:v>63</c:v>
                </c:pt>
                <c:pt idx="1043">
                  <c:v>64</c:v>
                </c:pt>
                <c:pt idx="1044">
                  <c:v>62</c:v>
                </c:pt>
                <c:pt idx="1045">
                  <c:v>63</c:v>
                </c:pt>
                <c:pt idx="1046">
                  <c:v>60</c:v>
                </c:pt>
                <c:pt idx="1047">
                  <c:v>64</c:v>
                </c:pt>
                <c:pt idx="1048">
                  <c:v>58</c:v>
                </c:pt>
                <c:pt idx="1049">
                  <c:v>60</c:v>
                </c:pt>
                <c:pt idx="1050">
                  <c:v>64</c:v>
                </c:pt>
                <c:pt idx="1051">
                  <c:v>60</c:v>
                </c:pt>
                <c:pt idx="1052">
                  <c:v>65</c:v>
                </c:pt>
                <c:pt idx="1053">
                  <c:v>91</c:v>
                </c:pt>
                <c:pt idx="1054">
                  <c:v>53</c:v>
                </c:pt>
                <c:pt idx="1055">
                  <c:v>55</c:v>
                </c:pt>
                <c:pt idx="1056">
                  <c:v>52</c:v>
                </c:pt>
                <c:pt idx="1057">
                  <c:v>51</c:v>
                </c:pt>
                <c:pt idx="1058">
                  <c:v>48</c:v>
                </c:pt>
                <c:pt idx="1059">
                  <c:v>64</c:v>
                </c:pt>
                <c:pt idx="1060">
                  <c:v>69</c:v>
                </c:pt>
                <c:pt idx="1061">
                  <c:v>80</c:v>
                </c:pt>
                <c:pt idx="1062">
                  <c:v>89</c:v>
                </c:pt>
                <c:pt idx="1063">
                  <c:v>73</c:v>
                </c:pt>
                <c:pt idx="1064">
                  <c:v>101</c:v>
                </c:pt>
                <c:pt idx="1065">
                  <c:v>139</c:v>
                </c:pt>
                <c:pt idx="1066">
                  <c:v>157</c:v>
                </c:pt>
                <c:pt idx="1067">
                  <c:v>161</c:v>
                </c:pt>
                <c:pt idx="1068">
                  <c:v>169</c:v>
                </c:pt>
                <c:pt idx="1069">
                  <c:v>155</c:v>
                </c:pt>
                <c:pt idx="1070">
                  <c:v>156</c:v>
                </c:pt>
                <c:pt idx="1071">
                  <c:v>158</c:v>
                </c:pt>
                <c:pt idx="1072">
                  <c:v>152</c:v>
                </c:pt>
                <c:pt idx="1073">
                  <c:v>127</c:v>
                </c:pt>
                <c:pt idx="1074">
                  <c:v>142</c:v>
                </c:pt>
                <c:pt idx="1075">
                  <c:v>146</c:v>
                </c:pt>
                <c:pt idx="1076">
                  <c:v>125</c:v>
                </c:pt>
                <c:pt idx="1077">
                  <c:v>121</c:v>
                </c:pt>
                <c:pt idx="1078">
                  <c:v>126</c:v>
                </c:pt>
                <c:pt idx="1079">
                  <c:v>135</c:v>
                </c:pt>
                <c:pt idx="1080">
                  <c:v>152</c:v>
                </c:pt>
                <c:pt idx="1081">
                  <c:v>159</c:v>
                </c:pt>
                <c:pt idx="1082">
                  <c:v>158</c:v>
                </c:pt>
                <c:pt idx="1083">
                  <c:v>165</c:v>
                </c:pt>
                <c:pt idx="1084">
                  <c:v>168</c:v>
                </c:pt>
                <c:pt idx="1085">
                  <c:v>163</c:v>
                </c:pt>
                <c:pt idx="1086">
                  <c:v>164</c:v>
                </c:pt>
                <c:pt idx="1087">
                  <c:v>160</c:v>
                </c:pt>
                <c:pt idx="1088">
                  <c:v>172</c:v>
                </c:pt>
                <c:pt idx="1089">
                  <c:v>168</c:v>
                </c:pt>
                <c:pt idx="1090">
                  <c:v>160</c:v>
                </c:pt>
                <c:pt idx="1091">
                  <c:v>159</c:v>
                </c:pt>
                <c:pt idx="1092">
                  <c:v>163</c:v>
                </c:pt>
                <c:pt idx="1093">
                  <c:v>131</c:v>
                </c:pt>
                <c:pt idx="1094">
                  <c:v>112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399-4FFA-824C-2C2D9F0F03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25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Arial"/>
                    <a:ea typeface="Arial"/>
                    <a:cs typeface="Arial"/>
                  </a:rPr>
                  <a:t>Provisional PM2.5 AQI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US">
                    <a:latin typeface="Arial"/>
                    <a:ea typeface="Arial"/>
                    <a:cs typeface="Arial"/>
                  </a:rPr>
                  <a:t>Relative humidity (%)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crossBetween val="midCat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environment.gov.pk/Detail/ZjU5NDM3YjItNTdiOS00NTk5LWExYzUtMjI2NzE5YjdlOGM5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chart" Target="../charts/char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chart" Target="../charts/char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3D5B68-CE40-4FBB-9218-AC7D999E934C}"/>
              </a:ext>
            </a:extLst>
          </p:cNvPr>
          <p:cNvSpPr>
            <a:spLocks noGrp="1"/>
          </p:cNvSpPr>
          <p:nvPr/>
        </p:nvSpPr>
        <p:spPr>
          <a:xfrm>
            <a:off x="762000" y="68580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1" i="0">
                <a:solidFill>
                  <a:srgbClr val="E5A52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5A524"/>
                </a:solidFill>
                <a:latin typeface="Arial"/>
                <a:ea typeface="Arial"/>
                <a:cs typeface="Arial"/>
              </a:rPr>
              <a:t>CS-808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2F0648-5087-48A9-9A36-7212D0408507}"/>
              </a:ext>
            </a:extLst>
          </p:cNvPr>
          <p:cNvSpPr>
            <a:spLocks noGrp="1"/>
          </p:cNvSpPr>
          <p:nvPr/>
        </p:nvSpPr>
        <p:spPr>
          <a:xfrm>
            <a:off x="762000" y="1352550"/>
            <a:ext cx="857250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Tools and Techniques</a:t>
            </a:r>
          </a:p>
          <a:p>
            <a:pPr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Data Science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244299-2830-4790-98EF-353DB533815E}"/>
              </a:ext>
            </a:extLst>
          </p:cNvPr>
          <p:cNvSpPr>
            <a:spLocks noGrp="1"/>
          </p:cNvSpPr>
          <p:nvPr/>
        </p:nvSpPr>
        <p:spPr>
          <a:xfrm>
            <a:off x="781050" y="3143250"/>
            <a:ext cx="8382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 i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2025" b="0" i="0" dirty="0">
                <a:solidFill>
                  <a:srgbClr val="DCE7EC"/>
                </a:solidFill>
                <a:latin typeface="Arial"/>
                <a:ea typeface="Arial"/>
                <a:cs typeface="Arial"/>
              </a:rPr>
              <a:t>Lecture 1  |  Data science as a complete workflow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01FB0C-075D-4442-8F0A-6147ED196B65}"/>
              </a:ext>
            </a:extLst>
          </p:cNvPr>
          <p:cNvSpPr>
            <a:spLocks noGrp="1"/>
          </p:cNvSpPr>
          <p:nvPr/>
        </p:nvSpPr>
        <p:spPr>
          <a:xfrm>
            <a:off x="761999" y="5238749"/>
            <a:ext cx="5432323" cy="83758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1" i="0">
                <a:solidFill>
                  <a:srgbClr val="E5A524"/>
                </a:solidFill>
                <a:latin typeface="Arial"/>
                <a:ea typeface="Arial"/>
                <a:cs typeface="Arial"/>
              </a:defRPr>
            </a:pPr>
            <a:r>
              <a:rPr lang="en-US" sz="2000" b="1" i="0" dirty="0">
                <a:solidFill>
                  <a:srgbClr val="E5A524"/>
                </a:solidFill>
                <a:latin typeface="Arial"/>
                <a:ea typeface="Arial"/>
                <a:cs typeface="Arial"/>
              </a:rPr>
              <a:t>Dr. Muhammad Farrukh Qureshi</a:t>
            </a:r>
          </a:p>
          <a:p>
            <a:pPr>
              <a:defRPr sz="1350" b="1" i="0">
                <a:solidFill>
                  <a:srgbClr val="E5A524"/>
                </a:solidFill>
                <a:latin typeface="Arial"/>
                <a:ea typeface="Arial"/>
                <a:cs typeface="Arial"/>
              </a:defRPr>
            </a:pPr>
            <a:r>
              <a:rPr lang="en-US" sz="2000" b="1" dirty="0">
                <a:solidFill>
                  <a:srgbClr val="E5A524"/>
                </a:solidFill>
                <a:latin typeface="Arial"/>
                <a:ea typeface="Arial"/>
                <a:cs typeface="Arial"/>
              </a:rPr>
              <a:t>Associate Professor, EPE, PNEC, NUST</a:t>
            </a:r>
            <a:endParaRPr sz="2000" b="1" i="0" dirty="0">
              <a:solidFill>
                <a:srgbClr val="E5A524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55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37383C8-0BFB-41AA-92C8-C4C821B73C2F}"/>
              </a:ext>
            </a:extLst>
          </p:cNvPr>
          <p:cNvSpPr>
            <a:spLocks noGrp="1"/>
          </p:cNvSpPr>
          <p:nvPr/>
        </p:nvSpPr>
        <p:spPr>
          <a:xfrm>
            <a:off x="685800" y="6353175"/>
            <a:ext cx="108204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903261-FCE7-42B2-9010-4BB27A351CFE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CS-808  Tools and Techniques for Data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50E085-85DA-4B0D-93BE-D4E9184319D5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199B0C-5931-42A9-AD4C-F05121A02E08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3225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A </a:t>
            </a:r>
            <a:r>
              <a:rPr lang="en-US" sz="3225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Document </a:t>
            </a:r>
            <a:r>
              <a:rPr sz="3225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contains 31 pollution readings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93F9FB-CEDA-4693-87CA-D256CA0A78D1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650" b="0" i="0" dirty="0">
                <a:solidFill>
                  <a:srgbClr val="526774"/>
                </a:solidFill>
                <a:latin typeface="Arial"/>
                <a:ea typeface="Arial"/>
                <a:cs typeface="Arial"/>
              </a:rPr>
              <a:t>What must happen before a public alert can rely on it?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DA3F06-CEF5-42D5-AF0C-71D0C76DC035}"/>
              </a:ext>
            </a:extLst>
          </p:cNvPr>
          <p:cNvSpPr>
            <a:spLocks noGrp="1"/>
          </p:cNvSpPr>
          <p:nvPr/>
        </p:nvSpPr>
        <p:spPr>
          <a:xfrm>
            <a:off x="685800" y="2890837"/>
            <a:ext cx="66675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4650" b="1" i="0">
                <a:solidFill>
                  <a:srgbClr val="E5A524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E5A52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21539A-CC9A-4F88-8365-98F9DF07A585}"/>
              </a:ext>
            </a:extLst>
          </p:cNvPr>
          <p:cNvSpPr>
            <a:spLocks noGrp="1"/>
          </p:cNvSpPr>
          <p:nvPr/>
        </p:nvSpPr>
        <p:spPr>
          <a:xfrm>
            <a:off x="1485900" y="2938462"/>
            <a:ext cx="4000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325" b="1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2325" b="1" i="0" dirty="0">
                <a:solidFill>
                  <a:srgbClr val="162A38"/>
                </a:solidFill>
                <a:latin typeface="Arial"/>
                <a:ea typeface="Arial"/>
                <a:cs typeface="Arial"/>
              </a:rPr>
              <a:t>Write one risk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D6A688-9B6F-4B76-AC60-1B21932117D4}"/>
              </a:ext>
            </a:extLst>
          </p:cNvPr>
          <p:cNvSpPr>
            <a:spLocks noGrp="1"/>
          </p:cNvSpPr>
          <p:nvPr/>
        </p:nvSpPr>
        <p:spPr>
          <a:xfrm>
            <a:off x="1485900" y="3443287"/>
            <a:ext cx="4191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650" b="0" i="0" dirty="0">
                <a:solidFill>
                  <a:srgbClr val="526774"/>
                </a:solidFill>
                <a:latin typeface="Arial"/>
                <a:ea typeface="Arial"/>
                <a:cs typeface="Arial"/>
              </a:rPr>
              <a:t>Think about the data, the people, or the decision.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D94A6A-A247-4270-A4EA-87EAC962E493}"/>
              </a:ext>
            </a:extLst>
          </p:cNvPr>
          <p:cNvSpPr>
            <a:spLocks noGrp="1"/>
          </p:cNvSpPr>
          <p:nvPr/>
        </p:nvSpPr>
        <p:spPr>
          <a:xfrm>
            <a:off x="6343650" y="2890837"/>
            <a:ext cx="66675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46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D8B1C5-E80F-414A-815D-A55E535CED65}"/>
              </a:ext>
            </a:extLst>
          </p:cNvPr>
          <p:cNvSpPr>
            <a:spLocks noGrp="1"/>
          </p:cNvSpPr>
          <p:nvPr/>
        </p:nvSpPr>
        <p:spPr>
          <a:xfrm>
            <a:off x="7143750" y="2938462"/>
            <a:ext cx="4000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325" b="1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2325" b="1" i="0" dirty="0">
                <a:solidFill>
                  <a:srgbClr val="162A38"/>
                </a:solidFill>
                <a:latin typeface="Arial"/>
                <a:ea typeface="Arial"/>
                <a:cs typeface="Arial"/>
              </a:rPr>
              <a:t>Write one next step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C0234F-5042-49C4-8510-A068D07359DA}"/>
              </a:ext>
            </a:extLst>
          </p:cNvPr>
          <p:cNvSpPr>
            <a:spLocks noGrp="1"/>
          </p:cNvSpPr>
          <p:nvPr/>
        </p:nvSpPr>
        <p:spPr>
          <a:xfrm>
            <a:off x="7143750" y="3443287"/>
            <a:ext cx="3810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650" b="0" i="0" dirty="0">
                <a:solidFill>
                  <a:srgbClr val="526774"/>
                </a:solidFill>
                <a:latin typeface="Arial"/>
                <a:ea typeface="Arial"/>
                <a:cs typeface="Arial"/>
              </a:rPr>
              <a:t>What would you verify or build first?</a:t>
            </a:r>
          </a:p>
        </p:txBody>
      </p:sp>
    </p:spTree>
    <p:extLst>
      <p:ext uri="{BB962C8B-B14F-4D97-AF65-F5344CB8AC3E}">
        <p14:creationId xmlns:p14="http://schemas.microsoft.com/office/powerpoint/2010/main" val="1902310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12AF082-39C8-401B-AB26-1821305B397F}"/>
              </a:ext>
            </a:extLst>
          </p:cNvPr>
          <p:cNvSpPr>
            <a:spLocks noGrp="1"/>
          </p:cNvSpPr>
          <p:nvPr/>
        </p:nvSpPr>
        <p:spPr>
          <a:xfrm>
            <a:off x="685800" y="6353175"/>
            <a:ext cx="108204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F4E3D1-61B2-4007-A607-E6B43250493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CS-808  Tools and Techniques for Data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435E13-1135-4715-8B31-438B1C0C7CC8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A5AD03-BD93-4235-B317-0620809AA9BD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Today’s 180-minute route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01EBF9-A247-4F4D-8F10-B2EF2EA1B578}"/>
              </a:ext>
            </a:extLst>
          </p:cNvPr>
          <p:cNvSpPr>
            <a:spLocks noGrp="1"/>
          </p:cNvSpPr>
          <p:nvPr/>
        </p:nvSpPr>
        <p:spPr>
          <a:xfrm>
            <a:off x="876300" y="1504950"/>
            <a:ext cx="1285875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00-10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FF2BCD-9633-4308-A20E-414B1B95D183}"/>
              </a:ext>
            </a:extLst>
          </p:cNvPr>
          <p:cNvSpPr>
            <a:spLocks noGrp="1"/>
          </p:cNvSpPr>
          <p:nvPr/>
        </p:nvSpPr>
        <p:spPr>
          <a:xfrm>
            <a:off x="2333625" y="1504950"/>
            <a:ext cx="8096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Opening question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AB904C-56C2-4DAD-8BD2-8A4349C5597F}"/>
              </a:ext>
            </a:extLst>
          </p:cNvPr>
          <p:cNvSpPr>
            <a:spLocks noGrp="1"/>
          </p:cNvSpPr>
          <p:nvPr/>
        </p:nvSpPr>
        <p:spPr>
          <a:xfrm>
            <a:off x="876300" y="1876425"/>
            <a:ext cx="962025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CA66D7-E2AD-4586-8C56-678F86FC884C}"/>
              </a:ext>
            </a:extLst>
          </p:cNvPr>
          <p:cNvSpPr>
            <a:spLocks noGrp="1"/>
          </p:cNvSpPr>
          <p:nvPr/>
        </p:nvSpPr>
        <p:spPr>
          <a:xfrm>
            <a:off x="876300" y="1990725"/>
            <a:ext cx="1285875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10-50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B0E2F6-8D0A-45A4-9C7C-28206F7B0F0F}"/>
              </a:ext>
            </a:extLst>
          </p:cNvPr>
          <p:cNvSpPr>
            <a:spLocks noGrp="1"/>
          </p:cNvSpPr>
          <p:nvPr/>
        </p:nvSpPr>
        <p:spPr>
          <a:xfrm>
            <a:off x="2333625" y="1990725"/>
            <a:ext cx="8096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Course purpose, boundaries, and tools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41F8E8-AE36-45A7-AFEC-602C7D53F1D7}"/>
              </a:ext>
            </a:extLst>
          </p:cNvPr>
          <p:cNvSpPr>
            <a:spLocks noGrp="1"/>
          </p:cNvSpPr>
          <p:nvPr/>
        </p:nvSpPr>
        <p:spPr>
          <a:xfrm>
            <a:off x="876300" y="2362200"/>
            <a:ext cx="962025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5498B7-4B06-418F-A2FF-BF2A03AFD9F6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1285875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50-75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BC3491-3E8F-4478-8B91-1DC9863A10A4}"/>
              </a:ext>
            </a:extLst>
          </p:cNvPr>
          <p:cNvSpPr>
            <a:spLocks noGrp="1"/>
          </p:cNvSpPr>
          <p:nvPr/>
        </p:nvSpPr>
        <p:spPr>
          <a:xfrm>
            <a:off x="2333625" y="2476500"/>
            <a:ext cx="8096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Data-science questions and workflow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C5CE48-2DE5-46BF-BE45-DE093BF16FC6}"/>
              </a:ext>
            </a:extLst>
          </p:cNvPr>
          <p:cNvSpPr>
            <a:spLocks noGrp="1"/>
          </p:cNvSpPr>
          <p:nvPr/>
        </p:nvSpPr>
        <p:spPr>
          <a:xfrm>
            <a:off x="876300" y="2847975"/>
            <a:ext cx="962025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1EE9F2-B291-4958-A188-E03595501DC7}"/>
              </a:ext>
            </a:extLst>
          </p:cNvPr>
          <p:cNvSpPr>
            <a:spLocks noGrp="1"/>
          </p:cNvSpPr>
          <p:nvPr/>
        </p:nvSpPr>
        <p:spPr>
          <a:xfrm>
            <a:off x="876300" y="2962275"/>
            <a:ext cx="1285875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75-112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5BB96D-BCAF-4378-B976-621063ACCDB3}"/>
              </a:ext>
            </a:extLst>
          </p:cNvPr>
          <p:cNvSpPr>
            <a:spLocks noGrp="1"/>
          </p:cNvSpPr>
          <p:nvPr/>
        </p:nvSpPr>
        <p:spPr>
          <a:xfrm>
            <a:off x="2333625" y="2962275"/>
            <a:ext cx="8096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Islamabad air-quality source case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27115A-7958-4552-9E62-FE46289AA4DB}"/>
              </a:ext>
            </a:extLst>
          </p:cNvPr>
          <p:cNvSpPr>
            <a:spLocks noGrp="1"/>
          </p:cNvSpPr>
          <p:nvPr/>
        </p:nvSpPr>
        <p:spPr>
          <a:xfrm>
            <a:off x="876300" y="3333750"/>
            <a:ext cx="962025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4232B3-04B4-4302-B8C0-42197F4C003C}"/>
              </a:ext>
            </a:extLst>
          </p:cNvPr>
          <p:cNvSpPr>
            <a:spLocks noGrp="1"/>
          </p:cNvSpPr>
          <p:nvPr/>
        </p:nvSpPr>
        <p:spPr>
          <a:xfrm>
            <a:off x="876300" y="3448050"/>
            <a:ext cx="1285875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112-127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58CD87-BC8C-4E7D-8A46-BC6CBEB20302}"/>
              </a:ext>
            </a:extLst>
          </p:cNvPr>
          <p:cNvSpPr>
            <a:spLocks noGrp="1"/>
          </p:cNvSpPr>
          <p:nvPr/>
        </p:nvSpPr>
        <p:spPr>
          <a:xfrm>
            <a:off x="2333625" y="3448050"/>
            <a:ext cx="8096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Source-audit activity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6DBB29-92C7-4345-B5CA-E5F107CCBFDB}"/>
              </a:ext>
            </a:extLst>
          </p:cNvPr>
          <p:cNvSpPr>
            <a:spLocks noGrp="1"/>
          </p:cNvSpPr>
          <p:nvPr/>
        </p:nvSpPr>
        <p:spPr>
          <a:xfrm>
            <a:off x="876300" y="3819525"/>
            <a:ext cx="962025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B9E85F-D407-47BE-995E-0DD76C4B33A5}"/>
              </a:ext>
            </a:extLst>
          </p:cNvPr>
          <p:cNvSpPr>
            <a:spLocks noGrp="1"/>
          </p:cNvSpPr>
          <p:nvPr/>
        </p:nvSpPr>
        <p:spPr>
          <a:xfrm>
            <a:off x="876300" y="3933825"/>
            <a:ext cx="1285875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1" i="0">
                <a:solidFill>
                  <a:srgbClr val="B54A3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B54A3A"/>
                </a:solidFill>
                <a:latin typeface="Arial"/>
                <a:ea typeface="Arial"/>
                <a:cs typeface="Arial"/>
              </a:rPr>
              <a:t>127-142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7E5237-852C-41E2-B090-DD40691BF3EB}"/>
              </a:ext>
            </a:extLst>
          </p:cNvPr>
          <p:cNvSpPr>
            <a:spLocks noGrp="1"/>
          </p:cNvSpPr>
          <p:nvPr/>
        </p:nvSpPr>
        <p:spPr>
          <a:xfrm>
            <a:off x="2333625" y="3933825"/>
            <a:ext cx="8096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Break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A529F0-9587-4ED7-B401-0CE4B4842E20}"/>
              </a:ext>
            </a:extLst>
          </p:cNvPr>
          <p:cNvSpPr>
            <a:spLocks noGrp="1"/>
          </p:cNvSpPr>
          <p:nvPr/>
        </p:nvSpPr>
        <p:spPr>
          <a:xfrm>
            <a:off x="876300" y="4305300"/>
            <a:ext cx="962025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898986-BD4A-4405-A3F3-7A385221A0DD}"/>
              </a:ext>
            </a:extLst>
          </p:cNvPr>
          <p:cNvSpPr>
            <a:spLocks noGrp="1"/>
          </p:cNvSpPr>
          <p:nvPr/>
        </p:nvSpPr>
        <p:spPr>
          <a:xfrm>
            <a:off x="876300" y="4419600"/>
            <a:ext cx="1285875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142-160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5CCD39-3961-43E4-B73D-AA567010C12C}"/>
              </a:ext>
            </a:extLst>
          </p:cNvPr>
          <p:cNvSpPr>
            <a:spLocks noGrp="1"/>
          </p:cNvSpPr>
          <p:nvPr/>
        </p:nvSpPr>
        <p:spPr>
          <a:xfrm>
            <a:off x="2333625" y="4419600"/>
            <a:ext cx="8096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AQI patterns and weather integration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41D46D1-D21E-4AFA-82B6-BB248CA54197}"/>
              </a:ext>
            </a:extLst>
          </p:cNvPr>
          <p:cNvSpPr>
            <a:spLocks noGrp="1"/>
          </p:cNvSpPr>
          <p:nvPr/>
        </p:nvSpPr>
        <p:spPr>
          <a:xfrm>
            <a:off x="876300" y="4791075"/>
            <a:ext cx="962025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A562AD-BE63-4984-B958-9A249AEDEDD9}"/>
              </a:ext>
            </a:extLst>
          </p:cNvPr>
          <p:cNvSpPr>
            <a:spLocks noGrp="1"/>
          </p:cNvSpPr>
          <p:nvPr/>
        </p:nvSpPr>
        <p:spPr>
          <a:xfrm>
            <a:off x="876300" y="4905375"/>
            <a:ext cx="1285875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160-176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0F15107-3FBC-429A-A1CE-EE64D5B8CBBB}"/>
              </a:ext>
            </a:extLst>
          </p:cNvPr>
          <p:cNvSpPr>
            <a:spLocks noGrp="1"/>
          </p:cNvSpPr>
          <p:nvPr/>
        </p:nvSpPr>
        <p:spPr>
          <a:xfrm>
            <a:off x="2333625" y="4905375"/>
            <a:ext cx="8096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Problem framing and discussion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597909A-A068-4A49-8F05-D5A26C4FD2F5}"/>
              </a:ext>
            </a:extLst>
          </p:cNvPr>
          <p:cNvSpPr>
            <a:spLocks noGrp="1"/>
          </p:cNvSpPr>
          <p:nvPr/>
        </p:nvSpPr>
        <p:spPr>
          <a:xfrm>
            <a:off x="876300" y="5276850"/>
            <a:ext cx="962025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7AF4BCB-B95C-4AC0-80FC-D4F12897213E}"/>
              </a:ext>
            </a:extLst>
          </p:cNvPr>
          <p:cNvSpPr>
            <a:spLocks noGrp="1"/>
          </p:cNvSpPr>
          <p:nvPr/>
        </p:nvSpPr>
        <p:spPr>
          <a:xfrm>
            <a:off x="876300" y="5391150"/>
            <a:ext cx="1285875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176-180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0D9CB6B-5BA0-4EF1-A500-428C3487BA26}"/>
              </a:ext>
            </a:extLst>
          </p:cNvPr>
          <p:cNvSpPr>
            <a:spLocks noGrp="1"/>
          </p:cNvSpPr>
          <p:nvPr/>
        </p:nvSpPr>
        <p:spPr>
          <a:xfrm>
            <a:off x="2333625" y="5391150"/>
            <a:ext cx="8096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Recap and exit ticket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8E7A650-6061-4407-8443-28CD2FEA6E4A}"/>
              </a:ext>
            </a:extLst>
          </p:cNvPr>
          <p:cNvSpPr>
            <a:spLocks noGrp="1"/>
          </p:cNvSpPr>
          <p:nvPr/>
        </p:nvSpPr>
        <p:spPr>
          <a:xfrm>
            <a:off x="876300" y="5762625"/>
            <a:ext cx="962025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893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A0159F-DCB7-4A1A-91E1-C7E987A6E9E0}"/>
              </a:ext>
            </a:extLst>
          </p:cNvPr>
          <p:cNvSpPr>
            <a:spLocks noGrp="1"/>
          </p:cNvSpPr>
          <p:nvPr/>
        </p:nvSpPr>
        <p:spPr>
          <a:xfrm>
            <a:off x="685800" y="6353175"/>
            <a:ext cx="108204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063C1F-3387-4498-9027-008ADC238E77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CS-808  Tools and Techniques for Data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4FA733-E21E-4BD9-A015-86B2E2CFF882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A1B8D5-F52A-407D-8964-739FD1362559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Course purpose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732AC5-88A3-4DE0-9E76-7BB1889E992C}"/>
              </a:ext>
            </a:extLst>
          </p:cNvPr>
          <p:cNvSpPr>
            <a:spLocks noGrp="1"/>
          </p:cNvSpPr>
          <p:nvPr/>
        </p:nvSpPr>
        <p:spPr>
          <a:xfrm>
            <a:off x="838200" y="1695450"/>
            <a:ext cx="10287000" cy="106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CS-808 develops the practical workflow that connects a question and raw data to an evaluated, documented data product.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6E89E3-F75E-4BDD-8470-CCD66764D2BE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76200" cy="1714500"/>
          </a:xfrm>
          <a:prstGeom prst="rect">
            <a:avLst/>
          </a:prstGeom>
          <a:solidFill>
            <a:srgbClr val="E5A52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0A61A-0EA5-4940-BD33-151554A0CFD3}"/>
              </a:ext>
            </a:extLst>
          </p:cNvPr>
          <p:cNvSpPr>
            <a:spLocks noGrp="1"/>
          </p:cNvSpPr>
          <p:nvPr/>
        </p:nvSpPr>
        <p:spPr>
          <a:xfrm>
            <a:off x="1190625" y="3238500"/>
            <a:ext cx="9239250" cy="1524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2025" b="0" i="0" dirty="0">
                <a:solidFill>
                  <a:srgbClr val="162A38"/>
                </a:solidFill>
                <a:latin typeface="Arial"/>
                <a:ea typeface="Arial"/>
                <a:cs typeface="Arial"/>
              </a:rPr>
              <a:t>The course treats tools as parts of a system. Each tool must solve a workflow problem, preserve evidence, and support another person who needs to reproduce the work.</a:t>
            </a:r>
          </a:p>
        </p:txBody>
      </p:sp>
    </p:spTree>
    <p:extLst>
      <p:ext uri="{BB962C8B-B14F-4D97-AF65-F5344CB8AC3E}">
        <p14:creationId xmlns:p14="http://schemas.microsoft.com/office/powerpoint/2010/main" val="2125739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7C5836-2D2D-4E1B-897F-6723B25EB1C5}"/>
              </a:ext>
            </a:extLst>
          </p:cNvPr>
          <p:cNvSpPr>
            <a:spLocks noGrp="1"/>
          </p:cNvSpPr>
          <p:nvPr/>
        </p:nvSpPr>
        <p:spPr>
          <a:xfrm>
            <a:off x="685800" y="6353175"/>
            <a:ext cx="108204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FA3EAF-D8C4-4D0C-8B41-A8BE8333364B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CS-808  Tools and Techniques for Data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D86248-0CCF-4369-B5D7-B57558332F0F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455354-99F8-4B53-849B-ACB9DC5636CC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Course learning outcomes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A0839D-74BC-4284-A345-B86A4D1D881A}"/>
              </a:ext>
            </a:extLst>
          </p:cNvPr>
          <p:cNvSpPr>
            <a:spLocks noGrp="1"/>
          </p:cNvSpPr>
          <p:nvPr/>
        </p:nvSpPr>
        <p:spPr>
          <a:xfrm>
            <a:off x="876300" y="1676400"/>
            <a:ext cx="10096500" cy="3619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54000" indent="-127000">
              <a:spcAft>
                <a:spcPts val="1400"/>
              </a:spcAft>
              <a:buChar char="•"/>
              <a:defRPr sz="2025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2025" dirty="0">
                <a:solidFill>
                  <a:srgbClr val="162A38"/>
                </a:solidFill>
                <a:latin typeface="Arial"/>
                <a:ea typeface="Arial"/>
                <a:cs typeface="Arial"/>
              </a:rPr>
              <a:t>Frame a real problem as an answerable data-science question</a:t>
            </a:r>
          </a:p>
          <a:p>
            <a:pPr marL="254000" indent="-127000">
              <a:spcAft>
                <a:spcPts val="1400"/>
              </a:spcAft>
              <a:buChar char="•"/>
              <a:defRPr sz="2025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2025" dirty="0">
                <a:solidFill>
                  <a:srgbClr val="162A38"/>
                </a:solidFill>
                <a:latin typeface="Arial"/>
                <a:ea typeface="Arial"/>
                <a:cs typeface="Arial"/>
              </a:rPr>
              <a:t>Acquire, document, validate, transform, and query data</a:t>
            </a:r>
          </a:p>
          <a:p>
            <a:pPr marL="254000" indent="-127000">
              <a:spcAft>
                <a:spcPts val="1400"/>
              </a:spcAft>
              <a:buChar char="•"/>
              <a:defRPr sz="2025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2025" dirty="0">
                <a:solidFill>
                  <a:srgbClr val="162A38"/>
                </a:solidFill>
                <a:latin typeface="Arial"/>
                <a:ea typeface="Arial"/>
                <a:cs typeface="Arial"/>
              </a:rPr>
              <a:t>Build reproducible projects and leakage-safe pipelines</a:t>
            </a:r>
          </a:p>
          <a:p>
            <a:pPr marL="254000" indent="-127000">
              <a:spcAft>
                <a:spcPts val="1400"/>
              </a:spcAft>
              <a:buChar char="•"/>
              <a:defRPr sz="2025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2025" dirty="0">
                <a:solidFill>
                  <a:srgbClr val="162A38"/>
                </a:solidFill>
                <a:latin typeface="Arial"/>
                <a:ea typeface="Arial"/>
                <a:cs typeface="Arial"/>
              </a:rPr>
              <a:t>Select validation procedures and metrics that match the intended use</a:t>
            </a:r>
          </a:p>
          <a:p>
            <a:pPr marL="254000" indent="-127000">
              <a:spcAft>
                <a:spcPts val="1400"/>
              </a:spcAft>
              <a:buChar char="•"/>
              <a:defRPr sz="2025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2025" dirty="0">
                <a:solidFill>
                  <a:srgbClr val="162A38"/>
                </a:solidFill>
                <a:latin typeface="Arial"/>
                <a:ea typeface="Arial"/>
                <a:cs typeface="Arial"/>
              </a:rPr>
              <a:t>Deliver a small data product with documented limitations</a:t>
            </a:r>
          </a:p>
        </p:txBody>
      </p:sp>
    </p:spTree>
    <p:extLst>
      <p:ext uri="{BB962C8B-B14F-4D97-AF65-F5344CB8AC3E}">
        <p14:creationId xmlns:p14="http://schemas.microsoft.com/office/powerpoint/2010/main" val="2073448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6DED38D-14E8-4992-B564-0717871F5885}"/>
              </a:ext>
            </a:extLst>
          </p:cNvPr>
          <p:cNvSpPr>
            <a:spLocks noGrp="1"/>
          </p:cNvSpPr>
          <p:nvPr/>
        </p:nvSpPr>
        <p:spPr>
          <a:xfrm>
            <a:off x="685800" y="6353175"/>
            <a:ext cx="108204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DA6F13-3096-4429-A5A2-22D4E2872DC3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CS-808  Tools and Techniques for Data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F8C9A5-5B2C-4A67-AFF1-6FC4836ECA44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67A9BF-478A-4590-B0E5-86649C222D37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3225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The work students will produce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40B0BC-3FD3-4028-A864-1630D611209F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619125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925" b="1" i="0">
                <a:solidFill>
                  <a:srgbClr val="E5A524"/>
                </a:solidFill>
                <a:latin typeface="Arial"/>
                <a:ea typeface="Arial"/>
                <a:cs typeface="Arial"/>
              </a:defRPr>
            </a:pPr>
            <a:r>
              <a:rPr sz="2925" b="1" i="0" dirty="0">
                <a:solidFill>
                  <a:srgbClr val="E5A52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6762B0-296F-41D3-B45C-CB0D334DD249}"/>
              </a:ext>
            </a:extLst>
          </p:cNvPr>
          <p:cNvSpPr>
            <a:spLocks noGrp="1"/>
          </p:cNvSpPr>
          <p:nvPr/>
        </p:nvSpPr>
        <p:spPr>
          <a:xfrm>
            <a:off x="742950" y="2362200"/>
            <a:ext cx="2381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Documented raw 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734AEE-89C7-479B-9DE6-04982732B88B}"/>
              </a:ext>
            </a:extLst>
          </p:cNvPr>
          <p:cNvSpPr>
            <a:spLocks noGrp="1"/>
          </p:cNvSpPr>
          <p:nvPr/>
        </p:nvSpPr>
        <p:spPr>
          <a:xfrm>
            <a:off x="742950" y="2895600"/>
            <a:ext cx="2362200" cy="1276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75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Source, license, collection method, and unchanged files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95E973-9FB0-4D8C-9232-E4E533334F8B}"/>
              </a:ext>
            </a:extLst>
          </p:cNvPr>
          <p:cNvSpPr>
            <a:spLocks noGrp="1"/>
          </p:cNvSpPr>
          <p:nvPr/>
        </p:nvSpPr>
        <p:spPr>
          <a:xfrm>
            <a:off x="3295650" y="1809750"/>
            <a:ext cx="19050" cy="242887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BF1257-11E1-46C0-8491-ABFC81F302F3}"/>
              </a:ext>
            </a:extLst>
          </p:cNvPr>
          <p:cNvSpPr>
            <a:spLocks noGrp="1"/>
          </p:cNvSpPr>
          <p:nvPr/>
        </p:nvSpPr>
        <p:spPr>
          <a:xfrm>
            <a:off x="3524250" y="1752600"/>
            <a:ext cx="619125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925" b="1" i="0">
                <a:solidFill>
                  <a:srgbClr val="E5A524"/>
                </a:solidFill>
                <a:latin typeface="Arial"/>
                <a:ea typeface="Arial"/>
                <a:cs typeface="Arial"/>
              </a:defRPr>
            </a:pPr>
            <a:r>
              <a:rPr sz="2925" b="1" i="0" dirty="0">
                <a:solidFill>
                  <a:srgbClr val="E5A52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71F751-FD7F-4753-ABCF-2AA4346C66FB}"/>
              </a:ext>
            </a:extLst>
          </p:cNvPr>
          <p:cNvSpPr>
            <a:spLocks noGrp="1"/>
          </p:cNvSpPr>
          <p:nvPr/>
        </p:nvSpPr>
        <p:spPr>
          <a:xfrm>
            <a:off x="3524250" y="2362200"/>
            <a:ext cx="2381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Validated data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C8CFD1-5938-4569-A29C-C2F98EE85910}"/>
              </a:ext>
            </a:extLst>
          </p:cNvPr>
          <p:cNvSpPr>
            <a:spLocks noGrp="1"/>
          </p:cNvSpPr>
          <p:nvPr/>
        </p:nvSpPr>
        <p:spPr>
          <a:xfrm>
            <a:off x="3524250" y="2895600"/>
            <a:ext cx="2362200" cy="1276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75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Schema, quality checks, missingness, and transformation record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2F6288-F663-4EAE-8A50-E979446CD483}"/>
              </a:ext>
            </a:extLst>
          </p:cNvPr>
          <p:cNvSpPr>
            <a:spLocks noGrp="1"/>
          </p:cNvSpPr>
          <p:nvPr/>
        </p:nvSpPr>
        <p:spPr>
          <a:xfrm>
            <a:off x="6076950" y="1809750"/>
            <a:ext cx="19050" cy="242887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E298C6-E49A-4F48-9551-D257E6165CC4}"/>
              </a:ext>
            </a:extLst>
          </p:cNvPr>
          <p:cNvSpPr>
            <a:spLocks noGrp="1"/>
          </p:cNvSpPr>
          <p:nvPr/>
        </p:nvSpPr>
        <p:spPr>
          <a:xfrm>
            <a:off x="6305550" y="1752600"/>
            <a:ext cx="619125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925" b="1" i="0">
                <a:solidFill>
                  <a:srgbClr val="E5A524"/>
                </a:solidFill>
                <a:latin typeface="Arial"/>
                <a:ea typeface="Arial"/>
                <a:cs typeface="Arial"/>
              </a:defRPr>
            </a:pPr>
            <a:r>
              <a:rPr sz="2925" b="1" i="0" dirty="0">
                <a:solidFill>
                  <a:srgbClr val="E5A52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1439B0-19EA-45BC-BFFE-C323FDFD59AA}"/>
              </a:ext>
            </a:extLst>
          </p:cNvPr>
          <p:cNvSpPr>
            <a:spLocks noGrp="1"/>
          </p:cNvSpPr>
          <p:nvPr/>
        </p:nvSpPr>
        <p:spPr>
          <a:xfrm>
            <a:off x="6305550" y="2362200"/>
            <a:ext cx="2381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Executable analysis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3163BC-0727-4203-BE81-481F64962BF3}"/>
              </a:ext>
            </a:extLst>
          </p:cNvPr>
          <p:cNvSpPr>
            <a:spLocks noGrp="1"/>
          </p:cNvSpPr>
          <p:nvPr/>
        </p:nvSpPr>
        <p:spPr>
          <a:xfrm>
            <a:off x="6305550" y="2895600"/>
            <a:ext cx="2362200" cy="1276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75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Queries, features, models, validation, and tests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55DBCA-1E4C-45CE-868B-673EAA5EAD0B}"/>
              </a:ext>
            </a:extLst>
          </p:cNvPr>
          <p:cNvSpPr>
            <a:spLocks noGrp="1"/>
          </p:cNvSpPr>
          <p:nvPr/>
        </p:nvSpPr>
        <p:spPr>
          <a:xfrm>
            <a:off x="8858250" y="1809750"/>
            <a:ext cx="19050" cy="242887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5E7325-4D69-47F7-AE97-0014FDE7DFB2}"/>
              </a:ext>
            </a:extLst>
          </p:cNvPr>
          <p:cNvSpPr>
            <a:spLocks noGrp="1"/>
          </p:cNvSpPr>
          <p:nvPr/>
        </p:nvSpPr>
        <p:spPr>
          <a:xfrm>
            <a:off x="9086850" y="1752600"/>
            <a:ext cx="619125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925" b="1" i="0">
                <a:solidFill>
                  <a:srgbClr val="E5A524"/>
                </a:solidFill>
                <a:latin typeface="Arial"/>
                <a:ea typeface="Arial"/>
                <a:cs typeface="Arial"/>
              </a:defRPr>
            </a:pPr>
            <a:r>
              <a:rPr sz="2925" b="1" i="0" dirty="0">
                <a:solidFill>
                  <a:srgbClr val="E5A52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D40948-A250-4A81-8977-6EA3D178F8E7}"/>
              </a:ext>
            </a:extLst>
          </p:cNvPr>
          <p:cNvSpPr>
            <a:spLocks noGrp="1"/>
          </p:cNvSpPr>
          <p:nvPr/>
        </p:nvSpPr>
        <p:spPr>
          <a:xfrm>
            <a:off x="9086850" y="2362200"/>
            <a:ext cx="2381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Usable product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CB862E-DC00-471C-9846-759D502C7921}"/>
              </a:ext>
            </a:extLst>
          </p:cNvPr>
          <p:cNvSpPr>
            <a:spLocks noGrp="1"/>
          </p:cNvSpPr>
          <p:nvPr/>
        </p:nvSpPr>
        <p:spPr>
          <a:xfrm>
            <a:off x="9086850" y="2895600"/>
            <a:ext cx="2362200" cy="1276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75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Interface, documentation, limitations, and demonstration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965D8BB-50EE-475E-8F29-891A7B74F7BC}"/>
              </a:ext>
            </a:extLst>
          </p:cNvPr>
          <p:cNvSpPr>
            <a:spLocks noGrp="1"/>
          </p:cNvSpPr>
          <p:nvPr/>
        </p:nvSpPr>
        <p:spPr>
          <a:xfrm>
            <a:off x="742950" y="4686300"/>
            <a:ext cx="10572750" cy="1028700"/>
          </a:xfrm>
          <a:prstGeom prst="roundRect">
            <a:avLst>
              <a:gd name="adj" fmla="val 7407"/>
            </a:avLst>
          </a:prstGeom>
          <a:solidFill>
            <a:srgbClr val="DCEFE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1C3310-052D-4695-BC7E-0729D61ACCB0}"/>
              </a:ext>
            </a:extLst>
          </p:cNvPr>
          <p:cNvSpPr>
            <a:spLocks noGrp="1"/>
          </p:cNvSpPr>
          <p:nvPr/>
        </p:nvSpPr>
        <p:spPr>
          <a:xfrm>
            <a:off x="1028700" y="4895850"/>
            <a:ext cx="100012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950" b="1" i="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The semester project preserves the chain from source evidence to final behavior.</a:t>
            </a:r>
          </a:p>
        </p:txBody>
      </p:sp>
    </p:spTree>
    <p:extLst>
      <p:ext uri="{BB962C8B-B14F-4D97-AF65-F5344CB8AC3E}">
        <p14:creationId xmlns:p14="http://schemas.microsoft.com/office/powerpoint/2010/main" val="455928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/>
      <p:bldP spid="12" grpId="0"/>
      <p:bldP spid="13" grpId="0"/>
      <p:bldP spid="15" grpId="0"/>
      <p:bldP spid="16" grpId="0"/>
      <p:bldP spid="17" grpId="0"/>
      <p:bldP spid="19" grpId="0"/>
      <p:bldP spid="20" grpId="0"/>
      <p:bldP spid="21" grpId="0"/>
      <p:bldP spid="22" grpId="0" animBg="1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2AA5E75-98FD-4AAA-BCC6-CF62FF649194}"/>
              </a:ext>
            </a:extLst>
          </p:cNvPr>
          <p:cNvSpPr>
            <a:spLocks noGrp="1"/>
          </p:cNvSpPr>
          <p:nvPr/>
        </p:nvSpPr>
        <p:spPr>
          <a:xfrm>
            <a:off x="685800" y="6353175"/>
            <a:ext cx="108204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761313-830A-48C9-B18E-7780B306E000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CS-808  Tools and Techniques for Data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716830-76FE-4746-8710-D5D705E4AE01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F09EF8-7EFE-47C5-B1DE-5D123C882223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3225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CS-808 and AI-854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BA6EA7-4247-4221-95D6-CD322CE88849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Tools and Techniques compared with Data Analysis &amp; Visualization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9458B1-12CA-48FA-9A4E-6913142CF81E}"/>
              </a:ext>
            </a:extLst>
          </p:cNvPr>
          <p:cNvSpPr>
            <a:spLocks noGrp="1"/>
          </p:cNvSpPr>
          <p:nvPr/>
        </p:nvSpPr>
        <p:spPr>
          <a:xfrm>
            <a:off x="857250" y="1657350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325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325" b="1" i="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CS-808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1D0976-9793-477C-B29A-133B82271521}"/>
              </a:ext>
            </a:extLst>
          </p:cNvPr>
          <p:cNvSpPr>
            <a:spLocks noGrp="1"/>
          </p:cNvSpPr>
          <p:nvPr/>
        </p:nvSpPr>
        <p:spPr>
          <a:xfrm>
            <a:off x="6705600" y="1657350"/>
            <a:ext cx="4667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325" b="1" i="0">
                <a:solidFill>
                  <a:srgbClr val="B54A3A"/>
                </a:solidFill>
                <a:latin typeface="Arial"/>
                <a:ea typeface="Arial"/>
                <a:cs typeface="Arial"/>
              </a:defRPr>
            </a:pPr>
            <a:r>
              <a:rPr sz="2325" b="1" i="0" dirty="0">
                <a:solidFill>
                  <a:srgbClr val="B54A3A"/>
                </a:solidFill>
                <a:latin typeface="Arial"/>
                <a:ea typeface="Arial"/>
                <a:cs typeface="Arial"/>
              </a:rPr>
              <a:t>Data Analysis &amp; Visualization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9004E0-239C-4D13-B2AE-8A7FC8766740}"/>
              </a:ext>
            </a:extLst>
          </p:cNvPr>
          <p:cNvSpPr>
            <a:spLocks noGrp="1"/>
          </p:cNvSpPr>
          <p:nvPr/>
        </p:nvSpPr>
        <p:spPr>
          <a:xfrm>
            <a:off x="6096000" y="1581150"/>
            <a:ext cx="19050" cy="3848100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5E5251-40D2-41D5-8B9C-567C412DCFB6}"/>
              </a:ext>
            </a:extLst>
          </p:cNvPr>
          <p:cNvSpPr>
            <a:spLocks noGrp="1"/>
          </p:cNvSpPr>
          <p:nvPr/>
        </p:nvSpPr>
        <p:spPr>
          <a:xfrm>
            <a:off x="838200" y="2286000"/>
            <a:ext cx="47625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54000" indent="-127000">
              <a:spcAft>
                <a:spcPts val="1000"/>
              </a:spcAft>
              <a:buChar char="•"/>
              <a:defRPr sz="180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62A38"/>
                </a:solidFill>
                <a:latin typeface="Arial"/>
                <a:ea typeface="Arial"/>
                <a:cs typeface="Arial"/>
              </a:rPr>
              <a:t>Acquisition and provenance</a:t>
            </a:r>
          </a:p>
          <a:p>
            <a:pPr marL="254000" indent="-127000">
              <a:spcAft>
                <a:spcPts val="1000"/>
              </a:spcAft>
              <a:buChar char="•"/>
              <a:defRPr sz="180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62A38"/>
                </a:solidFill>
                <a:latin typeface="Arial"/>
                <a:ea typeface="Arial"/>
                <a:cs typeface="Arial"/>
              </a:rPr>
              <a:t>Project structure and environments</a:t>
            </a:r>
          </a:p>
          <a:p>
            <a:pPr marL="254000" indent="-127000">
              <a:spcAft>
                <a:spcPts val="1000"/>
              </a:spcAft>
              <a:buChar char="•"/>
              <a:defRPr sz="180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62A38"/>
                </a:solidFill>
                <a:latin typeface="Arial"/>
                <a:ea typeface="Arial"/>
                <a:cs typeface="Arial"/>
              </a:rPr>
              <a:t>Repeatable cleaning and SQL logic</a:t>
            </a:r>
          </a:p>
          <a:p>
            <a:pPr marL="254000" indent="-127000">
              <a:spcAft>
                <a:spcPts val="1000"/>
              </a:spcAft>
              <a:buChar char="•"/>
              <a:defRPr sz="180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62A38"/>
                </a:solidFill>
                <a:latin typeface="Arial"/>
                <a:ea typeface="Arial"/>
                <a:cs typeface="Arial"/>
              </a:rPr>
              <a:t>Pipelines, testing, and validation implementation</a:t>
            </a:r>
          </a:p>
          <a:p>
            <a:pPr marL="254000" indent="-127000">
              <a:spcAft>
                <a:spcPts val="1000"/>
              </a:spcAft>
              <a:buChar char="•"/>
              <a:defRPr sz="180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62A38"/>
                </a:solidFill>
                <a:latin typeface="Arial"/>
                <a:ea typeface="Arial"/>
                <a:cs typeface="Arial"/>
              </a:rPr>
              <a:t>Experiment tracking and product delivery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CB701A-5FD2-4654-B649-D20B54F66322}"/>
              </a:ext>
            </a:extLst>
          </p:cNvPr>
          <p:cNvSpPr>
            <a:spLocks noGrp="1"/>
          </p:cNvSpPr>
          <p:nvPr/>
        </p:nvSpPr>
        <p:spPr>
          <a:xfrm>
            <a:off x="6686550" y="2286000"/>
            <a:ext cx="47625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54000" indent="-127000">
              <a:spcAft>
                <a:spcPts val="1000"/>
              </a:spcAft>
              <a:buChar char="•"/>
              <a:defRPr sz="180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62A38"/>
                </a:solidFill>
                <a:latin typeface="Arial"/>
                <a:ea typeface="Arial"/>
                <a:cs typeface="Arial"/>
              </a:rPr>
              <a:t>Substantive analytical questions</a:t>
            </a:r>
          </a:p>
          <a:p>
            <a:pPr marL="254000" indent="-127000">
              <a:spcAft>
                <a:spcPts val="1000"/>
              </a:spcAft>
              <a:buChar char="•"/>
              <a:defRPr sz="180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62A38"/>
                </a:solidFill>
                <a:latin typeface="Arial"/>
                <a:ea typeface="Arial"/>
                <a:cs typeface="Arial"/>
              </a:rPr>
              <a:t>Patterns, comparisons, and uncertainty</a:t>
            </a:r>
          </a:p>
          <a:p>
            <a:pPr marL="254000" indent="-127000">
              <a:spcAft>
                <a:spcPts val="1000"/>
              </a:spcAft>
              <a:buChar char="•"/>
              <a:defRPr sz="180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62A38"/>
                </a:solidFill>
                <a:latin typeface="Arial"/>
                <a:ea typeface="Arial"/>
                <a:cs typeface="Arial"/>
              </a:rPr>
              <a:t>Choice of visual encoding</a:t>
            </a:r>
          </a:p>
          <a:p>
            <a:pPr marL="254000" indent="-127000">
              <a:spcAft>
                <a:spcPts val="1000"/>
              </a:spcAft>
              <a:buChar char="•"/>
              <a:defRPr sz="180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62A38"/>
                </a:solidFill>
                <a:latin typeface="Arial"/>
                <a:ea typeface="Arial"/>
                <a:cs typeface="Arial"/>
              </a:rPr>
              <a:t>Interpretation of model behavior</a:t>
            </a:r>
          </a:p>
          <a:p>
            <a:pPr marL="254000" indent="-127000">
              <a:spcAft>
                <a:spcPts val="1000"/>
              </a:spcAft>
              <a:buChar char="•"/>
              <a:defRPr sz="180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62A38"/>
                </a:solidFill>
                <a:latin typeface="Arial"/>
                <a:ea typeface="Arial"/>
                <a:cs typeface="Arial"/>
              </a:rPr>
              <a:t>Clear analytical communication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B0FEB4-1590-4D5B-A2B0-5E7AB70A64A2}"/>
              </a:ext>
            </a:extLst>
          </p:cNvPr>
          <p:cNvSpPr>
            <a:spLocks noGrp="1"/>
          </p:cNvSpPr>
          <p:nvPr/>
        </p:nvSpPr>
        <p:spPr>
          <a:xfrm>
            <a:off x="1028700" y="5619750"/>
            <a:ext cx="10096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1725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One domain or dataset may support both courses, but the assessed products must differ.</a:t>
            </a:r>
          </a:p>
        </p:txBody>
      </p:sp>
    </p:spTree>
    <p:extLst>
      <p:ext uri="{BB962C8B-B14F-4D97-AF65-F5344CB8AC3E}">
        <p14:creationId xmlns:p14="http://schemas.microsoft.com/office/powerpoint/2010/main" val="1809001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53E84D1-D8B9-4710-8D48-FA40B9D3A864}"/>
              </a:ext>
            </a:extLst>
          </p:cNvPr>
          <p:cNvSpPr>
            <a:spLocks noGrp="1"/>
          </p:cNvSpPr>
          <p:nvPr/>
        </p:nvSpPr>
        <p:spPr>
          <a:xfrm>
            <a:off x="685800" y="6353175"/>
            <a:ext cx="108204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E0B3B2-3818-4783-BCEA-376BE11FE7D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CS-808  Tools and Techniques for Data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8BAFAB-7E7C-49F7-966A-532A903F1F6F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A68E0E-7EAD-467A-BD74-3696B8B769DA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3225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Sixteen-week cours</a:t>
            </a:r>
            <a:r>
              <a:rPr lang="en-US" sz="3225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e journey</a:t>
            </a:r>
            <a:endParaRPr sz="3225" b="1" i="0" dirty="0">
              <a:solidFill>
                <a:srgbClr val="1234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8B181C-5BFE-4E10-80B1-023263C4183B}"/>
              </a:ext>
            </a:extLst>
          </p:cNvPr>
          <p:cNvSpPr>
            <a:spLocks noGrp="1"/>
          </p:cNvSpPr>
          <p:nvPr/>
        </p:nvSpPr>
        <p:spPr>
          <a:xfrm>
            <a:off x="838200" y="1600200"/>
            <a:ext cx="1476375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75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Weeks 1-4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26578F-A62E-4C8D-86F3-CB83B65D1751}"/>
              </a:ext>
            </a:extLst>
          </p:cNvPr>
          <p:cNvSpPr>
            <a:spLocks noGrp="1"/>
          </p:cNvSpPr>
          <p:nvPr/>
        </p:nvSpPr>
        <p:spPr>
          <a:xfrm>
            <a:off x="2571750" y="1571625"/>
            <a:ext cx="3429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Workflow foundations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CE30D4-7250-4A26-A300-E6F705D1556E}"/>
              </a:ext>
            </a:extLst>
          </p:cNvPr>
          <p:cNvSpPr>
            <a:spLocks noGrp="1"/>
          </p:cNvSpPr>
          <p:nvPr/>
        </p:nvSpPr>
        <p:spPr>
          <a:xfrm>
            <a:off x="6191250" y="1600200"/>
            <a:ext cx="4953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Questions, environments, data contracts, acquisition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960306-30E6-4651-A863-B9C9626ED6B9}"/>
              </a:ext>
            </a:extLst>
          </p:cNvPr>
          <p:cNvSpPr>
            <a:spLocks noGrp="1"/>
          </p:cNvSpPr>
          <p:nvPr/>
        </p:nvSpPr>
        <p:spPr>
          <a:xfrm>
            <a:off x="838200" y="2181225"/>
            <a:ext cx="102870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CE3D86-2CD7-467F-BA0C-B888613A0320}"/>
              </a:ext>
            </a:extLst>
          </p:cNvPr>
          <p:cNvSpPr>
            <a:spLocks noGrp="1"/>
          </p:cNvSpPr>
          <p:nvPr/>
        </p:nvSpPr>
        <p:spPr>
          <a:xfrm>
            <a:off x="838200" y="2667000"/>
            <a:ext cx="1476375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75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 i="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Weeks 5-8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0E79CA-93F3-48F7-8C32-95C8015E1B27}"/>
              </a:ext>
            </a:extLst>
          </p:cNvPr>
          <p:cNvSpPr>
            <a:spLocks noGrp="1"/>
          </p:cNvSpPr>
          <p:nvPr/>
        </p:nvSpPr>
        <p:spPr>
          <a:xfrm>
            <a:off x="2571750" y="2638425"/>
            <a:ext cx="3429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Reliable data work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A540A5-A421-457F-9264-0CE961621470}"/>
              </a:ext>
            </a:extLst>
          </p:cNvPr>
          <p:cNvSpPr>
            <a:spLocks noGrp="1"/>
          </p:cNvSpPr>
          <p:nvPr/>
        </p:nvSpPr>
        <p:spPr>
          <a:xfrm>
            <a:off x="6191250" y="2667000"/>
            <a:ext cx="4953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Cleaning, SQL, diagnostic exploration, project architecture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EC99EC-9FB8-41ED-B205-808FDF5D4EAB}"/>
              </a:ext>
            </a:extLst>
          </p:cNvPr>
          <p:cNvSpPr>
            <a:spLocks noGrp="1"/>
          </p:cNvSpPr>
          <p:nvPr/>
        </p:nvSpPr>
        <p:spPr>
          <a:xfrm>
            <a:off x="838200" y="3248025"/>
            <a:ext cx="102870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F15DFE-9067-4E6B-82F8-6C51C7E1FC5B}"/>
              </a:ext>
            </a:extLst>
          </p:cNvPr>
          <p:cNvSpPr>
            <a:spLocks noGrp="1"/>
          </p:cNvSpPr>
          <p:nvPr/>
        </p:nvSpPr>
        <p:spPr>
          <a:xfrm>
            <a:off x="838200" y="3733800"/>
            <a:ext cx="1476375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75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 i="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Weeks 9-12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541827-F015-499F-B441-7EE14209452C}"/>
              </a:ext>
            </a:extLst>
          </p:cNvPr>
          <p:cNvSpPr>
            <a:spLocks noGrp="1"/>
          </p:cNvSpPr>
          <p:nvPr/>
        </p:nvSpPr>
        <p:spPr>
          <a:xfrm>
            <a:off x="2571750" y="3705225"/>
            <a:ext cx="3429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Model workflows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ECFDAC-80B0-48B7-9116-ECD358EDBFC7}"/>
              </a:ext>
            </a:extLst>
          </p:cNvPr>
          <p:cNvSpPr>
            <a:spLocks noGrp="1"/>
          </p:cNvSpPr>
          <p:nvPr/>
        </p:nvSpPr>
        <p:spPr>
          <a:xfrm>
            <a:off x="6191250" y="3733800"/>
            <a:ext cx="4953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Features, pipelines, evaluation, text representations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170378-4349-4D20-8418-1FB66D7A5560}"/>
              </a:ext>
            </a:extLst>
          </p:cNvPr>
          <p:cNvSpPr>
            <a:spLocks noGrp="1"/>
          </p:cNvSpPr>
          <p:nvPr/>
        </p:nvSpPr>
        <p:spPr>
          <a:xfrm>
            <a:off x="838200" y="4314825"/>
            <a:ext cx="102870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A50BC1-AE89-46FB-A194-241FF1239BB0}"/>
              </a:ext>
            </a:extLst>
          </p:cNvPr>
          <p:cNvSpPr>
            <a:spLocks noGrp="1"/>
          </p:cNvSpPr>
          <p:nvPr/>
        </p:nvSpPr>
        <p:spPr>
          <a:xfrm>
            <a:off x="838200" y="4800600"/>
            <a:ext cx="1476375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75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 i="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Weeks 13-16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2A75D6-94F8-460F-B9EE-FACA18D96D08}"/>
              </a:ext>
            </a:extLst>
          </p:cNvPr>
          <p:cNvSpPr>
            <a:spLocks noGrp="1"/>
          </p:cNvSpPr>
          <p:nvPr/>
        </p:nvSpPr>
        <p:spPr>
          <a:xfrm>
            <a:off x="2571750" y="4772025"/>
            <a:ext cx="3429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F0D14D-5488-4569-9190-108C08740279}"/>
              </a:ext>
            </a:extLst>
          </p:cNvPr>
          <p:cNvSpPr>
            <a:spLocks noGrp="1"/>
          </p:cNvSpPr>
          <p:nvPr/>
        </p:nvSpPr>
        <p:spPr>
          <a:xfrm>
            <a:off x="6191250" y="4800600"/>
            <a:ext cx="4953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Scale, experiment tracking, data products, demonstrations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40B6FD4-6917-41E8-AAE4-0A7C8FA31961}"/>
              </a:ext>
            </a:extLst>
          </p:cNvPr>
          <p:cNvSpPr>
            <a:spLocks noGrp="1"/>
          </p:cNvSpPr>
          <p:nvPr/>
        </p:nvSpPr>
        <p:spPr>
          <a:xfrm>
            <a:off x="838200" y="5381625"/>
            <a:ext cx="102870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424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/>
      <p:bldP spid="12" grpId="0"/>
      <p:bldP spid="13" grpId="0"/>
      <p:bldP spid="15" grpId="0"/>
      <p:bldP spid="16" grpId="0"/>
      <p:bldP spid="17" grpId="0"/>
      <p:bldP spid="19" grpId="0"/>
      <p:bldP spid="20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31A7533-E17D-4199-86B2-704F90867AB3}"/>
              </a:ext>
            </a:extLst>
          </p:cNvPr>
          <p:cNvSpPr>
            <a:spLocks noGrp="1"/>
          </p:cNvSpPr>
          <p:nvPr/>
        </p:nvSpPr>
        <p:spPr>
          <a:xfrm>
            <a:off x="685800" y="6353175"/>
            <a:ext cx="108204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AA68F1-8F74-4A72-BEF2-0C89974BC510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CS-808  Tools and Techniques for Data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F70008-B7A0-48F5-8979-760D8040980B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4EEBCB-2F15-4D8B-845A-6EA895A45D4B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Core tools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FD1F61-D829-498B-A8EF-3941EB25F5C8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650" b="0" i="0" dirty="0">
                <a:solidFill>
                  <a:srgbClr val="526774"/>
                </a:solidFill>
                <a:latin typeface="Arial"/>
                <a:ea typeface="Arial"/>
                <a:cs typeface="Arial"/>
              </a:rPr>
              <a:t>Used throughout the course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FB54BC-66F5-46ED-8F1E-E90CF559315D}"/>
              </a:ext>
            </a:extLst>
          </p:cNvPr>
          <p:cNvSpPr>
            <a:spLocks noGrp="1"/>
          </p:cNvSpPr>
          <p:nvPr/>
        </p:nvSpPr>
        <p:spPr>
          <a:xfrm>
            <a:off x="857250" y="1695450"/>
            <a:ext cx="3810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2175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Python and Jupyter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C1EFC0-981D-4059-AF23-4F02F908A9EB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42862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Executable reasoning, notebooks, scripts, and reusable code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C19132-A80C-4EF3-8124-CA459036C69E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3810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2175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NumPy and pandas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624979-290F-4979-A805-7997A8E5C6F4}"/>
              </a:ext>
            </a:extLst>
          </p:cNvPr>
          <p:cNvSpPr>
            <a:spLocks noGrp="1"/>
          </p:cNvSpPr>
          <p:nvPr/>
        </p:nvSpPr>
        <p:spPr>
          <a:xfrm>
            <a:off x="857250" y="3590925"/>
            <a:ext cx="42862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Arrays, tables, transformations, and quality checks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B81304-C826-454B-882C-3F89146EAB9D}"/>
              </a:ext>
            </a:extLst>
          </p:cNvPr>
          <p:cNvSpPr>
            <a:spLocks noGrp="1"/>
          </p:cNvSpPr>
          <p:nvPr/>
        </p:nvSpPr>
        <p:spPr>
          <a:xfrm>
            <a:off x="6381750" y="1695450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2175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SQL with SQLite or </a:t>
            </a:r>
            <a:r>
              <a:rPr sz="2175" b="1" i="0" dirty="0" err="1">
                <a:solidFill>
                  <a:srgbClr val="12344A"/>
                </a:solidFill>
                <a:latin typeface="Arial"/>
                <a:ea typeface="Arial"/>
                <a:cs typeface="Arial"/>
              </a:rPr>
              <a:t>DuckDB</a:t>
            </a:r>
            <a:endParaRPr sz="2175" b="1" i="0" dirty="0">
              <a:solidFill>
                <a:srgbClr val="1234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A72FA4-E9F0-4530-9D70-31589FAFEA14}"/>
              </a:ext>
            </a:extLst>
          </p:cNvPr>
          <p:cNvSpPr>
            <a:spLocks noGrp="1"/>
          </p:cNvSpPr>
          <p:nvPr/>
        </p:nvSpPr>
        <p:spPr>
          <a:xfrm>
            <a:off x="6381750" y="2143125"/>
            <a:ext cx="45720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Relational thinking, joins, aggregation, and reproducible queries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F4F461-43DA-42C2-B660-54CE8F39DC4A}"/>
              </a:ext>
            </a:extLst>
          </p:cNvPr>
          <p:cNvSpPr>
            <a:spLocks noGrp="1"/>
          </p:cNvSpPr>
          <p:nvPr/>
        </p:nvSpPr>
        <p:spPr>
          <a:xfrm>
            <a:off x="6381750" y="3143250"/>
            <a:ext cx="3810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2175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Git and GitHub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84AE7F-A7D8-4861-9A46-E21445306C81}"/>
              </a:ext>
            </a:extLst>
          </p:cNvPr>
          <p:cNvSpPr>
            <a:spLocks noGrp="1"/>
          </p:cNvSpPr>
          <p:nvPr/>
        </p:nvSpPr>
        <p:spPr>
          <a:xfrm>
            <a:off x="6381750" y="3590925"/>
            <a:ext cx="42862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Version history, collaboration, releases, and traceability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98A8D7-304D-49B4-9FDA-CD2357368B85}"/>
              </a:ext>
            </a:extLst>
          </p:cNvPr>
          <p:cNvSpPr>
            <a:spLocks noGrp="1"/>
          </p:cNvSpPr>
          <p:nvPr/>
        </p:nvSpPr>
        <p:spPr>
          <a:xfrm>
            <a:off x="1143000" y="4876800"/>
            <a:ext cx="952500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1725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Matplotlib, Seaborn, and scikit-learn connect diagnostic visualization with model pipelines.</a:t>
            </a:r>
          </a:p>
        </p:txBody>
      </p:sp>
    </p:spTree>
    <p:extLst>
      <p:ext uri="{BB962C8B-B14F-4D97-AF65-F5344CB8AC3E}">
        <p14:creationId xmlns:p14="http://schemas.microsoft.com/office/powerpoint/2010/main" val="1584141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8D324F2-EA2D-44E6-B864-93F405B993F9}"/>
              </a:ext>
            </a:extLst>
          </p:cNvPr>
          <p:cNvSpPr>
            <a:spLocks noGrp="1"/>
          </p:cNvSpPr>
          <p:nvPr/>
        </p:nvSpPr>
        <p:spPr>
          <a:xfrm>
            <a:off x="685800" y="6353175"/>
            <a:ext cx="108204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CF0D6A-6A00-4823-8355-A9F377D7A66E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CS-808  Tools and Techniques for Data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F636D6-CFF1-4D26-BF4C-3A5B06BC7FEA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EFB90C-B1D5-40B5-B8A1-3420CAD96E12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Additional tools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96F6B5-0402-4B7C-A231-EF71608A35BD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650" b="0" i="0" dirty="0">
                <a:solidFill>
                  <a:srgbClr val="526774"/>
                </a:solidFill>
                <a:latin typeface="Arial"/>
                <a:ea typeface="Arial"/>
                <a:cs typeface="Arial"/>
              </a:rPr>
              <a:t>Introduced when the workflow needs them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D4625C-2AEC-49CA-BA20-F36A8111B28C}"/>
              </a:ext>
            </a:extLst>
          </p:cNvPr>
          <p:cNvSpPr>
            <a:spLocks noGrp="1"/>
          </p:cNvSpPr>
          <p:nvPr/>
        </p:nvSpPr>
        <p:spPr>
          <a:xfrm>
            <a:off x="876300" y="1638300"/>
            <a:ext cx="9906000" cy="3381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54000" indent="-127000">
              <a:spcAft>
                <a:spcPts val="1200"/>
              </a:spcAft>
              <a:buChar char="•"/>
              <a:defRPr sz="1875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lang="en-US" sz="1875" dirty="0">
                <a:solidFill>
                  <a:srgbClr val="162A38"/>
                </a:solidFill>
                <a:latin typeface="Arial"/>
                <a:ea typeface="Arial"/>
                <a:cs typeface="Arial"/>
              </a:rPr>
              <a:t>R</a:t>
            </a:r>
            <a:r>
              <a:rPr sz="1875" dirty="0">
                <a:solidFill>
                  <a:srgbClr val="162A38"/>
                </a:solidFill>
                <a:latin typeface="Arial"/>
                <a:ea typeface="Arial"/>
                <a:cs typeface="Arial"/>
              </a:rPr>
              <a:t>equests and Beautiful Soup for acquiring web data</a:t>
            </a:r>
          </a:p>
          <a:p>
            <a:pPr marL="254000" indent="-127000">
              <a:spcAft>
                <a:spcPts val="1200"/>
              </a:spcAft>
              <a:buChar char="•"/>
              <a:defRPr sz="1875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875" dirty="0">
                <a:solidFill>
                  <a:srgbClr val="162A38"/>
                </a:solidFill>
                <a:latin typeface="Arial"/>
                <a:ea typeface="Arial"/>
                <a:cs typeface="Arial"/>
              </a:rPr>
              <a:t>Orange Data Mining for selected visual workflow demonstrations</a:t>
            </a:r>
          </a:p>
          <a:p>
            <a:pPr marL="254000" indent="-127000">
              <a:spcAft>
                <a:spcPts val="1200"/>
              </a:spcAft>
              <a:buChar char="•"/>
              <a:defRPr sz="1875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875" dirty="0" err="1">
                <a:solidFill>
                  <a:srgbClr val="162A38"/>
                </a:solidFill>
                <a:latin typeface="Arial"/>
                <a:ea typeface="Arial"/>
                <a:cs typeface="Arial"/>
              </a:rPr>
              <a:t>pytest</a:t>
            </a:r>
            <a:r>
              <a:rPr sz="1875" dirty="0">
                <a:solidFill>
                  <a:srgbClr val="162A38"/>
                </a:solidFill>
                <a:latin typeface="Arial"/>
                <a:ea typeface="Arial"/>
                <a:cs typeface="Arial"/>
              </a:rPr>
              <a:t> or assertions for executable quality checks</a:t>
            </a:r>
          </a:p>
          <a:p>
            <a:pPr marL="254000" indent="-127000">
              <a:spcAft>
                <a:spcPts val="1200"/>
              </a:spcAft>
              <a:buChar char="•"/>
              <a:defRPr sz="1875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875" dirty="0" err="1">
                <a:solidFill>
                  <a:srgbClr val="162A38"/>
                </a:solidFill>
                <a:latin typeface="Arial"/>
                <a:ea typeface="Arial"/>
                <a:cs typeface="Arial"/>
              </a:rPr>
              <a:t>MLflow</a:t>
            </a:r>
            <a:r>
              <a:rPr sz="1875" dirty="0">
                <a:solidFill>
                  <a:srgbClr val="162A38"/>
                </a:solidFill>
                <a:latin typeface="Arial"/>
                <a:ea typeface="Arial"/>
                <a:cs typeface="Arial"/>
              </a:rPr>
              <a:t> or a lightweight equivalent for experiment records</a:t>
            </a:r>
          </a:p>
          <a:p>
            <a:pPr marL="254000" indent="-127000">
              <a:spcAft>
                <a:spcPts val="1200"/>
              </a:spcAft>
              <a:buChar char="•"/>
              <a:defRPr sz="1875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875" dirty="0" err="1">
                <a:solidFill>
                  <a:srgbClr val="162A38"/>
                </a:solidFill>
                <a:latin typeface="Arial"/>
                <a:ea typeface="Arial"/>
                <a:cs typeface="Arial"/>
              </a:rPr>
              <a:t>Streamlit</a:t>
            </a:r>
            <a:r>
              <a:rPr sz="1875" dirty="0">
                <a:solidFill>
                  <a:srgbClr val="162A38"/>
                </a:solidFill>
                <a:latin typeface="Arial"/>
                <a:ea typeface="Arial"/>
                <a:cs typeface="Arial"/>
              </a:rPr>
              <a:t>, </a:t>
            </a:r>
            <a:r>
              <a:rPr sz="1875" dirty="0" err="1">
                <a:solidFill>
                  <a:srgbClr val="162A38"/>
                </a:solidFill>
                <a:latin typeface="Arial"/>
                <a:ea typeface="Arial"/>
                <a:cs typeface="Arial"/>
              </a:rPr>
              <a:t>FastAPI</a:t>
            </a:r>
            <a:r>
              <a:rPr sz="1875" dirty="0">
                <a:solidFill>
                  <a:srgbClr val="162A38"/>
                </a:solidFill>
                <a:latin typeface="Arial"/>
                <a:ea typeface="Arial"/>
                <a:cs typeface="Arial"/>
              </a:rPr>
              <a:t>, or a command-line interface for delivery</a:t>
            </a:r>
          </a:p>
          <a:p>
            <a:pPr marL="254000" indent="-127000">
              <a:spcAft>
                <a:spcPts val="1200"/>
              </a:spcAft>
              <a:buChar char="•"/>
              <a:defRPr sz="1875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875" dirty="0">
                <a:solidFill>
                  <a:srgbClr val="162A38"/>
                </a:solidFill>
                <a:latin typeface="Arial"/>
                <a:ea typeface="Arial"/>
                <a:cs typeface="Arial"/>
              </a:rPr>
              <a:t>Parquet for typed, efficient columnar storage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A6B5BE-E75F-498D-BB0C-8E7B5F875820}"/>
              </a:ext>
            </a:extLst>
          </p:cNvPr>
          <p:cNvSpPr>
            <a:spLocks noGrp="1"/>
          </p:cNvSpPr>
          <p:nvPr/>
        </p:nvSpPr>
        <p:spPr>
          <a:xfrm>
            <a:off x="876300" y="5286375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Tool choice follows the problem, data scale, collaboration needs, and delivery context.</a:t>
            </a:r>
          </a:p>
        </p:txBody>
      </p:sp>
    </p:spTree>
    <p:extLst>
      <p:ext uri="{BB962C8B-B14F-4D97-AF65-F5344CB8AC3E}">
        <p14:creationId xmlns:p14="http://schemas.microsoft.com/office/powerpoint/2010/main" val="1540564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A7AF049-1FD7-4EE6-9358-349334D003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CE4D11-B7F2-4D32-9C55-17946C13B97D}"/>
              </a:ext>
            </a:extLst>
          </p:cNvPr>
          <p:cNvSpPr>
            <a:spLocks noGrp="1"/>
          </p:cNvSpPr>
          <p:nvPr/>
        </p:nvSpPr>
        <p:spPr>
          <a:xfrm>
            <a:off x="685800" y="171450"/>
            <a:ext cx="30480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050" b="1" i="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LEARNING DESIGN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10F87A-115A-4E08-A957-550ED6BFF512}"/>
              </a:ext>
            </a:extLst>
          </p:cNvPr>
          <p:cNvSpPr>
            <a:spLocks noGrp="1"/>
          </p:cNvSpPr>
          <p:nvPr/>
        </p:nvSpPr>
        <p:spPr>
          <a:xfrm>
            <a:off x="685800" y="6353175"/>
            <a:ext cx="108204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E657B5-EDDF-411C-8E8A-37720F550F7F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CS-808  Tools and Techniques for Data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D9B623-DB18-417E-AFF4-9BC13801F125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B5C2F9-EA73-49F8-86F8-19174DC3A4DC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Course learning pattern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5BAAFC0-D1F2-4A83-9310-68DD36FA4D00}"/>
              </a:ext>
            </a:extLst>
          </p:cNvPr>
          <p:cNvSpPr>
            <a:spLocks noGrp="1"/>
          </p:cNvSpPr>
          <p:nvPr/>
        </p:nvSpPr>
        <p:spPr>
          <a:xfrm>
            <a:off x="952500" y="1828800"/>
            <a:ext cx="2667000" cy="361950"/>
          </a:xfrm>
          <a:prstGeom prst="roundRect">
            <a:avLst>
              <a:gd name="adj" fmla="val 21053"/>
            </a:avLst>
          </a:prstGeom>
          <a:solidFill>
            <a:srgbClr val="DCEFE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6155B1-2C3C-4E8F-A4E3-82C85CB810F5}"/>
              </a:ext>
            </a:extLst>
          </p:cNvPr>
          <p:cNvSpPr>
            <a:spLocks noGrp="1"/>
          </p:cNvSpPr>
          <p:nvPr/>
        </p:nvSpPr>
        <p:spPr>
          <a:xfrm>
            <a:off x="1066800" y="1895475"/>
            <a:ext cx="24384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Short concept blocks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534A595-F6E2-4FAD-B6CC-8B000EDF9952}"/>
              </a:ext>
            </a:extLst>
          </p:cNvPr>
          <p:cNvSpPr>
            <a:spLocks noGrp="1"/>
          </p:cNvSpPr>
          <p:nvPr/>
        </p:nvSpPr>
        <p:spPr>
          <a:xfrm>
            <a:off x="4762500" y="1828800"/>
            <a:ext cx="2667000" cy="361950"/>
          </a:xfrm>
          <a:prstGeom prst="roundRect">
            <a:avLst>
              <a:gd name="adj" fmla="val 21053"/>
            </a:avLst>
          </a:prstGeom>
          <a:solidFill>
            <a:srgbClr val="F8EBC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AB4CF4-0ABD-4A8F-89B3-B4B0B32B83A2}"/>
              </a:ext>
            </a:extLst>
          </p:cNvPr>
          <p:cNvSpPr>
            <a:spLocks noGrp="1"/>
          </p:cNvSpPr>
          <p:nvPr/>
        </p:nvSpPr>
        <p:spPr>
          <a:xfrm>
            <a:off x="4876800" y="1895475"/>
            <a:ext cx="24384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 i="0">
                <a:solidFill>
                  <a:srgbClr val="B54A3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B54A3A"/>
                </a:solidFill>
                <a:latin typeface="Arial"/>
                <a:ea typeface="Arial"/>
                <a:cs typeface="Arial"/>
              </a:rPr>
              <a:t>Instructor live builds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6888B5E-11B6-47D2-88BA-5D5D60CA31BF}"/>
              </a:ext>
            </a:extLst>
          </p:cNvPr>
          <p:cNvSpPr>
            <a:spLocks noGrp="1"/>
          </p:cNvSpPr>
          <p:nvPr/>
        </p:nvSpPr>
        <p:spPr>
          <a:xfrm>
            <a:off x="8572500" y="1828800"/>
            <a:ext cx="2476500" cy="361950"/>
          </a:xfrm>
          <a:prstGeom prst="roundRect">
            <a:avLst>
              <a:gd name="adj" fmla="val 21053"/>
            </a:avLst>
          </a:prstGeom>
          <a:solidFill>
            <a:srgbClr val="DCEFE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81DE17-44E5-470B-82F3-164603046081}"/>
              </a:ext>
            </a:extLst>
          </p:cNvPr>
          <p:cNvSpPr>
            <a:spLocks noGrp="1"/>
          </p:cNvSpPr>
          <p:nvPr/>
        </p:nvSpPr>
        <p:spPr>
          <a:xfrm>
            <a:off x="8686800" y="1895475"/>
            <a:ext cx="22479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Student challenges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29FD68-BAE6-4752-9A31-F6C33176BE31}"/>
              </a:ext>
            </a:extLst>
          </p:cNvPr>
          <p:cNvSpPr>
            <a:spLocks noGrp="1"/>
          </p:cNvSpPr>
          <p:nvPr/>
        </p:nvSpPr>
        <p:spPr>
          <a:xfrm>
            <a:off x="933450" y="28575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3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Each week connects a decision to an implementation task.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712BAB-79B9-40A3-B83F-AD584F99F015}"/>
              </a:ext>
            </a:extLst>
          </p:cNvPr>
          <p:cNvSpPr>
            <a:spLocks noGrp="1"/>
          </p:cNvSpPr>
          <p:nvPr/>
        </p:nvSpPr>
        <p:spPr>
          <a:xfrm>
            <a:off x="1524000" y="3657600"/>
            <a:ext cx="8953500" cy="914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Students compare approaches, inspect failures, and submit a small piece of the semester workflow.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8C271F-A576-4B17-92F8-CD0CD8BB8E57}"/>
              </a:ext>
            </a:extLst>
          </p:cNvPr>
          <p:cNvSpPr>
            <a:spLocks noGrp="1"/>
          </p:cNvSpPr>
          <p:nvPr/>
        </p:nvSpPr>
        <p:spPr>
          <a:xfrm>
            <a:off x="2286000" y="5048250"/>
            <a:ext cx="7620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Questions and failed attempts belong in the classroom.</a:t>
            </a:r>
          </a:p>
        </p:txBody>
      </p:sp>
    </p:spTree>
    <p:extLst>
      <p:ext uri="{BB962C8B-B14F-4D97-AF65-F5344CB8AC3E}">
        <p14:creationId xmlns:p14="http://schemas.microsoft.com/office/powerpoint/2010/main" val="650718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67DB359-5D99-4E0A-A47E-C33B42CD52C8}"/>
              </a:ext>
            </a:extLst>
          </p:cNvPr>
          <p:cNvSpPr>
            <a:spLocks noGrp="1"/>
          </p:cNvSpPr>
          <p:nvPr/>
        </p:nvSpPr>
        <p:spPr>
          <a:xfrm>
            <a:off x="685800" y="6353175"/>
            <a:ext cx="108204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CE92AD-32E4-4F58-B9E7-0CD486DE47F7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CS-808  Tools and Techniques for Data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0A6E51-D10E-4798-B2BD-05182F0491EC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98FDAB-ACE8-4943-B0CB-AF4C275F3FC0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Data science as coordinated practice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EE9D1B-6738-4151-94D8-41A5B9106995}"/>
              </a:ext>
            </a:extLst>
          </p:cNvPr>
          <p:cNvSpPr>
            <a:spLocks noGrp="1"/>
          </p:cNvSpPr>
          <p:nvPr/>
        </p:nvSpPr>
        <p:spPr>
          <a:xfrm>
            <a:off x="857250" y="1657350"/>
            <a:ext cx="68580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2100" b="1" i="0" dirty="0">
                <a:solidFill>
                  <a:srgbClr val="162A38"/>
                </a:solidFill>
                <a:latin typeface="Arial"/>
                <a:ea typeface="Arial"/>
                <a:cs typeface="Arial"/>
              </a:rPr>
              <a:t>A data-science result connects four things: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D91C1F-B4E8-4B8A-9586-0FEA22D27D07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 i="0">
                <a:solidFill>
                  <a:srgbClr val="E5A524"/>
                </a:solidFill>
                <a:latin typeface="Arial"/>
                <a:ea typeface="Arial"/>
                <a:cs typeface="Arial"/>
              </a:defRPr>
            </a:pPr>
            <a:r>
              <a:rPr sz="2100" b="1" i="0" dirty="0">
                <a:solidFill>
                  <a:srgbClr val="E5A52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DFB287-D09C-450F-82AE-6D5279E91EC2}"/>
              </a:ext>
            </a:extLst>
          </p:cNvPr>
          <p:cNvSpPr>
            <a:spLocks noGrp="1"/>
          </p:cNvSpPr>
          <p:nvPr/>
        </p:nvSpPr>
        <p:spPr>
          <a:xfrm>
            <a:off x="1676400" y="2343150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30D2A5-B3D9-4F5B-8BEB-5AF4462B3B34}"/>
              </a:ext>
            </a:extLst>
          </p:cNvPr>
          <p:cNvSpPr>
            <a:spLocks noGrp="1"/>
          </p:cNvSpPr>
          <p:nvPr/>
        </p:nvSpPr>
        <p:spPr>
          <a:xfrm>
            <a:off x="3829050" y="2362200"/>
            <a:ext cx="6858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What needs to be understood or decided?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4ECE39-7A6D-46D1-8ABA-718BDA61DC9B}"/>
              </a:ext>
            </a:extLst>
          </p:cNvPr>
          <p:cNvSpPr>
            <a:spLocks noGrp="1"/>
          </p:cNvSpPr>
          <p:nvPr/>
        </p:nvSpPr>
        <p:spPr>
          <a:xfrm>
            <a:off x="914400" y="313372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 i="0">
                <a:solidFill>
                  <a:srgbClr val="E5A524"/>
                </a:solidFill>
                <a:latin typeface="Arial"/>
                <a:ea typeface="Arial"/>
                <a:cs typeface="Arial"/>
              </a:defRPr>
            </a:pPr>
            <a:r>
              <a:rPr sz="2100" b="1" i="0" dirty="0">
                <a:solidFill>
                  <a:srgbClr val="E5A52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02C271-9515-4AA5-8193-1551DCE27703}"/>
              </a:ext>
            </a:extLst>
          </p:cNvPr>
          <p:cNvSpPr>
            <a:spLocks noGrp="1"/>
          </p:cNvSpPr>
          <p:nvPr/>
        </p:nvSpPr>
        <p:spPr>
          <a:xfrm>
            <a:off x="1676400" y="3133725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A2A9E2-84CD-461E-8187-F05331B2F8E6}"/>
              </a:ext>
            </a:extLst>
          </p:cNvPr>
          <p:cNvSpPr>
            <a:spLocks noGrp="1"/>
          </p:cNvSpPr>
          <p:nvPr/>
        </p:nvSpPr>
        <p:spPr>
          <a:xfrm>
            <a:off x="3829050" y="3152775"/>
            <a:ext cx="6858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Which observations could answer it?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F5B86E-F87B-4211-9DB4-011A2EB39F2F}"/>
              </a:ext>
            </a:extLst>
          </p:cNvPr>
          <p:cNvSpPr>
            <a:spLocks noGrp="1"/>
          </p:cNvSpPr>
          <p:nvPr/>
        </p:nvSpPr>
        <p:spPr>
          <a:xfrm>
            <a:off x="914400" y="3924300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 i="0">
                <a:solidFill>
                  <a:srgbClr val="E5A52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E5A52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D6DD64-74B7-471C-8829-3C79BE6F4974}"/>
              </a:ext>
            </a:extLst>
          </p:cNvPr>
          <p:cNvSpPr>
            <a:spLocks noGrp="1"/>
          </p:cNvSpPr>
          <p:nvPr/>
        </p:nvSpPr>
        <p:spPr>
          <a:xfrm>
            <a:off x="1676400" y="3924300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96BE0E-76C8-4B5D-8B6A-F03C1EBF910F}"/>
              </a:ext>
            </a:extLst>
          </p:cNvPr>
          <p:cNvSpPr>
            <a:spLocks noGrp="1"/>
          </p:cNvSpPr>
          <p:nvPr/>
        </p:nvSpPr>
        <p:spPr>
          <a:xfrm>
            <a:off x="3829050" y="3943350"/>
            <a:ext cx="6858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How will the evidence be transformed and evaluated?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EC2800-D722-48B8-B0C9-1C8366841CCC}"/>
              </a:ext>
            </a:extLst>
          </p:cNvPr>
          <p:cNvSpPr>
            <a:spLocks noGrp="1"/>
          </p:cNvSpPr>
          <p:nvPr/>
        </p:nvSpPr>
        <p:spPr>
          <a:xfrm>
            <a:off x="914400" y="471487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 i="0">
                <a:solidFill>
                  <a:srgbClr val="E5A524"/>
                </a:solidFill>
                <a:latin typeface="Arial"/>
                <a:ea typeface="Arial"/>
                <a:cs typeface="Arial"/>
              </a:defRPr>
            </a:pPr>
            <a:r>
              <a:rPr sz="2100" b="1" i="0" dirty="0">
                <a:solidFill>
                  <a:srgbClr val="E5A52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9A9C32-4A1B-4654-BAAF-64E9C077B636}"/>
              </a:ext>
            </a:extLst>
          </p:cNvPr>
          <p:cNvSpPr>
            <a:spLocks noGrp="1"/>
          </p:cNvSpPr>
          <p:nvPr/>
        </p:nvSpPr>
        <p:spPr>
          <a:xfrm>
            <a:off x="1676400" y="4714875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Use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A5FB89-C15F-4991-B25A-0360DDB874B5}"/>
              </a:ext>
            </a:extLst>
          </p:cNvPr>
          <p:cNvSpPr>
            <a:spLocks noGrp="1"/>
          </p:cNvSpPr>
          <p:nvPr/>
        </p:nvSpPr>
        <p:spPr>
          <a:xfrm>
            <a:off x="3829050" y="4733925"/>
            <a:ext cx="6858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Who receives the result, and what will they do?</a:t>
            </a:r>
          </a:p>
        </p:txBody>
      </p:sp>
    </p:spTree>
    <p:extLst>
      <p:ext uri="{BB962C8B-B14F-4D97-AF65-F5344CB8AC3E}">
        <p14:creationId xmlns:p14="http://schemas.microsoft.com/office/powerpoint/2010/main" val="1568580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784AD05-7892-49EC-98C5-E8067FFEE132}"/>
              </a:ext>
            </a:extLst>
          </p:cNvPr>
          <p:cNvSpPr>
            <a:spLocks noGrp="1"/>
          </p:cNvSpPr>
          <p:nvPr/>
        </p:nvSpPr>
        <p:spPr>
          <a:xfrm>
            <a:off x="685800" y="6353175"/>
            <a:ext cx="108204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B04B8C-A8FE-4754-BB1B-5EE006564288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CS-808  Tools and Techniques for Data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5A34F2-16ED-44C1-8DA2-9F9F2A54F354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2AFCE-E10F-461B-9D41-85D6F4162A25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An answerable data-science problem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9E6DDA-3BFC-48AC-80DA-7D90532AB431}"/>
              </a:ext>
            </a:extLst>
          </p:cNvPr>
          <p:cNvSpPr>
            <a:spLocks noGrp="1"/>
          </p:cNvSpPr>
          <p:nvPr/>
        </p:nvSpPr>
        <p:spPr>
          <a:xfrm>
            <a:off x="876300" y="1619250"/>
            <a:ext cx="4953000" cy="3952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54000" indent="-127000">
              <a:spcAft>
                <a:spcPts val="1100"/>
              </a:spcAft>
              <a:buChar char="•"/>
              <a:defRPr sz="195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950" dirty="0">
                <a:solidFill>
                  <a:srgbClr val="162A38"/>
                </a:solidFill>
                <a:latin typeface="Arial"/>
                <a:ea typeface="Arial"/>
                <a:cs typeface="Arial"/>
              </a:rPr>
              <a:t>Decision or knowledge need</a:t>
            </a:r>
          </a:p>
          <a:p>
            <a:pPr marL="254000" indent="-127000">
              <a:spcAft>
                <a:spcPts val="1100"/>
              </a:spcAft>
              <a:buChar char="•"/>
              <a:defRPr sz="195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950" dirty="0">
                <a:solidFill>
                  <a:srgbClr val="162A38"/>
                </a:solidFill>
                <a:latin typeface="Arial"/>
                <a:ea typeface="Arial"/>
                <a:cs typeface="Arial"/>
              </a:rPr>
              <a:t>Intended user</a:t>
            </a:r>
          </a:p>
          <a:p>
            <a:pPr marL="254000" indent="-127000">
              <a:spcAft>
                <a:spcPts val="1100"/>
              </a:spcAft>
              <a:buChar char="•"/>
              <a:defRPr sz="195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950" dirty="0">
                <a:solidFill>
                  <a:srgbClr val="162A38"/>
                </a:solidFill>
                <a:latin typeface="Arial"/>
                <a:ea typeface="Arial"/>
                <a:cs typeface="Arial"/>
              </a:rPr>
              <a:t>Unit of observation</a:t>
            </a:r>
          </a:p>
          <a:p>
            <a:pPr marL="254000" indent="-127000">
              <a:spcAft>
                <a:spcPts val="1100"/>
              </a:spcAft>
              <a:buChar char="•"/>
              <a:defRPr sz="195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950" dirty="0">
                <a:solidFill>
                  <a:srgbClr val="162A38"/>
                </a:solidFill>
                <a:latin typeface="Arial"/>
                <a:ea typeface="Arial"/>
                <a:cs typeface="Arial"/>
              </a:rPr>
              <a:t>Outcome or target</a:t>
            </a:r>
          </a:p>
          <a:p>
            <a:pPr marL="254000" indent="-127000">
              <a:spcAft>
                <a:spcPts val="1100"/>
              </a:spcAft>
              <a:buChar char="•"/>
              <a:defRPr sz="195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950" dirty="0">
                <a:solidFill>
                  <a:srgbClr val="162A38"/>
                </a:solidFill>
                <a:latin typeface="Arial"/>
                <a:ea typeface="Arial"/>
                <a:cs typeface="Arial"/>
              </a:rPr>
              <a:t>Available evidence</a:t>
            </a:r>
          </a:p>
          <a:p>
            <a:pPr marL="254000" indent="-127000">
              <a:spcAft>
                <a:spcPts val="1100"/>
              </a:spcAft>
              <a:buChar char="•"/>
              <a:defRPr sz="195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950" dirty="0">
                <a:solidFill>
                  <a:srgbClr val="162A38"/>
                </a:solidFill>
                <a:latin typeface="Arial"/>
                <a:ea typeface="Arial"/>
                <a:cs typeface="Arial"/>
              </a:rPr>
              <a:t>Success criterion</a:t>
            </a:r>
          </a:p>
          <a:p>
            <a:pPr marL="254000" indent="-127000">
              <a:spcAft>
                <a:spcPts val="1100"/>
              </a:spcAft>
              <a:buChar char="•"/>
              <a:defRPr sz="195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950" dirty="0">
                <a:solidFill>
                  <a:srgbClr val="162A38"/>
                </a:solidFill>
                <a:latin typeface="Arial"/>
                <a:ea typeface="Arial"/>
                <a:cs typeface="Arial"/>
              </a:rPr>
              <a:t>Cost of an incorrect result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00B44E2-9628-4649-9697-149A8B94B0C4}"/>
              </a:ext>
            </a:extLst>
          </p:cNvPr>
          <p:cNvSpPr>
            <a:spLocks noGrp="1"/>
          </p:cNvSpPr>
          <p:nvPr/>
        </p:nvSpPr>
        <p:spPr>
          <a:xfrm>
            <a:off x="6477000" y="1666875"/>
            <a:ext cx="4381500" cy="3714750"/>
          </a:xfrm>
          <a:prstGeom prst="roundRect">
            <a:avLst>
              <a:gd name="adj" fmla="val 2051"/>
            </a:avLst>
          </a:prstGeom>
          <a:solidFill>
            <a:srgbClr val="DCEFE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76630C-9CE4-4F9C-AC99-D6AB9CC932F1}"/>
              </a:ext>
            </a:extLst>
          </p:cNvPr>
          <p:cNvSpPr>
            <a:spLocks noGrp="1"/>
          </p:cNvSpPr>
          <p:nvPr/>
        </p:nvSpPr>
        <p:spPr>
          <a:xfrm>
            <a:off x="6858000" y="2095500"/>
            <a:ext cx="3619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Vague request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FE2AE5-2E02-46F0-8E03-F6C4E21286CE}"/>
              </a:ext>
            </a:extLst>
          </p:cNvPr>
          <p:cNvSpPr>
            <a:spLocks noGrp="1"/>
          </p:cNvSpPr>
          <p:nvPr/>
        </p:nvSpPr>
        <p:spPr>
          <a:xfrm>
            <a:off x="6858000" y="2571750"/>
            <a:ext cx="3619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“Predict pollution.”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D78BF3-C81E-404B-8BEB-42644B6A6B8D}"/>
              </a:ext>
            </a:extLst>
          </p:cNvPr>
          <p:cNvSpPr>
            <a:spLocks noGrp="1"/>
          </p:cNvSpPr>
          <p:nvPr/>
        </p:nvSpPr>
        <p:spPr>
          <a:xfrm>
            <a:off x="6858000" y="3524250"/>
            <a:ext cx="3619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 i="0">
                <a:solidFill>
                  <a:srgbClr val="B54A3A"/>
                </a:solidFill>
                <a:latin typeface="Arial"/>
                <a:ea typeface="Arial"/>
                <a:cs typeface="Arial"/>
              </a:defRPr>
            </a:pPr>
            <a:r>
              <a:rPr sz="1725" b="1" i="0" dirty="0">
                <a:solidFill>
                  <a:srgbClr val="B54A3A"/>
                </a:solidFill>
                <a:latin typeface="Arial"/>
                <a:ea typeface="Arial"/>
                <a:cs typeface="Arial"/>
              </a:rPr>
              <a:t>Answerable version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AD7848-97B3-4BD8-873F-9DC8F0D3A847}"/>
              </a:ext>
            </a:extLst>
          </p:cNvPr>
          <p:cNvSpPr>
            <a:spLocks noGrp="1"/>
          </p:cNvSpPr>
          <p:nvPr/>
        </p:nvSpPr>
        <p:spPr>
          <a:xfrm>
            <a:off x="6858000" y="3943350"/>
            <a:ext cx="3524250" cy="1257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“Estimate tomorrow’s Islamabad PM2.5 category for a public advisory.”</a:t>
            </a:r>
          </a:p>
        </p:txBody>
      </p:sp>
    </p:spTree>
    <p:extLst>
      <p:ext uri="{BB962C8B-B14F-4D97-AF65-F5344CB8AC3E}">
        <p14:creationId xmlns:p14="http://schemas.microsoft.com/office/powerpoint/2010/main" val="1033624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  <p:bldP spid="10" grpId="0"/>
      <p:bldP spid="11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6D48CC4-1D60-4B59-A4B1-9324A8CC71ED}"/>
              </a:ext>
            </a:extLst>
          </p:cNvPr>
          <p:cNvSpPr>
            <a:spLocks noGrp="1"/>
          </p:cNvSpPr>
          <p:nvPr/>
        </p:nvSpPr>
        <p:spPr>
          <a:xfrm>
            <a:off x="685800" y="6353175"/>
            <a:ext cx="108204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0B703-FBD3-4DB1-94D4-8885C5580B8B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CS-808  Tools and Techniques for Data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2C8FD1-20D6-459C-A1A1-E457DFA7A6B8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BD8EC3-4AB5-4C23-A2CD-E8B552567849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Different questions require different evidence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FEC176-22EC-4FE6-82DE-EED63D68F32F}"/>
              </a:ext>
            </a:extLst>
          </p:cNvPr>
          <p:cNvSpPr>
            <a:spLocks noGrp="1"/>
          </p:cNvSpPr>
          <p:nvPr/>
        </p:nvSpPr>
        <p:spPr>
          <a:xfrm>
            <a:off x="838200" y="1619250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950" b="1" i="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Exploratory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782E30-D617-43C0-B557-3041395DCE81}"/>
              </a:ext>
            </a:extLst>
          </p:cNvPr>
          <p:cNvSpPr>
            <a:spLocks noGrp="1"/>
          </p:cNvSpPr>
          <p:nvPr/>
        </p:nvSpPr>
        <p:spPr>
          <a:xfrm>
            <a:off x="3619500" y="1619250"/>
            <a:ext cx="75247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When and how does PM2.5 vary?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438B12-2A4C-42A0-9EA7-651471E37864}"/>
              </a:ext>
            </a:extLst>
          </p:cNvPr>
          <p:cNvSpPr>
            <a:spLocks noGrp="1"/>
          </p:cNvSpPr>
          <p:nvPr/>
        </p:nvSpPr>
        <p:spPr>
          <a:xfrm>
            <a:off x="838200" y="2209800"/>
            <a:ext cx="102870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8ED891-3ADA-47DA-92E2-55965C37D217}"/>
              </a:ext>
            </a:extLst>
          </p:cNvPr>
          <p:cNvSpPr>
            <a:spLocks noGrp="1"/>
          </p:cNvSpPr>
          <p:nvPr/>
        </p:nvSpPr>
        <p:spPr>
          <a:xfrm>
            <a:off x="838200" y="2619375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1" i="0">
                <a:solidFill>
                  <a:srgbClr val="B54A3A"/>
                </a:solidFill>
                <a:latin typeface="Arial"/>
                <a:ea typeface="Arial"/>
                <a:cs typeface="Arial"/>
              </a:defRPr>
            </a:pPr>
            <a:r>
              <a:rPr sz="1950" b="1" i="0" dirty="0">
                <a:solidFill>
                  <a:srgbClr val="B54A3A"/>
                </a:solidFill>
                <a:latin typeface="Arial"/>
                <a:ea typeface="Arial"/>
                <a:cs typeface="Arial"/>
              </a:rPr>
              <a:t>Predictive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52007C-2242-4270-8815-F639C7AF9A52}"/>
              </a:ext>
            </a:extLst>
          </p:cNvPr>
          <p:cNvSpPr>
            <a:spLocks noGrp="1"/>
          </p:cNvSpPr>
          <p:nvPr/>
        </p:nvSpPr>
        <p:spPr>
          <a:xfrm>
            <a:off x="3619500" y="2619375"/>
            <a:ext cx="75247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What will tomorrow’s category be?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916BBD-7029-46E8-8684-7E287C2CF07A}"/>
              </a:ext>
            </a:extLst>
          </p:cNvPr>
          <p:cNvSpPr>
            <a:spLocks noGrp="1"/>
          </p:cNvSpPr>
          <p:nvPr/>
        </p:nvSpPr>
        <p:spPr>
          <a:xfrm>
            <a:off x="838200" y="3209925"/>
            <a:ext cx="102870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B182AB-CC0E-4636-A257-0F37D9AFCA8D}"/>
              </a:ext>
            </a:extLst>
          </p:cNvPr>
          <p:cNvSpPr>
            <a:spLocks noGrp="1"/>
          </p:cNvSpPr>
          <p:nvPr/>
        </p:nvSpPr>
        <p:spPr>
          <a:xfrm>
            <a:off x="838200" y="3619500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950" b="1" i="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Inferential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08DCE1-AF0F-4472-B14C-29D1263ED100}"/>
              </a:ext>
            </a:extLst>
          </p:cNvPr>
          <p:cNvSpPr>
            <a:spLocks noGrp="1"/>
          </p:cNvSpPr>
          <p:nvPr/>
        </p:nvSpPr>
        <p:spPr>
          <a:xfrm>
            <a:off x="3619500" y="3619500"/>
            <a:ext cx="75247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How does humidity relate to PM2.5 after accounting for season?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26CE83-F4A1-46C7-BD68-28802812DA38}"/>
              </a:ext>
            </a:extLst>
          </p:cNvPr>
          <p:cNvSpPr>
            <a:spLocks noGrp="1"/>
          </p:cNvSpPr>
          <p:nvPr/>
        </p:nvSpPr>
        <p:spPr>
          <a:xfrm>
            <a:off x="838200" y="4210050"/>
            <a:ext cx="102870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DA06B7-1C5E-4D1D-82BF-D04FECC8144A}"/>
              </a:ext>
            </a:extLst>
          </p:cNvPr>
          <p:cNvSpPr>
            <a:spLocks noGrp="1"/>
          </p:cNvSpPr>
          <p:nvPr/>
        </p:nvSpPr>
        <p:spPr>
          <a:xfrm>
            <a:off x="838200" y="4619625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1" i="0">
                <a:solidFill>
                  <a:srgbClr val="B54A3A"/>
                </a:solidFill>
                <a:latin typeface="Arial"/>
                <a:ea typeface="Arial"/>
                <a:cs typeface="Arial"/>
              </a:defRPr>
            </a:pPr>
            <a:r>
              <a:rPr sz="1950" b="1" i="0" dirty="0">
                <a:solidFill>
                  <a:srgbClr val="B54A3A"/>
                </a:solidFill>
                <a:latin typeface="Arial"/>
                <a:ea typeface="Arial"/>
                <a:cs typeface="Arial"/>
              </a:rPr>
              <a:t>Decision-oriented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D9393D-9CAC-478E-ADD9-46CED0064081}"/>
              </a:ext>
            </a:extLst>
          </p:cNvPr>
          <p:cNvSpPr>
            <a:spLocks noGrp="1"/>
          </p:cNvSpPr>
          <p:nvPr/>
        </p:nvSpPr>
        <p:spPr>
          <a:xfrm>
            <a:off x="3619500" y="4619625"/>
            <a:ext cx="75247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When should an advisory be issued?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2F77E1-8B8E-4A3A-9E03-A8B3C02577A7}"/>
              </a:ext>
            </a:extLst>
          </p:cNvPr>
          <p:cNvSpPr>
            <a:spLocks noGrp="1"/>
          </p:cNvSpPr>
          <p:nvPr/>
        </p:nvSpPr>
        <p:spPr>
          <a:xfrm>
            <a:off x="838200" y="5210175"/>
            <a:ext cx="102870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722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  <p:bldP spid="13" grpId="0"/>
      <p:bldP spid="14" grpId="0"/>
      <p:bldP spid="16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4419E49-3DE2-4AF6-BE0A-0D4DC78121B0}"/>
              </a:ext>
            </a:extLst>
          </p:cNvPr>
          <p:cNvSpPr>
            <a:spLocks noGrp="1"/>
          </p:cNvSpPr>
          <p:nvPr/>
        </p:nvSpPr>
        <p:spPr>
          <a:xfrm>
            <a:off x="685800" y="6353175"/>
            <a:ext cx="108204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FD04C4-E8BF-420D-B32C-8733B01A975E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CS-808  Tools and Techniques for Data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DEB361-5EF6-434C-82B7-B13C988B2D9E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A4E9EF-6532-4233-8731-4643D03EB070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Data-science workflow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CFB69C-DA70-4B79-9C5E-9C74DC2C42BF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5524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 i="0">
                <a:solidFill>
                  <a:srgbClr val="E5A524"/>
                </a:solidFill>
                <a:latin typeface="Arial"/>
                <a:ea typeface="Arial"/>
                <a:cs typeface="Arial"/>
              </a:defRPr>
            </a:pPr>
            <a:r>
              <a:rPr sz="2400" b="1" i="0" dirty="0">
                <a:solidFill>
                  <a:srgbClr val="E5A52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418A80-DC04-4EB5-B5E2-405F45B5E29F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16764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BE9347-5916-4363-B026-D486E4A2F37D}"/>
              </a:ext>
            </a:extLst>
          </p:cNvPr>
          <p:cNvSpPr>
            <a:spLocks noGrp="1"/>
          </p:cNvSpPr>
          <p:nvPr/>
        </p:nvSpPr>
        <p:spPr>
          <a:xfrm>
            <a:off x="666750" y="2876550"/>
            <a:ext cx="15716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Question and success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22D7B4-8A92-42D2-ACF4-1C982B073D21}"/>
              </a:ext>
            </a:extLst>
          </p:cNvPr>
          <p:cNvSpPr>
            <a:spLocks noGrp="1"/>
          </p:cNvSpPr>
          <p:nvPr/>
        </p:nvSpPr>
        <p:spPr>
          <a:xfrm>
            <a:off x="2362200" y="1809750"/>
            <a:ext cx="19050" cy="1905000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6A62FA-4AA3-4227-821E-743E93BC73D3}"/>
              </a:ext>
            </a:extLst>
          </p:cNvPr>
          <p:cNvSpPr>
            <a:spLocks noGrp="1"/>
          </p:cNvSpPr>
          <p:nvPr/>
        </p:nvSpPr>
        <p:spPr>
          <a:xfrm>
            <a:off x="2552700" y="1790700"/>
            <a:ext cx="5524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 i="0">
                <a:solidFill>
                  <a:srgbClr val="E5A524"/>
                </a:solidFill>
                <a:latin typeface="Arial"/>
                <a:ea typeface="Arial"/>
                <a:cs typeface="Arial"/>
              </a:defRPr>
            </a:pPr>
            <a:r>
              <a:rPr sz="2400" b="1" i="0" dirty="0">
                <a:solidFill>
                  <a:srgbClr val="E5A52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297366-49ED-427F-9FC1-C971C3705F68}"/>
              </a:ext>
            </a:extLst>
          </p:cNvPr>
          <p:cNvSpPr>
            <a:spLocks noGrp="1"/>
          </p:cNvSpPr>
          <p:nvPr/>
        </p:nvSpPr>
        <p:spPr>
          <a:xfrm>
            <a:off x="2552700" y="2381250"/>
            <a:ext cx="16764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Acquire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0F803E-C14E-4687-BC7B-D404F13C82D2}"/>
              </a:ext>
            </a:extLst>
          </p:cNvPr>
          <p:cNvSpPr>
            <a:spLocks noGrp="1"/>
          </p:cNvSpPr>
          <p:nvPr/>
        </p:nvSpPr>
        <p:spPr>
          <a:xfrm>
            <a:off x="2552700" y="2876550"/>
            <a:ext cx="15716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Source and rights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BD58F8-0D4A-45A7-AD61-AC39EB8DC1D2}"/>
              </a:ext>
            </a:extLst>
          </p:cNvPr>
          <p:cNvSpPr>
            <a:spLocks noGrp="1"/>
          </p:cNvSpPr>
          <p:nvPr/>
        </p:nvSpPr>
        <p:spPr>
          <a:xfrm>
            <a:off x="4248150" y="1809750"/>
            <a:ext cx="19050" cy="1905000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2D24C7-E283-42F6-9615-A408078A4B67}"/>
              </a:ext>
            </a:extLst>
          </p:cNvPr>
          <p:cNvSpPr>
            <a:spLocks noGrp="1"/>
          </p:cNvSpPr>
          <p:nvPr/>
        </p:nvSpPr>
        <p:spPr>
          <a:xfrm>
            <a:off x="4438650" y="1790700"/>
            <a:ext cx="5524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 i="0">
                <a:solidFill>
                  <a:srgbClr val="E5A524"/>
                </a:solidFill>
                <a:latin typeface="Arial"/>
                <a:ea typeface="Arial"/>
                <a:cs typeface="Arial"/>
              </a:defRPr>
            </a:pPr>
            <a:r>
              <a:rPr sz="2400" b="1" i="0" dirty="0">
                <a:solidFill>
                  <a:srgbClr val="E5A52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494C19-9DED-4E47-A834-EAECA40EAF7B}"/>
              </a:ext>
            </a:extLst>
          </p:cNvPr>
          <p:cNvSpPr>
            <a:spLocks noGrp="1"/>
          </p:cNvSpPr>
          <p:nvPr/>
        </p:nvSpPr>
        <p:spPr>
          <a:xfrm>
            <a:off x="4438650" y="2381250"/>
            <a:ext cx="16764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7999C8-5543-40AF-B72A-043A928F442E}"/>
              </a:ext>
            </a:extLst>
          </p:cNvPr>
          <p:cNvSpPr>
            <a:spLocks noGrp="1"/>
          </p:cNvSpPr>
          <p:nvPr/>
        </p:nvSpPr>
        <p:spPr>
          <a:xfrm>
            <a:off x="4438650" y="2876550"/>
            <a:ext cx="15716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Meaning and quality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F5860B-7B4E-4CA0-9474-B4FC6B160065}"/>
              </a:ext>
            </a:extLst>
          </p:cNvPr>
          <p:cNvSpPr>
            <a:spLocks noGrp="1"/>
          </p:cNvSpPr>
          <p:nvPr/>
        </p:nvSpPr>
        <p:spPr>
          <a:xfrm>
            <a:off x="6134100" y="1809750"/>
            <a:ext cx="19050" cy="1905000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BC819F-A91E-4D86-92E9-480C5D12CA1F}"/>
              </a:ext>
            </a:extLst>
          </p:cNvPr>
          <p:cNvSpPr>
            <a:spLocks noGrp="1"/>
          </p:cNvSpPr>
          <p:nvPr/>
        </p:nvSpPr>
        <p:spPr>
          <a:xfrm>
            <a:off x="6324600" y="1790700"/>
            <a:ext cx="5524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 i="0">
                <a:solidFill>
                  <a:srgbClr val="E5A524"/>
                </a:solidFill>
                <a:latin typeface="Arial"/>
                <a:ea typeface="Arial"/>
                <a:cs typeface="Arial"/>
              </a:defRPr>
            </a:pPr>
            <a:r>
              <a:rPr sz="2400" b="1" i="0" dirty="0">
                <a:solidFill>
                  <a:srgbClr val="E5A52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D999FB-B4A0-4664-B4EB-EE10FD543B19}"/>
              </a:ext>
            </a:extLst>
          </p:cNvPr>
          <p:cNvSpPr>
            <a:spLocks noGrp="1"/>
          </p:cNvSpPr>
          <p:nvPr/>
        </p:nvSpPr>
        <p:spPr>
          <a:xfrm>
            <a:off x="6324600" y="2381250"/>
            <a:ext cx="16764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3B940D-75AB-4005-A09E-2C24FED62D1C}"/>
              </a:ext>
            </a:extLst>
          </p:cNvPr>
          <p:cNvSpPr>
            <a:spLocks noGrp="1"/>
          </p:cNvSpPr>
          <p:nvPr/>
        </p:nvSpPr>
        <p:spPr>
          <a:xfrm>
            <a:off x="6324600" y="2876550"/>
            <a:ext cx="15716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Structure and features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F81B78-52A6-48ED-9D73-B50E6CABAAA6}"/>
              </a:ext>
            </a:extLst>
          </p:cNvPr>
          <p:cNvSpPr>
            <a:spLocks noGrp="1"/>
          </p:cNvSpPr>
          <p:nvPr/>
        </p:nvSpPr>
        <p:spPr>
          <a:xfrm>
            <a:off x="8020050" y="1809750"/>
            <a:ext cx="19050" cy="1905000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942DAE-6D42-4C63-8038-42984412986B}"/>
              </a:ext>
            </a:extLst>
          </p:cNvPr>
          <p:cNvSpPr>
            <a:spLocks noGrp="1"/>
          </p:cNvSpPr>
          <p:nvPr/>
        </p:nvSpPr>
        <p:spPr>
          <a:xfrm>
            <a:off x="8210550" y="1790700"/>
            <a:ext cx="5524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 i="0">
                <a:solidFill>
                  <a:srgbClr val="E5A524"/>
                </a:solidFill>
                <a:latin typeface="Arial"/>
                <a:ea typeface="Arial"/>
                <a:cs typeface="Arial"/>
              </a:defRPr>
            </a:pPr>
            <a:r>
              <a:rPr sz="2400" b="1" i="0" dirty="0">
                <a:solidFill>
                  <a:srgbClr val="E5A52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8622E9-9F83-44B0-9FFA-4D227AB24BDB}"/>
              </a:ext>
            </a:extLst>
          </p:cNvPr>
          <p:cNvSpPr>
            <a:spLocks noGrp="1"/>
          </p:cNvSpPr>
          <p:nvPr/>
        </p:nvSpPr>
        <p:spPr>
          <a:xfrm>
            <a:off x="8210550" y="2381250"/>
            <a:ext cx="16764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6B547A9-5EE7-4AE1-BB0E-EF9F6F2B2327}"/>
              </a:ext>
            </a:extLst>
          </p:cNvPr>
          <p:cNvSpPr>
            <a:spLocks noGrp="1"/>
          </p:cNvSpPr>
          <p:nvPr/>
        </p:nvSpPr>
        <p:spPr>
          <a:xfrm>
            <a:off x="8210550" y="2876550"/>
            <a:ext cx="15716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Evidence and failure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BD9B31-BF9E-48B8-9646-7BCA9672CF02}"/>
              </a:ext>
            </a:extLst>
          </p:cNvPr>
          <p:cNvSpPr>
            <a:spLocks noGrp="1"/>
          </p:cNvSpPr>
          <p:nvPr/>
        </p:nvSpPr>
        <p:spPr>
          <a:xfrm>
            <a:off x="9906000" y="1809750"/>
            <a:ext cx="19050" cy="1905000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1820F1A-5588-43E3-A4B1-9E31CA3541EE}"/>
              </a:ext>
            </a:extLst>
          </p:cNvPr>
          <p:cNvSpPr>
            <a:spLocks noGrp="1"/>
          </p:cNvSpPr>
          <p:nvPr/>
        </p:nvSpPr>
        <p:spPr>
          <a:xfrm>
            <a:off x="10096500" y="1790700"/>
            <a:ext cx="5524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 i="0">
                <a:solidFill>
                  <a:srgbClr val="E5A524"/>
                </a:solidFill>
                <a:latin typeface="Arial"/>
                <a:ea typeface="Arial"/>
                <a:cs typeface="Arial"/>
              </a:defRPr>
            </a:pPr>
            <a:r>
              <a:rPr sz="2400" b="1" i="0" dirty="0">
                <a:solidFill>
                  <a:srgbClr val="E5A52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D61526-CABA-48C9-BE4B-75AE932CCB0C}"/>
              </a:ext>
            </a:extLst>
          </p:cNvPr>
          <p:cNvSpPr>
            <a:spLocks noGrp="1"/>
          </p:cNvSpPr>
          <p:nvPr/>
        </p:nvSpPr>
        <p:spPr>
          <a:xfrm>
            <a:off x="10096500" y="2381250"/>
            <a:ext cx="16764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Deliver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2444BA8-9599-40AD-AE94-3AF417806FF2}"/>
              </a:ext>
            </a:extLst>
          </p:cNvPr>
          <p:cNvSpPr>
            <a:spLocks noGrp="1"/>
          </p:cNvSpPr>
          <p:nvPr/>
        </p:nvSpPr>
        <p:spPr>
          <a:xfrm>
            <a:off x="10096500" y="2876550"/>
            <a:ext cx="15716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Product and use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278758-8EB2-4474-B9B6-DE44D5ADB93E}"/>
              </a:ext>
            </a:extLst>
          </p:cNvPr>
          <p:cNvSpPr>
            <a:spLocks noGrp="1"/>
          </p:cNvSpPr>
          <p:nvPr/>
        </p:nvSpPr>
        <p:spPr>
          <a:xfrm>
            <a:off x="1028700" y="4629150"/>
            <a:ext cx="9906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21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 i="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Each stage creates evidence that later stages depend on.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0C59622-64A2-4066-A073-E0E10BD68CB0}"/>
              </a:ext>
            </a:extLst>
          </p:cNvPr>
          <p:cNvSpPr>
            <a:spLocks noGrp="1"/>
          </p:cNvSpPr>
          <p:nvPr/>
        </p:nvSpPr>
        <p:spPr>
          <a:xfrm>
            <a:off x="1257300" y="5048250"/>
            <a:ext cx="94297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650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A defect discovered late should send the team back to the stage that created it.</a:t>
            </a:r>
          </a:p>
        </p:txBody>
      </p:sp>
    </p:spTree>
    <p:extLst>
      <p:ext uri="{BB962C8B-B14F-4D97-AF65-F5344CB8AC3E}">
        <p14:creationId xmlns:p14="http://schemas.microsoft.com/office/powerpoint/2010/main" val="716599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/>
      <p:bldP spid="12" grpId="0"/>
      <p:bldP spid="13" grpId="0"/>
      <p:bldP spid="15" grpId="0"/>
      <p:bldP spid="16" grpId="0"/>
      <p:bldP spid="17" grpId="0"/>
      <p:bldP spid="19" grpId="0"/>
      <p:bldP spid="20" grpId="0"/>
      <p:bldP spid="21" grpId="0"/>
      <p:bldP spid="23" grpId="0"/>
      <p:bldP spid="24" grpId="0"/>
      <p:bldP spid="25" grpId="0"/>
      <p:bldP spid="27" grpId="0"/>
      <p:bldP spid="28" grpId="0"/>
      <p:bldP spid="29" grpId="0"/>
      <p:bldP spid="31" grpId="0"/>
      <p:bldP spid="3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1C97000-BAC9-47F6-9D28-F1B7DC430751}"/>
              </a:ext>
            </a:extLst>
          </p:cNvPr>
          <p:cNvSpPr>
            <a:spLocks noGrp="1"/>
          </p:cNvSpPr>
          <p:nvPr/>
        </p:nvSpPr>
        <p:spPr>
          <a:xfrm>
            <a:off x="685800" y="6353175"/>
            <a:ext cx="108204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EFC535-E614-4F73-B126-3EB28E616760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CS-808  Tools and Techniques for Data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BE3CEB-78C3-4869-A3B4-A0F1650045DE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967CB6-0B79-42DF-A2BD-0FFD2E555A4A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3225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Why the workflow loops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13F959-B202-43B7-B94D-FB310F09D820}"/>
              </a:ext>
            </a:extLst>
          </p:cNvPr>
          <p:cNvSpPr>
            <a:spLocks noGrp="1"/>
          </p:cNvSpPr>
          <p:nvPr/>
        </p:nvSpPr>
        <p:spPr>
          <a:xfrm>
            <a:off x="876300" y="179070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2175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A chart exposes a missing month.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BCC8C8-31E0-4107-9693-EFAF43038C7E}"/>
              </a:ext>
            </a:extLst>
          </p:cNvPr>
          <p:cNvSpPr>
            <a:spLocks noGrp="1"/>
          </p:cNvSpPr>
          <p:nvPr/>
        </p:nvSpPr>
        <p:spPr>
          <a:xfrm>
            <a:off x="876300" y="2247900"/>
            <a:ext cx="4953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Return to acquisition and provenance.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2E81F7-68C7-4DF8-A51D-DF5D736A425B}"/>
              </a:ext>
            </a:extLst>
          </p:cNvPr>
          <p:cNvSpPr>
            <a:spLocks noGrp="1"/>
          </p:cNvSpPr>
          <p:nvPr/>
        </p:nvSpPr>
        <p:spPr>
          <a:xfrm>
            <a:off x="876300" y="32194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2175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Winter model failure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B3035C-AEEB-4C8A-9D39-0E34CB59E0EE}"/>
              </a:ext>
            </a:extLst>
          </p:cNvPr>
          <p:cNvSpPr>
            <a:spLocks noGrp="1"/>
          </p:cNvSpPr>
          <p:nvPr/>
        </p:nvSpPr>
        <p:spPr>
          <a:xfrm>
            <a:off x="876300" y="3733800"/>
            <a:ext cx="49530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725" b="0" i="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Reconsider splitting, features, and data coverage.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751B8F-73F9-4B48-834F-749DA1B5D7F9}"/>
              </a:ext>
            </a:extLst>
          </p:cNvPr>
          <p:cNvSpPr>
            <a:spLocks noGrp="1"/>
          </p:cNvSpPr>
          <p:nvPr/>
        </p:nvSpPr>
        <p:spPr>
          <a:xfrm>
            <a:off x="6572250" y="1790700"/>
            <a:ext cx="4381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2175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Users cannot act on the output.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DCDDCF-7285-4C13-9200-EEFD1AF4E88C}"/>
              </a:ext>
            </a:extLst>
          </p:cNvPr>
          <p:cNvSpPr>
            <a:spLocks noGrp="1"/>
          </p:cNvSpPr>
          <p:nvPr/>
        </p:nvSpPr>
        <p:spPr>
          <a:xfrm>
            <a:off x="6572250" y="2247900"/>
            <a:ext cx="4381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 i="0">
                <a:solidFill>
                  <a:srgbClr val="B54A3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B54A3A"/>
                </a:solidFill>
                <a:latin typeface="Arial"/>
                <a:ea typeface="Arial"/>
                <a:cs typeface="Arial"/>
              </a:rPr>
              <a:t>Return to the decision and product design.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32AE7A-FB95-47E5-9048-FD40F85C93E3}"/>
              </a:ext>
            </a:extLst>
          </p:cNvPr>
          <p:cNvSpPr>
            <a:spLocks noGrp="1"/>
          </p:cNvSpPr>
          <p:nvPr/>
        </p:nvSpPr>
        <p:spPr>
          <a:xfrm>
            <a:off x="6572250" y="3219450"/>
            <a:ext cx="4381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2175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Source format changes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84A7CF-285A-4184-BAC3-A49C3B8B46E6}"/>
              </a:ext>
            </a:extLst>
          </p:cNvPr>
          <p:cNvSpPr>
            <a:spLocks noGrp="1"/>
          </p:cNvSpPr>
          <p:nvPr/>
        </p:nvSpPr>
        <p:spPr>
          <a:xfrm>
            <a:off x="6572250" y="3733800"/>
            <a:ext cx="43815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 i="0">
                <a:solidFill>
                  <a:srgbClr val="B54A3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B54A3A"/>
                </a:solidFill>
                <a:latin typeface="Arial"/>
                <a:ea typeface="Arial"/>
                <a:cs typeface="Arial"/>
              </a:rPr>
              <a:t>Update extraction rules and validation tests.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42A0F-3658-45DC-9FF0-BBC690CE803C}"/>
              </a:ext>
            </a:extLst>
          </p:cNvPr>
          <p:cNvSpPr>
            <a:spLocks noGrp="1"/>
          </p:cNvSpPr>
          <p:nvPr/>
        </p:nvSpPr>
        <p:spPr>
          <a:xfrm>
            <a:off x="1524000" y="5048250"/>
            <a:ext cx="9144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2025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Iteration records learning. Repetition without records loses it.</a:t>
            </a:r>
          </a:p>
        </p:txBody>
      </p:sp>
    </p:spTree>
    <p:extLst>
      <p:ext uri="{BB962C8B-B14F-4D97-AF65-F5344CB8AC3E}">
        <p14:creationId xmlns:p14="http://schemas.microsoft.com/office/powerpoint/2010/main" val="1175148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AD5E2AC-1ECD-4975-953A-C92344D480E4}"/>
              </a:ext>
            </a:extLst>
          </p:cNvPr>
          <p:cNvSpPr>
            <a:spLocks noGrp="1"/>
          </p:cNvSpPr>
          <p:nvPr/>
        </p:nvSpPr>
        <p:spPr>
          <a:xfrm>
            <a:off x="685800" y="6353175"/>
            <a:ext cx="108204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68DCCD-E486-4CDE-BE9F-0F8F86EFE451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CS-808  Tools and Techniques for Data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AF74F7-0953-4410-BF76-E2D88990CBE0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5A5486-2528-4860-AECA-74972162EDC4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Analysis output and data product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9357B0-6D59-4C2E-AD1D-1AB307638964}"/>
              </a:ext>
            </a:extLst>
          </p:cNvPr>
          <p:cNvSpPr>
            <a:spLocks noGrp="1"/>
          </p:cNvSpPr>
          <p:nvPr/>
        </p:nvSpPr>
        <p:spPr>
          <a:xfrm>
            <a:off x="895350" y="180975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2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250" b="1" i="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Analysis output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89B281-8F13-43FA-BC82-C335EC124EB6}"/>
              </a:ext>
            </a:extLst>
          </p:cNvPr>
          <p:cNvSpPr>
            <a:spLocks noGrp="1"/>
          </p:cNvSpPr>
          <p:nvPr/>
        </p:nvSpPr>
        <p:spPr>
          <a:xfrm>
            <a:off x="895350" y="2324100"/>
            <a:ext cx="3905250" cy="895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A notebook, table, chart, model score, or written conclusion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1364C9-0D4D-4395-81FD-E7B18ACC88B7}"/>
              </a:ext>
            </a:extLst>
          </p:cNvPr>
          <p:cNvSpPr>
            <a:spLocks noGrp="1"/>
          </p:cNvSpPr>
          <p:nvPr/>
        </p:nvSpPr>
        <p:spPr>
          <a:xfrm>
            <a:off x="6000750" y="1714500"/>
            <a:ext cx="19050" cy="3143250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2F1FA4-CA91-4E4D-9894-9A4BC179904C}"/>
              </a:ext>
            </a:extLst>
          </p:cNvPr>
          <p:cNvSpPr>
            <a:spLocks noGrp="1"/>
          </p:cNvSpPr>
          <p:nvPr/>
        </p:nvSpPr>
        <p:spPr>
          <a:xfrm>
            <a:off x="6762750" y="180975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250" b="1" i="0">
                <a:solidFill>
                  <a:srgbClr val="B54A3A"/>
                </a:solidFill>
                <a:latin typeface="Arial"/>
                <a:ea typeface="Arial"/>
                <a:cs typeface="Arial"/>
              </a:defRPr>
            </a:pPr>
            <a:r>
              <a:rPr sz="2250" b="1" i="0" dirty="0">
                <a:solidFill>
                  <a:srgbClr val="B54A3A"/>
                </a:solidFill>
                <a:latin typeface="Arial"/>
                <a:ea typeface="Arial"/>
                <a:cs typeface="Arial"/>
              </a:rPr>
              <a:t>Data product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02E335-5D3A-4AAC-A63F-12F7B9827546}"/>
              </a:ext>
            </a:extLst>
          </p:cNvPr>
          <p:cNvSpPr>
            <a:spLocks noGrp="1"/>
          </p:cNvSpPr>
          <p:nvPr/>
        </p:nvSpPr>
        <p:spPr>
          <a:xfrm>
            <a:off x="6762750" y="2324100"/>
            <a:ext cx="409575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A repeatable way for an intended user to provide input, receive output, understand limits, and make a decision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A699BF-3D81-4E7E-A9DA-9A5448D4DC32}"/>
              </a:ext>
            </a:extLst>
          </p:cNvPr>
          <p:cNvSpPr>
            <a:spLocks noGrp="1"/>
          </p:cNvSpPr>
          <p:nvPr/>
        </p:nvSpPr>
        <p:spPr>
          <a:xfrm>
            <a:off x="1238250" y="4781550"/>
            <a:ext cx="92773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2175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An accurate model can still produce an unusable or harmful product.</a:t>
            </a:r>
          </a:p>
        </p:txBody>
      </p:sp>
    </p:spTree>
    <p:extLst>
      <p:ext uri="{BB962C8B-B14F-4D97-AF65-F5344CB8AC3E}">
        <p14:creationId xmlns:p14="http://schemas.microsoft.com/office/powerpoint/2010/main" val="190344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1C3CC93-9C9C-4226-9345-D3452394E5C5}"/>
              </a:ext>
            </a:extLst>
          </p:cNvPr>
          <p:cNvSpPr>
            <a:spLocks noGrp="1"/>
          </p:cNvSpPr>
          <p:nvPr/>
        </p:nvSpPr>
        <p:spPr>
          <a:xfrm>
            <a:off x="685800" y="6353175"/>
            <a:ext cx="108204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D16C65-4DB7-4B3D-ACB3-DAD87E374001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CS-808  Tools and Techniques for Data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4F0346-EB40-4390-9EF2-1598A29149EA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97FE01-AAE6-4BB3-B3B2-F71FF3D59349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Islamabad ambient air-quality reports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1C22BD-5F96-46B1-9685-222E7109DE1E}"/>
              </a:ext>
            </a:extLst>
          </p:cNvPr>
          <p:cNvSpPr>
            <a:spLocks noGrp="1"/>
          </p:cNvSpPr>
          <p:nvPr/>
        </p:nvSpPr>
        <p:spPr>
          <a:xfrm>
            <a:off x="876300" y="1762125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875" b="1" i="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The source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A72ED5-01EC-4284-BFA1-E1F0AE7A9670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45720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Pakistan Environmental Protection Agency publishes monthly reports as PDFs.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3FF75A-8595-4BE9-9180-78CAE5874745}"/>
              </a:ext>
            </a:extLst>
          </p:cNvPr>
          <p:cNvSpPr>
            <a:spLocks noGrp="1"/>
          </p:cNvSpPr>
          <p:nvPr/>
        </p:nvSpPr>
        <p:spPr>
          <a:xfrm>
            <a:off x="6572250" y="1762125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 i="0">
                <a:solidFill>
                  <a:srgbClr val="B54A3A"/>
                </a:solidFill>
                <a:latin typeface="Arial"/>
                <a:ea typeface="Arial"/>
                <a:cs typeface="Arial"/>
              </a:defRPr>
            </a:pPr>
            <a:r>
              <a:rPr sz="1875" b="1" i="0" dirty="0">
                <a:solidFill>
                  <a:srgbClr val="B54A3A"/>
                </a:solidFill>
                <a:latin typeface="Arial"/>
                <a:ea typeface="Arial"/>
                <a:cs typeface="Arial"/>
              </a:rPr>
              <a:t>The working files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C36888-41FE-4CAB-B1BE-B7432DCE6E77}"/>
              </a:ext>
            </a:extLst>
          </p:cNvPr>
          <p:cNvSpPr>
            <a:spLocks noGrp="1"/>
          </p:cNvSpPr>
          <p:nvPr/>
        </p:nvSpPr>
        <p:spPr>
          <a:xfrm>
            <a:off x="6572250" y="2190750"/>
            <a:ext cx="4381500" cy="1238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Two CSV files preserve daily temperature, humidity, NO2, SO2, and PM2.5 observations for 2020-2023.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9418BAF-9FA0-4A90-AF4F-C7E9737B1D28}"/>
              </a:ext>
            </a:extLst>
          </p:cNvPr>
          <p:cNvSpPr>
            <a:spLocks noGrp="1"/>
          </p:cNvSpPr>
          <p:nvPr/>
        </p:nvSpPr>
        <p:spPr>
          <a:xfrm>
            <a:off x="876300" y="4048125"/>
            <a:ext cx="10077450" cy="1562100"/>
          </a:xfrm>
          <a:prstGeom prst="roundRect">
            <a:avLst>
              <a:gd name="adj" fmla="val 4878"/>
            </a:avLst>
          </a:prstGeom>
          <a:solidFill>
            <a:srgbClr val="DCEFE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9DD36B-A48B-4B89-B523-E13D74AD1407}"/>
              </a:ext>
            </a:extLst>
          </p:cNvPr>
          <p:cNvSpPr>
            <a:spLocks noGrp="1"/>
          </p:cNvSpPr>
          <p:nvPr/>
        </p:nvSpPr>
        <p:spPr>
          <a:xfrm>
            <a:off x="1200150" y="428625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75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 i="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Case question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DDFAB7-3B25-4322-A3C4-D3C4762FC9BF}"/>
              </a:ext>
            </a:extLst>
          </p:cNvPr>
          <p:cNvSpPr>
            <a:spLocks noGrp="1"/>
          </p:cNvSpPr>
          <p:nvPr/>
        </p:nvSpPr>
        <p:spPr>
          <a:xfrm>
            <a:off x="1200150" y="4686300"/>
            <a:ext cx="933450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Could these files support a trustworthy daily air-quality advisory for Islamabad?</a:t>
            </a:r>
          </a:p>
        </p:txBody>
      </p:sp>
    </p:spTree>
    <p:extLst>
      <p:ext uri="{BB962C8B-B14F-4D97-AF65-F5344CB8AC3E}">
        <p14:creationId xmlns:p14="http://schemas.microsoft.com/office/powerpoint/2010/main" val="606360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 animBg="1"/>
      <p:bldP spid="12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40DBE9-AD58-4899-A06C-A068F6DC85C1}"/>
              </a:ext>
            </a:extLst>
          </p:cNvPr>
          <p:cNvSpPr>
            <a:spLocks noGrp="1"/>
          </p:cNvSpPr>
          <p:nvPr/>
        </p:nvSpPr>
        <p:spPr>
          <a:xfrm>
            <a:off x="685800" y="6353175"/>
            <a:ext cx="108204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954292-AFD9-44FE-9059-5ED2F18F1FCA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CS-808  Tools and Techniques for Data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58D537-0326-46F0-9837-C4B5F8215C74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5B17D3-42EE-44AE-9BA3-1587D99D1750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3225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The official page provides provenance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1A414B-7915-45F0-B126-0AEADA0E7910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6667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700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2700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Ambient Air Quality Reports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0183D5-CE7A-484C-B3FB-D36B449539DC}"/>
              </a:ext>
            </a:extLst>
          </p:cNvPr>
          <p:cNvSpPr>
            <a:spLocks noGrp="1"/>
          </p:cNvSpPr>
          <p:nvPr/>
        </p:nvSpPr>
        <p:spPr>
          <a:xfrm>
            <a:off x="876300" y="2571750"/>
            <a:ext cx="7239000" cy="1181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2025" b="0" i="0" dirty="0">
                <a:solidFill>
                  <a:srgbClr val="162A38"/>
                </a:solidFill>
                <a:latin typeface="Arial"/>
                <a:ea typeface="Arial"/>
                <a:cs typeface="Arial"/>
              </a:rPr>
              <a:t>Monthly files are grouped by year. The page currently lists reports for</a:t>
            </a:r>
            <a:r>
              <a:rPr lang="en-US" sz="2025" b="0" i="0" dirty="0">
                <a:solidFill>
                  <a:srgbClr val="162A38"/>
                </a:solidFill>
                <a:latin typeface="Arial"/>
                <a:ea typeface="Arial"/>
                <a:cs typeface="Arial"/>
              </a:rPr>
              <a:t> 2018 - 2026.</a:t>
            </a:r>
            <a:endParaRPr sz="2025" b="0" i="0" dirty="0">
              <a:solidFill>
                <a:srgbClr val="162A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29517D-0CAD-4965-B817-06E743D57B79}"/>
              </a:ext>
            </a:extLst>
          </p:cNvPr>
          <p:cNvSpPr>
            <a:spLocks noGrp="1"/>
          </p:cNvSpPr>
          <p:nvPr/>
        </p:nvSpPr>
        <p:spPr>
          <a:xfrm>
            <a:off x="8763000" y="1733550"/>
            <a:ext cx="2000250" cy="2000250"/>
          </a:xfrm>
          <a:prstGeom prst="roundRect">
            <a:avLst>
              <a:gd name="adj" fmla="val 3810"/>
            </a:avLst>
          </a:prstGeom>
          <a:solidFill>
            <a:srgbClr val="0F766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9C52DB-B285-418C-91EC-AA1DCC0B17C8}"/>
              </a:ext>
            </a:extLst>
          </p:cNvPr>
          <p:cNvSpPr>
            <a:spLocks noGrp="1"/>
          </p:cNvSpPr>
          <p:nvPr/>
        </p:nvSpPr>
        <p:spPr>
          <a:xfrm>
            <a:off x="8972550" y="2266950"/>
            <a:ext cx="15811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 dirty="0">
                <a:solidFill>
                  <a:schemeClr val="bg1"/>
                </a:solidFill>
                <a:latin typeface="Arial"/>
                <a:ea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PRIMARY</a:t>
            </a:r>
          </a:p>
          <a:p>
            <a:pPr algn="ctr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 dirty="0">
                <a:solidFill>
                  <a:schemeClr val="bg1"/>
                </a:solidFill>
                <a:latin typeface="Arial"/>
                <a:ea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</a:t>
            </a:r>
            <a:endParaRPr sz="2175" b="1" i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5C7245-5499-4DC7-8F19-CF1F7106E200}"/>
              </a:ext>
            </a:extLst>
          </p:cNvPr>
          <p:cNvSpPr>
            <a:spLocks noGrp="1"/>
          </p:cNvSpPr>
          <p:nvPr/>
        </p:nvSpPr>
        <p:spPr>
          <a:xfrm>
            <a:off x="876300" y="4514850"/>
            <a:ext cx="99060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 i="0">
                <a:solidFill>
                  <a:srgbClr val="B54A3A"/>
                </a:solidFill>
                <a:latin typeface="Arial"/>
                <a:ea typeface="Arial"/>
                <a:cs typeface="Arial"/>
              </a:defRPr>
            </a:pPr>
            <a:r>
              <a:rPr sz="2100" b="1" i="0" dirty="0">
                <a:solidFill>
                  <a:srgbClr val="B54A3A"/>
                </a:solidFill>
                <a:latin typeface="Arial"/>
                <a:ea typeface="Arial"/>
                <a:cs typeface="Arial"/>
              </a:rPr>
              <a:t>Provenance still needs local records: exact filenames, access date, extraction method, and transformations.</a:t>
            </a:r>
          </a:p>
        </p:txBody>
      </p:sp>
    </p:spTree>
    <p:extLst>
      <p:ext uri="{BB962C8B-B14F-4D97-AF65-F5344CB8AC3E}">
        <p14:creationId xmlns:p14="http://schemas.microsoft.com/office/powerpoint/2010/main" val="959412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6E2B7B3-31F7-4012-B408-88246E9BD689}"/>
              </a:ext>
            </a:extLst>
          </p:cNvPr>
          <p:cNvSpPr>
            <a:spLocks noGrp="1"/>
          </p:cNvSpPr>
          <p:nvPr/>
        </p:nvSpPr>
        <p:spPr>
          <a:xfrm>
            <a:off x="685800" y="6353175"/>
            <a:ext cx="108204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6D5109-9E46-4954-905F-25FD2D88AEE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CS-808  Tools and Techniques for Data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CF46EA-9503-479B-99C2-959C2483CF4F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949522-9D50-42FE-A25D-12C72D189CC5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PDF formats create different ingestion problems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FDC757-8357-4A98-AFD4-95EB9239F744}"/>
              </a:ext>
            </a:extLst>
          </p:cNvPr>
          <p:cNvSpPr>
            <a:spLocks noGrp="1"/>
          </p:cNvSpPr>
          <p:nvPr/>
        </p:nvSpPr>
        <p:spPr>
          <a:xfrm>
            <a:off x="781050" y="1790700"/>
            <a:ext cx="5524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325" b="1" i="0">
                <a:solidFill>
                  <a:srgbClr val="E5A524"/>
                </a:solidFill>
                <a:latin typeface="Arial"/>
                <a:ea typeface="Arial"/>
                <a:cs typeface="Arial"/>
              </a:defRPr>
            </a:pPr>
            <a:r>
              <a:rPr sz="2325" b="1" i="0" dirty="0">
                <a:solidFill>
                  <a:srgbClr val="E5A52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C73CDD-CC1C-48F7-B2D7-B4C14AADA03D}"/>
              </a:ext>
            </a:extLst>
          </p:cNvPr>
          <p:cNvSpPr>
            <a:spLocks noGrp="1"/>
          </p:cNvSpPr>
          <p:nvPr/>
        </p:nvSpPr>
        <p:spPr>
          <a:xfrm>
            <a:off x="781050" y="2343150"/>
            <a:ext cx="3143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Scanned pages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0AD9B8-C08B-4202-8ADA-4F9FF80C319F}"/>
              </a:ext>
            </a:extLst>
          </p:cNvPr>
          <p:cNvSpPr>
            <a:spLocks noGrp="1"/>
          </p:cNvSpPr>
          <p:nvPr/>
        </p:nvSpPr>
        <p:spPr>
          <a:xfrm>
            <a:off x="781050" y="3028950"/>
            <a:ext cx="3143250" cy="1619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No selectable text</a:t>
            </a:r>
          </a:p>
          <a:p>
            <a:pPr>
              <a:defRPr sz="1725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OCR can distort rows</a:t>
            </a:r>
          </a:p>
          <a:p>
            <a:pPr>
              <a:defRPr sz="1725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Manual transcription may be safer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7FFA49-8011-4A83-A00A-257D87479981}"/>
              </a:ext>
            </a:extLst>
          </p:cNvPr>
          <p:cNvSpPr>
            <a:spLocks noGrp="1"/>
          </p:cNvSpPr>
          <p:nvPr/>
        </p:nvSpPr>
        <p:spPr>
          <a:xfrm>
            <a:off x="4095750" y="1771650"/>
            <a:ext cx="19050" cy="3238500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F9DECE-5D62-4380-A21E-838F4BE01A88}"/>
              </a:ext>
            </a:extLst>
          </p:cNvPr>
          <p:cNvSpPr>
            <a:spLocks noGrp="1"/>
          </p:cNvSpPr>
          <p:nvPr/>
        </p:nvSpPr>
        <p:spPr>
          <a:xfrm>
            <a:off x="4514850" y="1790700"/>
            <a:ext cx="5524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325" b="1" i="0">
                <a:solidFill>
                  <a:srgbClr val="E5A524"/>
                </a:solidFill>
                <a:latin typeface="Arial"/>
                <a:ea typeface="Arial"/>
                <a:cs typeface="Arial"/>
              </a:defRPr>
            </a:pPr>
            <a:r>
              <a:rPr sz="2325" b="1" i="0" dirty="0">
                <a:solidFill>
                  <a:srgbClr val="E5A52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A1E00F-31B6-4273-8B49-A89433E3D713}"/>
              </a:ext>
            </a:extLst>
          </p:cNvPr>
          <p:cNvSpPr>
            <a:spLocks noGrp="1"/>
          </p:cNvSpPr>
          <p:nvPr/>
        </p:nvSpPr>
        <p:spPr>
          <a:xfrm>
            <a:off x="4514850" y="2343150"/>
            <a:ext cx="3143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Searchable table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34AD0C-061A-49BB-B5FC-50BBAD8CAD9D}"/>
              </a:ext>
            </a:extLst>
          </p:cNvPr>
          <p:cNvSpPr>
            <a:spLocks noGrp="1"/>
          </p:cNvSpPr>
          <p:nvPr/>
        </p:nvSpPr>
        <p:spPr>
          <a:xfrm>
            <a:off x="4514850" y="3028950"/>
            <a:ext cx="3143250" cy="1619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Text can be extracted</a:t>
            </a:r>
          </a:p>
          <a:p>
            <a:pPr>
              <a:defRPr sz="1725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Columns still need reconstruction</a:t>
            </a:r>
          </a:p>
          <a:p>
            <a:pPr>
              <a:defRPr sz="1725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Units need preservation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625A87-C962-459B-BE84-1EA92B451BA3}"/>
              </a:ext>
            </a:extLst>
          </p:cNvPr>
          <p:cNvSpPr>
            <a:spLocks noGrp="1"/>
          </p:cNvSpPr>
          <p:nvPr/>
        </p:nvSpPr>
        <p:spPr>
          <a:xfrm>
            <a:off x="7829550" y="1771650"/>
            <a:ext cx="19050" cy="3238500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8C7756-B066-40D9-8A62-6BE5C4BC78E2}"/>
              </a:ext>
            </a:extLst>
          </p:cNvPr>
          <p:cNvSpPr>
            <a:spLocks noGrp="1"/>
          </p:cNvSpPr>
          <p:nvPr/>
        </p:nvSpPr>
        <p:spPr>
          <a:xfrm>
            <a:off x="8248650" y="1790700"/>
            <a:ext cx="5524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325" b="1" i="0">
                <a:solidFill>
                  <a:srgbClr val="E5A524"/>
                </a:solidFill>
                <a:latin typeface="Arial"/>
                <a:ea typeface="Arial"/>
                <a:cs typeface="Arial"/>
              </a:defRPr>
            </a:pPr>
            <a:r>
              <a:rPr sz="2325" b="1" i="0" dirty="0">
                <a:solidFill>
                  <a:srgbClr val="E5A52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3D2B4B-16AE-426A-BE87-539CE4612A1C}"/>
              </a:ext>
            </a:extLst>
          </p:cNvPr>
          <p:cNvSpPr>
            <a:spLocks noGrp="1"/>
          </p:cNvSpPr>
          <p:nvPr/>
        </p:nvSpPr>
        <p:spPr>
          <a:xfrm>
            <a:off x="8248650" y="2343150"/>
            <a:ext cx="3143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Measurements plus AQI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8BB8AA-3D83-477D-B6C2-0754FD9A149D}"/>
              </a:ext>
            </a:extLst>
          </p:cNvPr>
          <p:cNvSpPr>
            <a:spLocks noGrp="1"/>
          </p:cNvSpPr>
          <p:nvPr/>
        </p:nvSpPr>
        <p:spPr>
          <a:xfrm>
            <a:off x="8248650" y="3028950"/>
            <a:ext cx="3143250" cy="1619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Two row meanings</a:t>
            </a:r>
          </a:p>
          <a:p>
            <a:pPr>
              <a:defRPr sz="1725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Schema changed</a:t>
            </a:r>
          </a:p>
          <a:p>
            <a:pPr>
              <a:defRPr sz="1725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Category logic must be retained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1C3BBCA-445C-4B90-9399-3E2243C4E187}"/>
              </a:ext>
            </a:extLst>
          </p:cNvPr>
          <p:cNvSpPr>
            <a:spLocks noGrp="1"/>
          </p:cNvSpPr>
          <p:nvPr/>
        </p:nvSpPr>
        <p:spPr>
          <a:xfrm>
            <a:off x="800100" y="5219700"/>
            <a:ext cx="10382250" cy="514350"/>
          </a:xfrm>
          <a:prstGeom prst="roundRect">
            <a:avLst>
              <a:gd name="adj" fmla="val 14815"/>
            </a:avLst>
          </a:prstGeom>
          <a:solidFill>
            <a:srgbClr val="F8EBC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C5A2B7-C5BC-41C4-9FC6-9E7C11AB146B}"/>
              </a:ext>
            </a:extLst>
          </p:cNvPr>
          <p:cNvSpPr>
            <a:spLocks noGrp="1"/>
          </p:cNvSpPr>
          <p:nvPr/>
        </p:nvSpPr>
        <p:spPr>
          <a:xfrm>
            <a:off x="1047750" y="5267325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800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1800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One extractor cannot safely assume every monthly report has the same structure.</a:t>
            </a:r>
          </a:p>
        </p:txBody>
      </p:sp>
    </p:spTree>
    <p:extLst>
      <p:ext uri="{BB962C8B-B14F-4D97-AF65-F5344CB8AC3E}">
        <p14:creationId xmlns:p14="http://schemas.microsoft.com/office/powerpoint/2010/main" val="1129482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/>
      <p:bldP spid="12" grpId="0"/>
      <p:bldP spid="13" grpId="0"/>
      <p:bldP spid="15" grpId="0"/>
      <p:bldP spid="16" grpId="0"/>
      <p:bldP spid="17" grpId="0"/>
      <p:bldP spid="18" grpId="0" animBg="1"/>
      <p:bldP spid="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E6B142-C1EF-4FAE-A817-F7C86E40E706}"/>
              </a:ext>
            </a:extLst>
          </p:cNvPr>
          <p:cNvSpPr>
            <a:spLocks noGrp="1"/>
          </p:cNvSpPr>
          <p:nvPr/>
        </p:nvSpPr>
        <p:spPr>
          <a:xfrm>
            <a:off x="685800" y="6353175"/>
            <a:ext cx="108204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50BDB0-B59E-4EA9-BA1C-6D7EF3CC5713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CS-808  Tools and Techniques for Data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9ABAE5-7E09-4D40-B4AD-3F8DBB98C39C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424F5A-00EB-47A6-9404-294D416A6624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Scanned PDF with no extractable 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A81CEA-09E8-48BA-8B14-CED834692B55}"/>
              </a:ext>
            </a:extLst>
          </p:cNvPr>
          <p:cNvSpPr>
            <a:spLocks noGrp="1"/>
          </p:cNvSpPr>
          <p:nvPr/>
        </p:nvSpPr>
        <p:spPr>
          <a:xfrm>
            <a:off x="704850" y="1543050"/>
            <a:ext cx="4572000" cy="4286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D9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rcRect l="15109" t="9003" r="16077" b="17167"/>
          <a:stretch>
            <a:fillRect/>
          </a:stretch>
        </p:blipFill>
        <p:spPr>
          <a:xfrm>
            <a:off x="1482090" y="1592989"/>
            <a:ext cx="3044190" cy="422678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AEE1D15-8254-4FD9-9F85-D0C21A7A27E9}"/>
              </a:ext>
            </a:extLst>
          </p:cNvPr>
          <p:cNvSpPr>
            <a:spLocks noGrp="1"/>
          </p:cNvSpPr>
          <p:nvPr/>
        </p:nvSpPr>
        <p:spPr>
          <a:xfrm>
            <a:off x="5810250" y="1828800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 i="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Observed behavior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DF70CE-E1B7-4544-A0CC-7DB058D9B2BB}"/>
              </a:ext>
            </a:extLst>
          </p:cNvPr>
          <p:cNvSpPr>
            <a:spLocks noGrp="1"/>
          </p:cNvSpPr>
          <p:nvPr/>
        </p:nvSpPr>
        <p:spPr>
          <a:xfrm>
            <a:off x="5810250" y="2324100"/>
            <a:ext cx="49530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pypdf and pdfplumber returned no usable table text from either page.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E0A577-76EC-4FC3-9402-D2A85BF531DA}"/>
              </a:ext>
            </a:extLst>
          </p:cNvPr>
          <p:cNvSpPr>
            <a:spLocks noGrp="1"/>
          </p:cNvSpPr>
          <p:nvPr/>
        </p:nvSpPr>
        <p:spPr>
          <a:xfrm>
            <a:off x="5810250" y="3429000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 i="0">
                <a:solidFill>
                  <a:srgbClr val="B54A3A"/>
                </a:solidFill>
                <a:latin typeface="Arial"/>
                <a:ea typeface="Arial"/>
                <a:cs typeface="Arial"/>
              </a:defRPr>
            </a:pPr>
            <a:r>
              <a:rPr sz="2100" b="1" i="0" dirty="0">
                <a:solidFill>
                  <a:srgbClr val="B54A3A"/>
                </a:solidFill>
                <a:latin typeface="Arial"/>
                <a:ea typeface="Arial"/>
                <a:cs typeface="Arial"/>
              </a:rPr>
              <a:t>Workflow consequences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65E29D-DC0F-4C83-ADB5-4D483E6D0F8C}"/>
              </a:ext>
            </a:extLst>
          </p:cNvPr>
          <p:cNvSpPr>
            <a:spLocks noGrp="1"/>
          </p:cNvSpPr>
          <p:nvPr/>
        </p:nvSpPr>
        <p:spPr>
          <a:xfrm>
            <a:off x="6000750" y="3943350"/>
            <a:ext cx="4762500" cy="1619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54000" indent="-127000">
              <a:spcAft>
                <a:spcPts val="1000"/>
              </a:spcAft>
              <a:buChar char="•"/>
              <a:defRPr sz="1725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2A38"/>
                </a:solidFill>
                <a:latin typeface="Arial"/>
                <a:ea typeface="Arial"/>
                <a:cs typeface="Arial"/>
              </a:rPr>
              <a:t>Change the extraction tool</a:t>
            </a:r>
          </a:p>
          <a:p>
            <a:pPr marL="254000" indent="-127000">
              <a:spcAft>
                <a:spcPts val="1000"/>
              </a:spcAft>
              <a:buChar char="•"/>
              <a:defRPr sz="1725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2A38"/>
                </a:solidFill>
                <a:latin typeface="Arial"/>
                <a:ea typeface="Arial"/>
                <a:cs typeface="Arial"/>
              </a:rPr>
              <a:t>Make uncertainty visible</a:t>
            </a:r>
          </a:p>
          <a:p>
            <a:pPr marL="254000" indent="-127000">
              <a:spcAft>
                <a:spcPts val="1000"/>
              </a:spcAft>
              <a:buChar char="•"/>
              <a:defRPr sz="1725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2A38"/>
                </a:solidFill>
                <a:latin typeface="Arial"/>
                <a:ea typeface="Arial"/>
                <a:cs typeface="Arial"/>
              </a:rPr>
              <a:t>Compare every accepted row with the image</a:t>
            </a:r>
          </a:p>
        </p:txBody>
      </p:sp>
    </p:spTree>
    <p:extLst>
      <p:ext uri="{BB962C8B-B14F-4D97-AF65-F5344CB8AC3E}">
        <p14:creationId xmlns:p14="http://schemas.microsoft.com/office/powerpoint/2010/main" val="668757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91526BD-D7C1-4167-947B-C01CA51097AE}"/>
              </a:ext>
            </a:extLst>
          </p:cNvPr>
          <p:cNvSpPr>
            <a:spLocks noGrp="1"/>
          </p:cNvSpPr>
          <p:nvPr/>
        </p:nvSpPr>
        <p:spPr>
          <a:xfrm>
            <a:off x="685800" y="6353175"/>
            <a:ext cx="108204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EE458F-9008-4D16-91A1-E211E5E3DD5B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CS-808  Tools and Techniques for Data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FE9896-DFF8-46C3-9350-E2A998D8551C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DD1A1A-9CD2-492C-A7F3-B354CF6E4A12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3225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OCR returned text</a:t>
            </a:r>
            <a:r>
              <a:rPr lang="en-US" sz="3225" b="1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, </a:t>
            </a:r>
            <a:r>
              <a:rPr sz="3225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but not a trustworthy table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9769933-EC32-43B3-BC37-9105685C7DEE}"/>
              </a:ext>
            </a:extLst>
          </p:cNvPr>
          <p:cNvSpPr>
            <a:spLocks noGrp="1"/>
          </p:cNvSpPr>
          <p:nvPr/>
        </p:nvSpPr>
        <p:spPr>
          <a:xfrm>
            <a:off x="876300" y="1695450"/>
            <a:ext cx="9810750" cy="9334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CBD5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B6DD56-5D63-4C97-88D2-B9E0008FA69D}"/>
              </a:ext>
            </a:extLst>
          </p:cNvPr>
          <p:cNvSpPr>
            <a:spLocks noGrp="1"/>
          </p:cNvSpPr>
          <p:nvPr/>
        </p:nvSpPr>
        <p:spPr>
          <a:xfrm>
            <a:off x="1143000" y="1905000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950" b="1" i="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Extraction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97E6A0-BC45-446A-B2A1-493ED96299C0}"/>
              </a:ext>
            </a:extLst>
          </p:cNvPr>
          <p:cNvSpPr>
            <a:spLocks noGrp="1"/>
          </p:cNvSpPr>
          <p:nvPr/>
        </p:nvSpPr>
        <p:spPr>
          <a:xfrm>
            <a:off x="3333750" y="1905000"/>
            <a:ext cx="700087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725" b="0" i="0" dirty="0">
                <a:solidFill>
                  <a:srgbClr val="162A38"/>
                </a:solidFill>
                <a:latin typeface="Arial"/>
                <a:ea typeface="Arial"/>
                <a:cs typeface="Arial"/>
              </a:rPr>
              <a:t>Rendered each page as an image and applied Tesseract OCR.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246C8BA-F2EA-4A9E-8794-0BF30D6DA0EE}"/>
              </a:ext>
            </a:extLst>
          </p:cNvPr>
          <p:cNvSpPr>
            <a:spLocks noGrp="1"/>
          </p:cNvSpPr>
          <p:nvPr/>
        </p:nvSpPr>
        <p:spPr>
          <a:xfrm>
            <a:off x="876300" y="2895600"/>
            <a:ext cx="9810750" cy="9334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CBD5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894D82-172B-4685-875F-15B877E2777E}"/>
              </a:ext>
            </a:extLst>
          </p:cNvPr>
          <p:cNvSpPr>
            <a:spLocks noGrp="1"/>
          </p:cNvSpPr>
          <p:nvPr/>
        </p:nvSpPr>
        <p:spPr>
          <a:xfrm>
            <a:off x="1143000" y="3041352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1" i="0">
                <a:solidFill>
                  <a:srgbClr val="B54A3A"/>
                </a:solidFill>
                <a:latin typeface="Arial"/>
                <a:ea typeface="Arial"/>
                <a:cs typeface="Arial"/>
              </a:defRPr>
            </a:pPr>
            <a:r>
              <a:rPr sz="1950" b="1" i="0" dirty="0">
                <a:solidFill>
                  <a:srgbClr val="B54A3A"/>
                </a:solidFill>
                <a:latin typeface="Arial"/>
                <a:ea typeface="Arial"/>
                <a:cs typeface="Arial"/>
              </a:rPr>
              <a:t>Observed failure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640600-DDD3-430F-A835-CD15C678E95E}"/>
              </a:ext>
            </a:extLst>
          </p:cNvPr>
          <p:cNvSpPr>
            <a:spLocks noGrp="1"/>
          </p:cNvSpPr>
          <p:nvPr/>
        </p:nvSpPr>
        <p:spPr>
          <a:xfrm>
            <a:off x="3333750" y="3067050"/>
            <a:ext cx="700087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725" b="0" i="0" dirty="0">
                <a:solidFill>
                  <a:srgbClr val="162A38"/>
                </a:solidFill>
                <a:latin typeface="Arial"/>
                <a:ea typeface="Arial"/>
                <a:cs typeface="Arial"/>
              </a:rPr>
              <a:t>Dates, decimals, chemical labels, and column alignment were corrupted.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2E01B4E-B88C-45CE-99D7-679AE0F2F1F4}"/>
              </a:ext>
            </a:extLst>
          </p:cNvPr>
          <p:cNvSpPr>
            <a:spLocks noGrp="1"/>
          </p:cNvSpPr>
          <p:nvPr/>
        </p:nvSpPr>
        <p:spPr>
          <a:xfrm>
            <a:off x="876300" y="4095750"/>
            <a:ext cx="9810750" cy="933450"/>
          </a:xfrm>
          <a:prstGeom prst="roundRect">
            <a:avLst>
              <a:gd name="adj" fmla="val 8163"/>
            </a:avLst>
          </a:prstGeom>
          <a:solidFill>
            <a:srgbClr val="F8EBC8"/>
          </a:solidFill>
          <a:ln w="9525">
            <a:solidFill>
              <a:srgbClr val="E5A5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98E8748-EC59-41ED-909F-BA42A0724293}"/>
              </a:ext>
            </a:extLst>
          </p:cNvPr>
          <p:cNvSpPr>
            <a:spLocks noGrp="1"/>
          </p:cNvSpPr>
          <p:nvPr/>
        </p:nvSpPr>
        <p:spPr>
          <a:xfrm>
            <a:off x="1143000" y="4347832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950" b="1" i="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1A0856-14F9-4CE9-A5BA-7D2D9B0C0D0C}"/>
              </a:ext>
            </a:extLst>
          </p:cNvPr>
          <p:cNvSpPr>
            <a:spLocks noGrp="1"/>
          </p:cNvSpPr>
          <p:nvPr/>
        </p:nvSpPr>
        <p:spPr>
          <a:xfrm>
            <a:off x="3333750" y="4320365"/>
            <a:ext cx="700087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725" b="0" i="0" dirty="0">
                <a:solidFill>
                  <a:srgbClr val="162A38"/>
                </a:solidFill>
                <a:latin typeface="Arial"/>
                <a:ea typeface="Arial"/>
                <a:cs typeface="Arial"/>
              </a:rPr>
              <a:t>Do not silently promote uncertain OCR text into measurements.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777115-E9FA-4A70-801C-8FF1DD9D587D}"/>
              </a:ext>
            </a:extLst>
          </p:cNvPr>
          <p:cNvSpPr>
            <a:spLocks noGrp="1"/>
          </p:cNvSpPr>
          <p:nvPr/>
        </p:nvSpPr>
        <p:spPr>
          <a:xfrm>
            <a:off x="1047750" y="5572125"/>
            <a:ext cx="9620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1725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Fallback: manual transcription → second-person or source-row check → provenance note</a:t>
            </a:r>
          </a:p>
        </p:txBody>
      </p:sp>
    </p:spTree>
    <p:extLst>
      <p:ext uri="{BB962C8B-B14F-4D97-AF65-F5344CB8AC3E}">
        <p14:creationId xmlns:p14="http://schemas.microsoft.com/office/powerpoint/2010/main" val="1613448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  <p:bldP spid="16" grpId="0"/>
      <p:bldP spid="1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4FEE6F5-72E9-44E8-977E-A70705A77EE2}"/>
              </a:ext>
            </a:extLst>
          </p:cNvPr>
          <p:cNvSpPr>
            <a:spLocks noGrp="1"/>
          </p:cNvSpPr>
          <p:nvPr/>
        </p:nvSpPr>
        <p:spPr>
          <a:xfrm>
            <a:off x="685800" y="6353175"/>
            <a:ext cx="108204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153368-4EF5-45BE-80F6-03885D691BB2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CS-808  Tools and Techniques for Data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FA12EE-D36D-4B28-A105-72C88F2A05BE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BA22F8-CB26-470F-9EF0-A6452B7FC7D9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Searchable text still needs structure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FB7BE8-B8A5-4527-8B3B-A58716158592}"/>
              </a:ext>
            </a:extLst>
          </p:cNvPr>
          <p:cNvSpPr>
            <a:spLocks noGrp="1"/>
          </p:cNvSpPr>
          <p:nvPr/>
        </p:nvSpPr>
        <p:spPr>
          <a:xfrm>
            <a:off x="704850" y="1543050"/>
            <a:ext cx="4572000" cy="4286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D9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rcRect l="11478" t="6513" r="6301" b="24837"/>
          <a:stretch>
            <a:fillRect/>
          </a:stretch>
        </p:blipFill>
        <p:spPr>
          <a:xfrm>
            <a:off x="1032511" y="1642110"/>
            <a:ext cx="3719100" cy="401858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EEEA8D1-1AD9-409D-AB52-69D8295D1952}"/>
              </a:ext>
            </a:extLst>
          </p:cNvPr>
          <p:cNvSpPr>
            <a:spLocks noGrp="1"/>
          </p:cNvSpPr>
          <p:nvPr/>
        </p:nvSpPr>
        <p:spPr>
          <a:xfrm>
            <a:off x="5810250" y="1828800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 i="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Observed behavior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B5F229-A2C5-42B5-93D2-E2960282FD10}"/>
              </a:ext>
            </a:extLst>
          </p:cNvPr>
          <p:cNvSpPr>
            <a:spLocks noGrp="1"/>
          </p:cNvSpPr>
          <p:nvPr/>
        </p:nvSpPr>
        <p:spPr>
          <a:xfrm>
            <a:off x="5810250" y="23241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Text is extractable, but cell boundaries and reading order still require reconstruction.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728078-4A13-4A60-A10A-C4F2B9D642CA}"/>
              </a:ext>
            </a:extLst>
          </p:cNvPr>
          <p:cNvSpPr>
            <a:spLocks noGrp="1"/>
          </p:cNvSpPr>
          <p:nvPr/>
        </p:nvSpPr>
        <p:spPr>
          <a:xfrm>
            <a:off x="5810250" y="3638550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 i="0">
                <a:solidFill>
                  <a:srgbClr val="B54A3A"/>
                </a:solidFill>
                <a:latin typeface="Arial"/>
                <a:ea typeface="Arial"/>
                <a:cs typeface="Arial"/>
              </a:defRPr>
            </a:pPr>
            <a:r>
              <a:rPr sz="2100" b="1" i="0" dirty="0">
                <a:solidFill>
                  <a:srgbClr val="B54A3A"/>
                </a:solidFill>
                <a:latin typeface="Arial"/>
                <a:ea typeface="Arial"/>
                <a:cs typeface="Arial"/>
              </a:rPr>
              <a:t>Validation questions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758314-5D8A-4F8A-9F34-362A2427B35B}"/>
              </a:ext>
            </a:extLst>
          </p:cNvPr>
          <p:cNvSpPr>
            <a:spLocks noGrp="1"/>
          </p:cNvSpPr>
          <p:nvPr/>
        </p:nvSpPr>
        <p:spPr>
          <a:xfrm>
            <a:off x="6000750" y="4152900"/>
            <a:ext cx="4762500" cy="1476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2A38"/>
                </a:solidFill>
                <a:latin typeface="Arial"/>
                <a:ea typeface="Arial"/>
                <a:cs typeface="Arial"/>
              </a:rPr>
              <a:t>Did each date retain five measurements?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2A38"/>
                </a:solidFill>
                <a:latin typeface="Arial"/>
                <a:ea typeface="Arial"/>
                <a:cs typeface="Arial"/>
              </a:rPr>
              <a:t>Did the Average row enter the daily table?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2A38"/>
                </a:solidFill>
                <a:latin typeface="Arial"/>
                <a:ea typeface="Arial"/>
                <a:cs typeface="Arial"/>
              </a:rPr>
              <a:t>Were units preserved outside the CSV?</a:t>
            </a:r>
          </a:p>
        </p:txBody>
      </p:sp>
    </p:spTree>
    <p:extLst>
      <p:ext uri="{BB962C8B-B14F-4D97-AF65-F5344CB8AC3E}">
        <p14:creationId xmlns:p14="http://schemas.microsoft.com/office/powerpoint/2010/main" val="76874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4608DA-2D6A-4C53-A350-98BDEC09E5DB}"/>
              </a:ext>
            </a:extLst>
          </p:cNvPr>
          <p:cNvSpPr>
            <a:spLocks noGrp="1"/>
          </p:cNvSpPr>
          <p:nvPr/>
        </p:nvSpPr>
        <p:spPr>
          <a:xfrm>
            <a:off x="685800" y="6353175"/>
            <a:ext cx="108204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7FBABD-E1E1-4C71-97EE-D1EE55F07270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CS-808  Tools and Techniques for Data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08C608-F80D-42D3-B95F-AE0907284508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F7D501-F575-4873-A990-2B27857B8F0F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AQI rows change the table structure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1BB3BA-7B3B-4E17-90C3-09771F8B43D7}"/>
              </a:ext>
            </a:extLst>
          </p:cNvPr>
          <p:cNvSpPr>
            <a:spLocks noGrp="1"/>
          </p:cNvSpPr>
          <p:nvPr/>
        </p:nvSpPr>
        <p:spPr>
          <a:xfrm>
            <a:off x="704850" y="1543050"/>
            <a:ext cx="4572000" cy="4286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D9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rcRect l="10073" t="9612" r="9029" b="5550"/>
          <a:stretch>
            <a:fillRect/>
          </a:stretch>
        </p:blipFill>
        <p:spPr>
          <a:xfrm>
            <a:off x="1432560" y="1543050"/>
            <a:ext cx="3116580" cy="422964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8CDBC91-B4BD-4117-9660-619AACEC6D97}"/>
              </a:ext>
            </a:extLst>
          </p:cNvPr>
          <p:cNvSpPr>
            <a:spLocks noGrp="1"/>
          </p:cNvSpPr>
          <p:nvPr/>
        </p:nvSpPr>
        <p:spPr>
          <a:xfrm>
            <a:off x="5810250" y="1771650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 i="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Schema changes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5E6F4F-4296-4B4B-9358-6BEED2FFD479}"/>
              </a:ext>
            </a:extLst>
          </p:cNvPr>
          <p:cNvSpPr>
            <a:spLocks noGrp="1"/>
          </p:cNvSpPr>
          <p:nvPr/>
        </p:nvSpPr>
        <p:spPr>
          <a:xfrm>
            <a:off x="6000750" y="2286000"/>
            <a:ext cx="4762500" cy="2667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2A38"/>
                </a:solidFill>
                <a:latin typeface="Arial"/>
                <a:ea typeface="Arial"/>
                <a:cs typeface="Arial"/>
              </a:rPr>
              <a:t>Temperature and humidity disappear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2A38"/>
                </a:solidFill>
                <a:latin typeface="Arial"/>
                <a:ea typeface="Arial"/>
                <a:cs typeface="Arial"/>
              </a:rPr>
              <a:t>CO appears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2A38"/>
                </a:solidFill>
                <a:latin typeface="Arial"/>
                <a:ea typeface="Arial"/>
                <a:cs typeface="Arial"/>
              </a:rPr>
              <a:t>Each date has concentration and AQI rows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2A38"/>
                </a:solidFill>
                <a:latin typeface="Arial"/>
                <a:ea typeface="Arial"/>
                <a:cs typeface="Arial"/>
              </a:rPr>
              <a:t>Category colors carry meaning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2A38"/>
                </a:solidFill>
                <a:latin typeface="Arial"/>
                <a:ea typeface="Arial"/>
                <a:cs typeface="Arial"/>
              </a:rPr>
              <a:t>The table continues across three pages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F4A5E2-74F8-4239-BA96-4F4A723059D0}"/>
              </a:ext>
            </a:extLst>
          </p:cNvPr>
          <p:cNvSpPr>
            <a:spLocks noGrp="1"/>
          </p:cNvSpPr>
          <p:nvPr/>
        </p:nvSpPr>
        <p:spPr>
          <a:xfrm>
            <a:off x="5810250" y="5029200"/>
            <a:ext cx="50482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1" i="0">
                <a:solidFill>
                  <a:srgbClr val="B54A3A"/>
                </a:solidFill>
                <a:latin typeface="Arial"/>
                <a:ea typeface="Arial"/>
                <a:cs typeface="Arial"/>
              </a:defRPr>
            </a:pPr>
            <a:r>
              <a:rPr sz="1650" b="1" i="0" dirty="0">
                <a:solidFill>
                  <a:srgbClr val="B54A3A"/>
                </a:solidFill>
                <a:latin typeface="Arial"/>
                <a:ea typeface="Arial"/>
                <a:cs typeface="Arial"/>
              </a:rPr>
              <a:t>The extraction must preserve values and row meaning.</a:t>
            </a:r>
          </a:p>
        </p:txBody>
      </p:sp>
    </p:spTree>
    <p:extLst>
      <p:ext uri="{BB962C8B-B14F-4D97-AF65-F5344CB8AC3E}">
        <p14:creationId xmlns:p14="http://schemas.microsoft.com/office/powerpoint/2010/main" val="231691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8F3DA0F-770C-456D-9A20-8CCCFA3A95B0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88582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audit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A9131B-1E31-4476-BA21-5A3847349849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57275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Your group receives one PDF type. Decide what must be checked before its rows enter a trusted dataset.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91BB96-6C40-4FB0-8D19-612E45CA3319}"/>
              </a:ext>
            </a:extLst>
          </p:cNvPr>
          <p:cNvSpPr>
            <a:spLocks noGrp="1"/>
          </p:cNvSpPr>
          <p:nvPr/>
        </p:nvSpPr>
        <p:spPr>
          <a:xfrm>
            <a:off x="876300" y="2686050"/>
            <a:ext cx="10096500" cy="2952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54000" indent="-127000">
              <a:spcAft>
                <a:spcPts val="1400"/>
              </a:spcAft>
              <a:buChar char="•"/>
              <a:defRPr sz="1875">
                <a:solidFill>
                  <a:srgbClr val="EAF1F4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EAF1F4"/>
                </a:solidFill>
                <a:latin typeface="Arial"/>
                <a:ea typeface="Arial"/>
                <a:cs typeface="Arial"/>
              </a:rPr>
              <a:t>Identify what one row means and which units belong to each value</a:t>
            </a:r>
          </a:p>
          <a:p>
            <a:pPr marL="254000" indent="-127000">
              <a:spcAft>
                <a:spcPts val="1400"/>
              </a:spcAft>
              <a:buChar char="•"/>
              <a:defRPr sz="1875">
                <a:solidFill>
                  <a:srgbClr val="EAF1F4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EAF1F4"/>
                </a:solidFill>
                <a:latin typeface="Arial"/>
                <a:ea typeface="Arial"/>
                <a:cs typeface="Arial"/>
              </a:rPr>
              <a:t>Choose an extraction approach and name its likely failure</a:t>
            </a:r>
          </a:p>
          <a:p>
            <a:pPr marL="254000" indent="-127000">
              <a:spcAft>
                <a:spcPts val="1400"/>
              </a:spcAft>
              <a:buChar char="•"/>
              <a:defRPr sz="1875">
                <a:solidFill>
                  <a:srgbClr val="EAF1F4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EAF1F4"/>
                </a:solidFill>
                <a:latin typeface="Arial"/>
                <a:ea typeface="Arial"/>
                <a:cs typeface="Arial"/>
              </a:rPr>
              <a:t>Specify three validation checks that compare output with the source</a:t>
            </a:r>
          </a:p>
          <a:p>
            <a:pPr marL="254000" indent="-127000">
              <a:spcAft>
                <a:spcPts val="1400"/>
              </a:spcAft>
              <a:buChar char="•"/>
              <a:defRPr sz="1875">
                <a:solidFill>
                  <a:srgbClr val="EAF1F4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EAF1F4"/>
                </a:solidFill>
                <a:latin typeface="Arial"/>
                <a:ea typeface="Arial"/>
                <a:cs typeface="Arial"/>
              </a:rPr>
              <a:t>Decide when manual transcription is more responsible than automated extraction</a:t>
            </a:r>
          </a:p>
          <a:p>
            <a:pPr marL="254000" indent="-127000">
              <a:spcAft>
                <a:spcPts val="1400"/>
              </a:spcAft>
              <a:buChar char="•"/>
              <a:defRPr sz="1875">
                <a:solidFill>
                  <a:srgbClr val="EAF1F4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EAF1F4"/>
                </a:solidFill>
                <a:latin typeface="Arial"/>
                <a:ea typeface="Arial"/>
                <a:cs typeface="Arial"/>
              </a:rPr>
              <a:t>Record one provenance detail the CSV alone cannot preserve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2CE220-F6BA-4891-87B5-46E18879B9C2}"/>
              </a:ext>
            </a:extLst>
          </p:cNvPr>
          <p:cNvSpPr>
            <a:spLocks noGrp="1"/>
          </p:cNvSpPr>
          <p:nvPr/>
        </p:nvSpPr>
        <p:spPr>
          <a:xfrm>
            <a:off x="685800" y="6200775"/>
            <a:ext cx="10820400" cy="9525"/>
          </a:xfrm>
          <a:prstGeom prst="rect">
            <a:avLst/>
          </a:prstGeom>
          <a:solidFill>
            <a:srgbClr val="41617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0F0650-F18A-41AA-BB85-B5AE2E5D4854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2476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B7C9D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7C9D3"/>
                </a:solidFill>
                <a:latin typeface="Arial"/>
                <a:ea typeface="Arial"/>
                <a:cs typeface="Arial"/>
              </a:rPr>
              <a:t>CS-808  Lecture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4A6362-B235-4FDA-B2D6-75A22812FF8D}"/>
              </a:ext>
            </a:extLst>
          </p:cNvPr>
          <p:cNvSpPr>
            <a:spLocks noGrp="1"/>
          </p:cNvSpPr>
          <p:nvPr/>
        </p:nvSpPr>
        <p:spPr>
          <a:xfrm>
            <a:off x="10858500" y="6343650"/>
            <a:ext cx="6477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B7C9D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7C9D3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3402608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EA24F9-CE3B-4EBF-ACA2-5C8BB6CAAAA6}"/>
              </a:ext>
            </a:extLst>
          </p:cNvPr>
          <p:cNvSpPr>
            <a:spLocks noGrp="1"/>
          </p:cNvSpPr>
          <p:nvPr/>
        </p:nvSpPr>
        <p:spPr>
          <a:xfrm>
            <a:off x="4000500" y="2000250"/>
            <a:ext cx="419100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Break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AAAD89-B0CE-4FBF-8E49-718830303B03}"/>
              </a:ext>
            </a:extLst>
          </p:cNvPr>
          <p:cNvSpPr>
            <a:spLocks noGrp="1"/>
          </p:cNvSpPr>
          <p:nvPr/>
        </p:nvSpPr>
        <p:spPr>
          <a:xfrm>
            <a:off x="4762500" y="3048000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2400" b="0" i="0">
                <a:solidFill>
                  <a:srgbClr val="D9F1EB"/>
                </a:solidFill>
                <a:latin typeface="Arial"/>
                <a:ea typeface="Arial"/>
                <a:cs typeface="Arial"/>
              </a:defRPr>
            </a:pPr>
            <a:r>
              <a:rPr sz="2400" b="0" i="0" dirty="0">
                <a:solidFill>
                  <a:srgbClr val="D9F1EB"/>
                </a:solidFill>
                <a:latin typeface="Arial"/>
                <a:ea typeface="Arial"/>
                <a:cs typeface="Arial"/>
              </a:rPr>
              <a:t>15 minutes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CF35F0-27C4-458F-BFB2-F01046817F2F}"/>
              </a:ext>
            </a:extLst>
          </p:cNvPr>
          <p:cNvSpPr>
            <a:spLocks noGrp="1"/>
          </p:cNvSpPr>
          <p:nvPr/>
        </p:nvSpPr>
        <p:spPr>
          <a:xfrm>
            <a:off x="1714500" y="4191000"/>
            <a:ext cx="8763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8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Return ready to turn extracted rows into evidence.</a:t>
            </a:r>
          </a:p>
        </p:txBody>
      </p:sp>
    </p:spTree>
    <p:extLst>
      <p:ext uri="{BB962C8B-B14F-4D97-AF65-F5344CB8AC3E}">
        <p14:creationId xmlns:p14="http://schemas.microsoft.com/office/powerpoint/2010/main" val="8518233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FE305F-1989-4553-90A7-C38C17914EF3}"/>
              </a:ext>
            </a:extLst>
          </p:cNvPr>
          <p:cNvSpPr>
            <a:spLocks noGrp="1"/>
          </p:cNvSpPr>
          <p:nvPr/>
        </p:nvSpPr>
        <p:spPr>
          <a:xfrm>
            <a:off x="685800" y="6353175"/>
            <a:ext cx="108204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3CF779-5870-48D9-9A35-C0DE967F7A10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CS-808  Tools and Techniques for Data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AD7FF8-FF48-4944-AD7F-4D04A2BCF888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DA410D-3137-42E2-A5C2-C98081FAC667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The CSV reproduces a visible December pattern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7F6E10-C455-4E71-9275-A48052F37D5F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Daily PM2.5 concentration, Islamabad, December 2022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="781050" y="1752600"/>
          <a:ext cx="78105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E854A10D-C009-4BA3-A16A-4D39EFCA9596}"/>
              </a:ext>
            </a:extLst>
          </p:cNvPr>
          <p:cNvSpPr>
            <a:spLocks noGrp="1"/>
          </p:cNvSpPr>
          <p:nvPr/>
        </p:nvSpPr>
        <p:spPr>
          <a:xfrm>
            <a:off x="9096375" y="2095500"/>
            <a:ext cx="2095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31 daily rows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9DA254-2130-419B-BADD-536484A796FD}"/>
              </a:ext>
            </a:extLst>
          </p:cNvPr>
          <p:cNvSpPr>
            <a:spLocks noGrp="1"/>
          </p:cNvSpPr>
          <p:nvPr/>
        </p:nvSpPr>
        <p:spPr>
          <a:xfrm>
            <a:off x="9096375" y="2628900"/>
            <a:ext cx="219075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PM2.5 exceeds the displayed 35 µg/m³ value on most days.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43B33D-0D37-4F85-8B8B-6751CBDD2494}"/>
              </a:ext>
            </a:extLst>
          </p:cNvPr>
          <p:cNvSpPr>
            <a:spLocks noGrp="1"/>
          </p:cNvSpPr>
          <p:nvPr/>
        </p:nvSpPr>
        <p:spPr>
          <a:xfrm>
            <a:off x="9096375" y="4191000"/>
            <a:ext cx="219075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 i="0">
                <a:solidFill>
                  <a:srgbClr val="B54A3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B54A3A"/>
                </a:solidFill>
                <a:latin typeface="Arial"/>
                <a:ea typeface="Arial"/>
                <a:cs typeface="Arial"/>
              </a:rPr>
              <a:t>A matching shape does not prove every row was transcribed correctly.</a:t>
            </a:r>
          </a:p>
        </p:txBody>
      </p:sp>
    </p:spTree>
    <p:extLst>
      <p:ext uri="{BB962C8B-B14F-4D97-AF65-F5344CB8AC3E}">
        <p14:creationId xmlns:p14="http://schemas.microsoft.com/office/powerpoint/2010/main" val="10322149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9EA0C9E-E364-40A3-B15F-19676904E803}"/>
              </a:ext>
            </a:extLst>
          </p:cNvPr>
          <p:cNvSpPr>
            <a:spLocks noGrp="1"/>
          </p:cNvSpPr>
          <p:nvPr/>
        </p:nvSpPr>
        <p:spPr>
          <a:xfrm>
            <a:off x="685800" y="6353175"/>
            <a:ext cx="108204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8A8D7F-B8A6-4DD1-8A16-636EE9048739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CS-808  Tools and Techniques for Data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E31D67-87E5-46E8-9F76-D14078DA3B3B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570232-02F3-4F45-9201-3D220AAE80FA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Concentration is measured; AQI is derived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865D2-939E-4524-B831-1445805325FB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325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325" b="1" i="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PM2.5 concentration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CF201A-C31F-41B1-A241-6DC5AE7DADBC}"/>
              </a:ext>
            </a:extLst>
          </p:cNvPr>
          <p:cNvSpPr>
            <a:spLocks noGrp="1"/>
          </p:cNvSpPr>
          <p:nvPr/>
        </p:nvSpPr>
        <p:spPr>
          <a:xfrm>
            <a:off x="857250" y="2362200"/>
            <a:ext cx="419100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Measured mass concentration, reported here in µg/m³.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DF4593-A879-46B3-BBA8-17FF6E4B2C9C}"/>
              </a:ext>
            </a:extLst>
          </p:cNvPr>
          <p:cNvSpPr>
            <a:spLocks noGrp="1"/>
          </p:cNvSpPr>
          <p:nvPr/>
        </p:nvSpPr>
        <p:spPr>
          <a:xfrm>
            <a:off x="6096000" y="1695450"/>
            <a:ext cx="19050" cy="3143250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87CF5F-5E2C-4364-8545-B77061C15128}"/>
              </a:ext>
            </a:extLst>
          </p:cNvPr>
          <p:cNvSpPr>
            <a:spLocks noGrp="1"/>
          </p:cNvSpPr>
          <p:nvPr/>
        </p:nvSpPr>
        <p:spPr>
          <a:xfrm>
            <a:off x="6762750" y="1809750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325" b="1" i="0">
                <a:solidFill>
                  <a:srgbClr val="B54A3A"/>
                </a:solidFill>
                <a:latin typeface="Arial"/>
                <a:ea typeface="Arial"/>
                <a:cs typeface="Arial"/>
              </a:defRPr>
            </a:pPr>
            <a:r>
              <a:rPr sz="2325" b="1" i="0" dirty="0">
                <a:solidFill>
                  <a:srgbClr val="B54A3A"/>
                </a:solidFill>
                <a:latin typeface="Arial"/>
                <a:ea typeface="Arial"/>
                <a:cs typeface="Arial"/>
              </a:rPr>
              <a:t>Air Quality Index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586370-724E-432A-9B1A-297150C3D1D1}"/>
              </a:ext>
            </a:extLst>
          </p:cNvPr>
          <p:cNvSpPr>
            <a:spLocks noGrp="1"/>
          </p:cNvSpPr>
          <p:nvPr/>
        </p:nvSpPr>
        <p:spPr>
          <a:xfrm>
            <a:off x="6762750" y="2362200"/>
            <a:ext cx="4191000" cy="106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Derived from documented breakpoints and calculation rules.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33FF7FA-F72D-4187-AD3C-14A5D13FF2CB}"/>
              </a:ext>
            </a:extLst>
          </p:cNvPr>
          <p:cNvSpPr>
            <a:spLocks noGrp="1"/>
          </p:cNvSpPr>
          <p:nvPr/>
        </p:nvSpPr>
        <p:spPr>
          <a:xfrm>
            <a:off x="857250" y="4171950"/>
            <a:ext cx="10096500" cy="1238250"/>
          </a:xfrm>
          <a:prstGeom prst="roundRect">
            <a:avLst>
              <a:gd name="adj" fmla="val 6154"/>
            </a:avLst>
          </a:prstGeom>
          <a:solidFill>
            <a:srgbClr val="F8EBC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1AD600-B6CF-45AB-A570-5C51A2950057}"/>
              </a:ext>
            </a:extLst>
          </p:cNvPr>
          <p:cNvSpPr>
            <a:spLocks noGrp="1"/>
          </p:cNvSpPr>
          <p:nvPr/>
        </p:nvSpPr>
        <p:spPr>
          <a:xfrm>
            <a:off x="1190625" y="4400550"/>
            <a:ext cx="942975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87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1875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The 2020</a:t>
            </a:r>
            <a:r>
              <a:rPr lang="en-US" sz="1875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-</a:t>
            </a:r>
            <a:r>
              <a:rPr sz="1875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2022 CSV has concentrations only. We use a provisional PM2.5-based AQI for exploration</a:t>
            </a:r>
            <a:r>
              <a:rPr lang="en-US" sz="1875" b="1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;</a:t>
            </a:r>
            <a:r>
              <a:rPr lang="en-US" sz="1875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not as an official historical AQI.</a:t>
            </a:r>
          </a:p>
        </p:txBody>
      </p:sp>
    </p:spTree>
    <p:extLst>
      <p:ext uri="{BB962C8B-B14F-4D97-AF65-F5344CB8AC3E}">
        <p14:creationId xmlns:p14="http://schemas.microsoft.com/office/powerpoint/2010/main" val="2061647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  <p:bldP spid="12" grpId="0" animBg="1"/>
      <p:bldP spid="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A41A859-E6C6-4E24-A9B0-709D4A1E094D}"/>
              </a:ext>
            </a:extLst>
          </p:cNvPr>
          <p:cNvSpPr>
            <a:spLocks noGrp="1"/>
          </p:cNvSpPr>
          <p:nvPr/>
        </p:nvSpPr>
        <p:spPr>
          <a:xfrm>
            <a:off x="685800" y="6353175"/>
            <a:ext cx="108204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5A960E-51BC-48E6-86D4-849852A8C689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CS-808  Tools and Techniques for Data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93E8F2-8660-4806-BBAD-C2BCC3BB644A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7A6180-EB5C-415C-9BD2-3389D2C1A1E9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Winter months look worse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B8CD53-9AF0-40B3-85FD-159CAB81B854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Mean monthly provisional PM2.5 AQI ± 1 SD across 2020, 2021, and 2022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2C23A7C-4A01-450B-AFC3-505E1185669A}"/>
              </a:ext>
            </a:extLst>
          </p:cNvPr>
          <p:cNvSpPr>
            <a:spLocks noGrp="1"/>
          </p:cNvSpPr>
          <p:nvPr/>
        </p:nvSpPr>
        <p:spPr>
          <a:xfrm>
            <a:off x="9334500" y="2712190"/>
            <a:ext cx="20002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1" i="0">
                <a:solidFill>
                  <a:srgbClr val="B54A3A"/>
                </a:solidFill>
                <a:latin typeface="Arial"/>
                <a:ea typeface="Arial"/>
                <a:cs typeface="Arial"/>
              </a:defRPr>
            </a:pPr>
            <a:r>
              <a:rPr sz="1950" b="1" i="0" dirty="0">
                <a:solidFill>
                  <a:srgbClr val="B54A3A"/>
                </a:solidFill>
                <a:latin typeface="Arial"/>
                <a:ea typeface="Arial"/>
                <a:cs typeface="Arial"/>
              </a:rPr>
              <a:t>Jan 135 ± 16</a:t>
            </a:r>
          </a:p>
          <a:p>
            <a:pPr>
              <a:defRPr sz="1950" b="1" i="0">
                <a:solidFill>
                  <a:srgbClr val="B54A3A"/>
                </a:solidFill>
                <a:latin typeface="Arial"/>
                <a:ea typeface="Arial"/>
                <a:cs typeface="Arial"/>
              </a:defRPr>
            </a:pPr>
            <a:r>
              <a:rPr sz="1950" b="1" i="0" dirty="0">
                <a:solidFill>
                  <a:srgbClr val="B54A3A"/>
                </a:solidFill>
                <a:latin typeface="Arial"/>
                <a:ea typeface="Arial"/>
                <a:cs typeface="Arial"/>
              </a:rPr>
              <a:t>Dec 153 ± 23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C87A926-8804-4DCD-ABF8-11ABC3F17AE9}"/>
              </a:ext>
            </a:extLst>
          </p:cNvPr>
          <p:cNvSpPr>
            <a:spLocks noGrp="1"/>
          </p:cNvSpPr>
          <p:nvPr/>
        </p:nvSpPr>
        <p:spPr>
          <a:xfrm>
            <a:off x="9277350" y="3855190"/>
            <a:ext cx="2095500" cy="838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Bars above 100 are colored red; 51–100 amber.</a:t>
            </a:r>
          </a:p>
        </p:txBody>
      </p:sp>
      <p:graphicFrame>
        <p:nvGraphicFramePr>
          <p:cNvPr id="49" name="Chart">
            <a:extLst>
              <a:ext uri="{FF2B5EF4-FFF2-40B4-BE49-F238E27FC236}">
                <a16:creationId xmlns:a16="http://schemas.microsoft.com/office/drawing/2014/main" id="{158A703C-DB9D-72A5-DAED-9B9EE4CC94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4578017"/>
              </p:ext>
            </p:extLst>
          </p:nvPr>
        </p:nvGraphicFramePr>
        <p:xfrm>
          <a:off x="723900" y="1695450"/>
          <a:ext cx="819150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950957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EFDA524-1ED6-4E63-93D7-80C6A09636F2}"/>
              </a:ext>
            </a:extLst>
          </p:cNvPr>
          <p:cNvSpPr>
            <a:spLocks noGrp="1"/>
          </p:cNvSpPr>
          <p:nvPr/>
        </p:nvSpPr>
        <p:spPr>
          <a:xfrm>
            <a:off x="685800" y="6353175"/>
            <a:ext cx="108204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242378-8015-49CB-8AD4-B9AF645BED33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CS-808  Tools and Techniques for Data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16EE4B-899D-42EF-82A4-FB8FEB32E9AA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A334D5-1F15-41BC-B4D3-4D54309528CD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Do temperature and humidity relate to AQI?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A6A91A-8F60-4014-AC6B-2E200967DC36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Daily observations, 2020–2022; correlation describes association, not cause</a:t>
            </a:r>
          </a:p>
        </p:txBody>
      </p:sp>
      <p:graphicFrame>
        <p:nvGraphicFramePr>
          <p:cNvPr id="21" name="Chart"/>
          <p:cNvGraphicFramePr/>
          <p:nvPr>
            <p:extLst>
              <p:ext uri="{D42A27DB-BD31-4B8C-83A1-F6EECF244321}">
                <p14:modId xmlns:p14="http://schemas.microsoft.com/office/powerpoint/2010/main" val="1067587500"/>
              </p:ext>
            </p:extLst>
          </p:nvPr>
        </p:nvGraphicFramePr>
        <p:xfrm>
          <a:off x="542260" y="1809750"/>
          <a:ext cx="5306090" cy="4552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Chart"/>
          <p:cNvGraphicFramePr/>
          <p:nvPr>
            <p:extLst>
              <p:ext uri="{D42A27DB-BD31-4B8C-83A1-F6EECF244321}">
                <p14:modId xmlns:p14="http://schemas.microsoft.com/office/powerpoint/2010/main" val="3644957130"/>
              </p:ext>
            </p:extLst>
          </p:nvPr>
        </p:nvGraphicFramePr>
        <p:xfrm>
          <a:off x="6229350" y="1809749"/>
          <a:ext cx="5124450" cy="4543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0394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963B815-2D27-40B2-B61C-5187066F1016}"/>
              </a:ext>
            </a:extLst>
          </p:cNvPr>
          <p:cNvSpPr>
            <a:spLocks noGrp="1"/>
          </p:cNvSpPr>
          <p:nvPr/>
        </p:nvSpPr>
        <p:spPr>
          <a:xfrm>
            <a:off x="685800" y="6353175"/>
            <a:ext cx="108204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FD951F-1D44-4394-A1B5-83F9A9D2EA74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CS-808  Tools and Techniques for Data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4A585A-EBB5-4AA4-A18A-7FA00AB8712E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453273-1BCB-4907-9330-17FEF002424F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The latest AQI PDF has no temperature or humidity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578D01-A989-4C58-A277-B685DA159470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What does an absent column mean?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657D7F-341A-42C7-93E3-82363336098D}"/>
              </a:ext>
            </a:extLst>
          </p:cNvPr>
          <p:cNvSpPr>
            <a:spLocks noGrp="1"/>
          </p:cNvSpPr>
          <p:nvPr/>
        </p:nvSpPr>
        <p:spPr>
          <a:xfrm>
            <a:off x="723900" y="1885950"/>
            <a:ext cx="3333750" cy="276225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CBD5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8195F2-E9A4-4E73-801C-CDDEEA0372BE}"/>
              </a:ext>
            </a:extLst>
          </p:cNvPr>
          <p:cNvSpPr>
            <a:spLocks noGrp="1"/>
          </p:cNvSpPr>
          <p:nvPr/>
        </p:nvSpPr>
        <p:spPr>
          <a:xfrm>
            <a:off x="952500" y="2209800"/>
            <a:ext cx="28765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 i="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Not measured?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F64030-5FEF-49F5-96AD-F34928AD528B}"/>
              </a:ext>
            </a:extLst>
          </p:cNvPr>
          <p:cNvSpPr>
            <a:spLocks noGrp="1"/>
          </p:cNvSpPr>
          <p:nvPr/>
        </p:nvSpPr>
        <p:spPr>
          <a:xfrm>
            <a:off x="990600" y="3143250"/>
            <a:ext cx="2800350" cy="1085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The instrument or reporting process may not have recorded it.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6359712-67A4-42F0-ACBB-590B63DF9E9F}"/>
              </a:ext>
            </a:extLst>
          </p:cNvPr>
          <p:cNvSpPr>
            <a:spLocks noGrp="1"/>
          </p:cNvSpPr>
          <p:nvPr/>
        </p:nvSpPr>
        <p:spPr>
          <a:xfrm>
            <a:off x="4476750" y="1885950"/>
            <a:ext cx="3333750" cy="276225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CBD5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1949E5-2042-459A-963E-2283628DEBCF}"/>
              </a:ext>
            </a:extLst>
          </p:cNvPr>
          <p:cNvSpPr>
            <a:spLocks noGrp="1"/>
          </p:cNvSpPr>
          <p:nvPr/>
        </p:nvSpPr>
        <p:spPr>
          <a:xfrm>
            <a:off x="4705350" y="2209800"/>
            <a:ext cx="28765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 i="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Measured, not published?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143E95-011A-47F4-B88E-5C5AA1622258}"/>
              </a:ext>
            </a:extLst>
          </p:cNvPr>
          <p:cNvSpPr>
            <a:spLocks noGrp="1"/>
          </p:cNvSpPr>
          <p:nvPr/>
        </p:nvSpPr>
        <p:spPr>
          <a:xfrm>
            <a:off x="4743450" y="3143250"/>
            <a:ext cx="2800350" cy="1085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The values may exist elsewhere but are outside this report.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2442342-4D12-44C0-B166-A7DC7E1E6B89}"/>
              </a:ext>
            </a:extLst>
          </p:cNvPr>
          <p:cNvSpPr>
            <a:spLocks noGrp="1"/>
          </p:cNvSpPr>
          <p:nvPr/>
        </p:nvSpPr>
        <p:spPr>
          <a:xfrm>
            <a:off x="8229600" y="1885950"/>
            <a:ext cx="3333750" cy="276225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CBD5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30CBE2-8F44-4657-8495-A26E858075D6}"/>
              </a:ext>
            </a:extLst>
          </p:cNvPr>
          <p:cNvSpPr>
            <a:spLocks noGrp="1"/>
          </p:cNvSpPr>
          <p:nvPr/>
        </p:nvSpPr>
        <p:spPr>
          <a:xfrm>
            <a:off x="8458200" y="2209800"/>
            <a:ext cx="28765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 i="0">
                <a:solidFill>
                  <a:srgbClr val="B54A3A"/>
                </a:solidFill>
                <a:latin typeface="Arial"/>
                <a:ea typeface="Arial"/>
                <a:cs typeface="Arial"/>
              </a:defRPr>
            </a:pPr>
            <a:r>
              <a:rPr sz="2100" b="1" i="0" dirty="0">
                <a:solidFill>
                  <a:srgbClr val="B54A3A"/>
                </a:solidFill>
                <a:latin typeface="Arial"/>
                <a:ea typeface="Arial"/>
                <a:cs typeface="Arial"/>
              </a:rPr>
              <a:t>Not relevant?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884B9C-5141-4C65-8E24-3040875D2B7A}"/>
              </a:ext>
            </a:extLst>
          </p:cNvPr>
          <p:cNvSpPr>
            <a:spLocks noGrp="1"/>
          </p:cNvSpPr>
          <p:nvPr/>
        </p:nvSpPr>
        <p:spPr>
          <a:xfrm>
            <a:off x="8496300" y="3143250"/>
            <a:ext cx="2800350" cy="1085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Absence is not evidence that weather has no relationship with pollution.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51956EC-2ABF-4010-841A-EE1B76A168FD}"/>
              </a:ext>
            </a:extLst>
          </p:cNvPr>
          <p:cNvSpPr>
            <a:spLocks noGrp="1"/>
          </p:cNvSpPr>
          <p:nvPr/>
        </p:nvSpPr>
        <p:spPr>
          <a:xfrm>
            <a:off x="1333500" y="5067300"/>
            <a:ext cx="9525000" cy="723900"/>
          </a:xfrm>
          <a:prstGeom prst="roundRect">
            <a:avLst>
              <a:gd name="adj" fmla="val 10526"/>
            </a:avLst>
          </a:prstGeom>
          <a:solidFill>
            <a:srgbClr val="F8EBC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85717D-1743-4523-9FD4-B3CA84262454}"/>
              </a:ext>
            </a:extLst>
          </p:cNvPr>
          <p:cNvSpPr>
            <a:spLocks noGrp="1"/>
          </p:cNvSpPr>
          <p:nvPr/>
        </p:nvSpPr>
        <p:spPr>
          <a:xfrm>
            <a:off x="1657350" y="5229225"/>
            <a:ext cx="88773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1650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Missingness is a data-generating-process question before it is a coding problem.</a:t>
            </a:r>
          </a:p>
        </p:txBody>
      </p:sp>
    </p:spTree>
    <p:extLst>
      <p:ext uri="{BB962C8B-B14F-4D97-AF65-F5344CB8AC3E}">
        <p14:creationId xmlns:p14="http://schemas.microsoft.com/office/powerpoint/2010/main" val="175063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  <p:bldP spid="16" grpId="0"/>
      <p:bldP spid="17" grpId="0" animBg="1"/>
      <p:bldP spid="1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C3C7BA7-8E92-4F7E-A1E4-268A29CDBF65}"/>
              </a:ext>
            </a:extLst>
          </p:cNvPr>
          <p:cNvSpPr>
            <a:spLocks noGrp="1"/>
          </p:cNvSpPr>
          <p:nvPr/>
        </p:nvSpPr>
        <p:spPr>
          <a:xfrm>
            <a:off x="685800" y="6353175"/>
            <a:ext cx="108204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72ABBC-B402-4D7C-9CF2-1F811F536AFC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CS-808  Tools and Techniques for Data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1A32A2-3464-4DDA-9B24-2AA4EF9D13B5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15D881-B0DE-4F42-9BD2-F66E2EF638E8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Add daily weather from Meteostat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A52360-DD3C-447F-95C1-8D7B2464C9E1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Join external hourly weather to the July 2026 AQI rows by Islamabad local date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765F38-82E1-4E41-9BD7-627943812915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514350" cy="361950"/>
          </a:xfrm>
          <a:prstGeom prst="roundRect">
            <a:avLst>
              <a:gd name="adj" fmla="val 21053"/>
            </a:avLst>
          </a:prstGeom>
          <a:solidFill>
            <a:srgbClr val="F8EBC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843202-744E-40CC-A09E-D999E5B2606E}"/>
              </a:ext>
            </a:extLst>
          </p:cNvPr>
          <p:cNvSpPr>
            <a:spLocks noGrp="1"/>
          </p:cNvSpPr>
          <p:nvPr/>
        </p:nvSpPr>
        <p:spPr>
          <a:xfrm>
            <a:off x="876300" y="1971675"/>
            <a:ext cx="285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 i="0">
                <a:solidFill>
                  <a:srgbClr val="B54A3A"/>
                </a:solidFill>
                <a:latin typeface="Arial"/>
                <a:ea typeface="Arial"/>
                <a:cs typeface="Arial"/>
              </a:defRPr>
            </a:pPr>
            <a:r>
              <a:rPr sz="1275" b="1" i="0" dirty="0">
                <a:solidFill>
                  <a:srgbClr val="B54A3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904427-94C4-4603-AA9A-B9BCA59972BE}"/>
              </a:ext>
            </a:extLst>
          </p:cNvPr>
          <p:cNvSpPr>
            <a:spLocks noGrp="1"/>
          </p:cNvSpPr>
          <p:nvPr/>
        </p:nvSpPr>
        <p:spPr>
          <a:xfrm>
            <a:off x="1428750" y="1885950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Fetch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452AFC-9B1A-4B8C-8885-24029DFC55C7}"/>
              </a:ext>
            </a:extLst>
          </p:cNvPr>
          <p:cNvSpPr>
            <a:spLocks noGrp="1"/>
          </p:cNvSpPr>
          <p:nvPr/>
        </p:nvSpPr>
        <p:spPr>
          <a:xfrm>
            <a:off x="762000" y="2590800"/>
            <a:ext cx="3048000" cy="99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744 hourly rows</a:t>
            </a:r>
          </a:p>
          <a:p>
            <a:pPr>
              <a:defRPr sz="1725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Islamabad Airport (41571)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98E0CE-EFF0-47F0-9BB6-ACA62C51983F}"/>
              </a:ext>
            </a:extLst>
          </p:cNvPr>
          <p:cNvSpPr>
            <a:spLocks noGrp="1"/>
          </p:cNvSpPr>
          <p:nvPr/>
        </p:nvSpPr>
        <p:spPr>
          <a:xfrm>
            <a:off x="3886200" y="2609850"/>
            <a:ext cx="476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000" b="1" i="0">
                <a:solidFill>
                  <a:srgbClr val="E5A524"/>
                </a:solidFill>
                <a:latin typeface="Arial"/>
                <a:ea typeface="Arial"/>
                <a:cs typeface="Arial"/>
              </a:defRPr>
            </a:pPr>
            <a:r>
              <a:rPr sz="3000" b="1" i="0" dirty="0">
                <a:solidFill>
                  <a:srgbClr val="E5A52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DA61853-CE29-42A9-BE26-49B37BB00BF7}"/>
              </a:ext>
            </a:extLst>
          </p:cNvPr>
          <p:cNvSpPr>
            <a:spLocks noGrp="1"/>
          </p:cNvSpPr>
          <p:nvPr/>
        </p:nvSpPr>
        <p:spPr>
          <a:xfrm>
            <a:off x="4476750" y="1905000"/>
            <a:ext cx="514350" cy="361950"/>
          </a:xfrm>
          <a:prstGeom prst="roundRect">
            <a:avLst>
              <a:gd name="adj" fmla="val 21053"/>
            </a:avLst>
          </a:prstGeom>
          <a:solidFill>
            <a:srgbClr val="F8EBC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1F1778-36DA-4DCE-9C95-31C1C8C7391F}"/>
              </a:ext>
            </a:extLst>
          </p:cNvPr>
          <p:cNvSpPr>
            <a:spLocks noGrp="1"/>
          </p:cNvSpPr>
          <p:nvPr/>
        </p:nvSpPr>
        <p:spPr>
          <a:xfrm>
            <a:off x="4591050" y="1971675"/>
            <a:ext cx="285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 i="0">
                <a:solidFill>
                  <a:srgbClr val="B54A3A"/>
                </a:solidFill>
                <a:latin typeface="Arial"/>
                <a:ea typeface="Arial"/>
                <a:cs typeface="Arial"/>
              </a:defRPr>
            </a:pPr>
            <a:r>
              <a:rPr sz="1275" b="1" i="0" dirty="0">
                <a:solidFill>
                  <a:srgbClr val="B54A3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8CD6B8-7739-459A-88B0-7AFE4AD3A9F4}"/>
              </a:ext>
            </a:extLst>
          </p:cNvPr>
          <p:cNvSpPr>
            <a:spLocks noGrp="1"/>
          </p:cNvSpPr>
          <p:nvPr/>
        </p:nvSpPr>
        <p:spPr>
          <a:xfrm>
            <a:off x="5143500" y="1885950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Aggregate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6ABAB3-1580-4123-BB4C-7130E4546387}"/>
              </a:ext>
            </a:extLst>
          </p:cNvPr>
          <p:cNvSpPr>
            <a:spLocks noGrp="1"/>
          </p:cNvSpPr>
          <p:nvPr/>
        </p:nvSpPr>
        <p:spPr>
          <a:xfrm>
            <a:off x="4476750" y="2590800"/>
            <a:ext cx="3048000" cy="99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24 hourly values →</a:t>
            </a:r>
          </a:p>
          <a:p>
            <a:pPr>
              <a:defRPr sz="1725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daily mean temperature + RH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E50EE1-7BA9-471B-A7D1-C89048FB8D1B}"/>
              </a:ext>
            </a:extLst>
          </p:cNvPr>
          <p:cNvSpPr>
            <a:spLocks noGrp="1"/>
          </p:cNvSpPr>
          <p:nvPr/>
        </p:nvSpPr>
        <p:spPr>
          <a:xfrm>
            <a:off x="7600950" y="2609850"/>
            <a:ext cx="476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000" b="1" i="0">
                <a:solidFill>
                  <a:srgbClr val="E5A524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E5A52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273E333-5B4F-46AA-9506-882E3AED4C8C}"/>
              </a:ext>
            </a:extLst>
          </p:cNvPr>
          <p:cNvSpPr>
            <a:spLocks noGrp="1"/>
          </p:cNvSpPr>
          <p:nvPr/>
        </p:nvSpPr>
        <p:spPr>
          <a:xfrm>
            <a:off x="8191500" y="1905000"/>
            <a:ext cx="514350" cy="361950"/>
          </a:xfrm>
          <a:prstGeom prst="roundRect">
            <a:avLst>
              <a:gd name="adj" fmla="val 21053"/>
            </a:avLst>
          </a:prstGeom>
          <a:solidFill>
            <a:srgbClr val="F8EBC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F83777-309A-4DA1-992A-C857B5C15E74}"/>
              </a:ext>
            </a:extLst>
          </p:cNvPr>
          <p:cNvSpPr>
            <a:spLocks noGrp="1"/>
          </p:cNvSpPr>
          <p:nvPr/>
        </p:nvSpPr>
        <p:spPr>
          <a:xfrm>
            <a:off x="8305800" y="1971675"/>
            <a:ext cx="285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 i="0">
                <a:solidFill>
                  <a:srgbClr val="B54A3A"/>
                </a:solidFill>
                <a:latin typeface="Arial"/>
                <a:ea typeface="Arial"/>
                <a:cs typeface="Arial"/>
              </a:defRPr>
            </a:pPr>
            <a:r>
              <a:rPr sz="1275" b="1" i="0" dirty="0">
                <a:solidFill>
                  <a:srgbClr val="B54A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A24774-1D98-405F-B981-14C592E5A2FD}"/>
              </a:ext>
            </a:extLst>
          </p:cNvPr>
          <p:cNvSpPr>
            <a:spLocks noGrp="1"/>
          </p:cNvSpPr>
          <p:nvPr/>
        </p:nvSpPr>
        <p:spPr>
          <a:xfrm>
            <a:off x="8858250" y="1885950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Join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7C880C-308E-4B67-9698-26B83F6A2AA6}"/>
              </a:ext>
            </a:extLst>
          </p:cNvPr>
          <p:cNvSpPr>
            <a:spLocks noGrp="1"/>
          </p:cNvSpPr>
          <p:nvPr/>
        </p:nvSpPr>
        <p:spPr>
          <a:xfrm>
            <a:off x="8191500" y="2590800"/>
            <a:ext cx="3048000" cy="99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31 AQI dates →</a:t>
            </a:r>
          </a:p>
          <a:p>
            <a:pPr>
              <a:defRPr sz="1725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31 enriched daily rows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4651679-F31C-4D68-B43D-30C7F25316E0}"/>
              </a:ext>
            </a:extLst>
          </p:cNvPr>
          <p:cNvSpPr>
            <a:spLocks noGrp="1"/>
          </p:cNvSpPr>
          <p:nvPr/>
        </p:nvSpPr>
        <p:spPr>
          <a:xfrm>
            <a:off x="857250" y="4095750"/>
            <a:ext cx="10096500" cy="1428750"/>
          </a:xfrm>
          <a:prstGeom prst="roundRect">
            <a:avLst>
              <a:gd name="adj" fmla="val 5333"/>
            </a:avLst>
          </a:prstGeom>
          <a:solidFill>
            <a:srgbClr val="DCEFE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EE694A-A27F-4405-8F6E-4E4F5EF3AFDF}"/>
              </a:ext>
            </a:extLst>
          </p:cNvPr>
          <p:cNvSpPr>
            <a:spLocks noGrp="1"/>
          </p:cNvSpPr>
          <p:nvPr/>
        </p:nvSpPr>
        <p:spPr>
          <a:xfrm>
            <a:off x="1123950" y="4343400"/>
            <a:ext cx="24765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1" i="0">
                <a:solidFill>
                  <a:srgbClr val="B54A3A"/>
                </a:solidFill>
                <a:latin typeface="Arial"/>
                <a:ea typeface="Arial"/>
                <a:cs typeface="Arial"/>
              </a:defRPr>
            </a:pPr>
            <a:r>
              <a:rPr sz="1950" b="1" i="0" dirty="0">
                <a:solidFill>
                  <a:srgbClr val="B54A3A"/>
                </a:solidFill>
                <a:latin typeface="Arial"/>
                <a:ea typeface="Arial"/>
                <a:cs typeface="Arial"/>
              </a:rPr>
              <a:t>Provenance warning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90852F5-2A3A-451F-B7EC-99D34AB077BD}"/>
              </a:ext>
            </a:extLst>
          </p:cNvPr>
          <p:cNvSpPr>
            <a:spLocks noGrp="1"/>
          </p:cNvSpPr>
          <p:nvPr/>
        </p:nvSpPr>
        <p:spPr>
          <a:xfrm>
            <a:off x="3619500" y="4286250"/>
            <a:ext cx="6953250" cy="914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1650" b="0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Weather is external contextual/model data from </a:t>
            </a:r>
            <a:r>
              <a:rPr sz="1650" b="0" i="0" dirty="0" err="1">
                <a:solidFill>
                  <a:srgbClr val="12344A"/>
                </a:solidFill>
                <a:latin typeface="Arial"/>
                <a:ea typeface="Arial"/>
                <a:cs typeface="Arial"/>
              </a:rPr>
              <a:t>dwd_mosmix</a:t>
            </a:r>
            <a:r>
              <a:rPr sz="1650" b="0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 at a station about 8.9 km away</a:t>
            </a:r>
            <a:r>
              <a:rPr lang="en-US" sz="1650" b="0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, </a:t>
            </a:r>
            <a:r>
              <a:rPr sz="1650" b="0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not the EPA instrument. Preserve provider, station, time</a:t>
            </a:r>
            <a:r>
              <a:rPr lang="en-US" sz="1650" b="0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zone, attribution, and join rule in the CSV.</a:t>
            </a:r>
          </a:p>
        </p:txBody>
      </p:sp>
    </p:spTree>
    <p:extLst>
      <p:ext uri="{BB962C8B-B14F-4D97-AF65-F5344CB8AC3E}">
        <p14:creationId xmlns:p14="http://schemas.microsoft.com/office/powerpoint/2010/main" val="61211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/>
      <p:bldP spid="12" grpId="0"/>
      <p:bldP spid="1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8290CEF-7049-4B60-BFBC-8BDBFFB5E6D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88582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Problem-framing canvas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CC00AF-CE64-4F4A-98D5-36605B8F0195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57275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Could these files plus external weather support a trustworthy Islamabad air-quality advisory?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889122-2130-46BE-AB22-E2CC70AA49DC}"/>
              </a:ext>
            </a:extLst>
          </p:cNvPr>
          <p:cNvSpPr>
            <a:spLocks noGrp="1"/>
          </p:cNvSpPr>
          <p:nvPr/>
        </p:nvSpPr>
        <p:spPr>
          <a:xfrm>
            <a:off x="876300" y="2686050"/>
            <a:ext cx="10096500" cy="2952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54000" indent="-127000">
              <a:spcAft>
                <a:spcPts val="1400"/>
              </a:spcAft>
              <a:buChar char="•"/>
              <a:defRPr sz="1875">
                <a:solidFill>
                  <a:srgbClr val="EAF1F4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EAF1F4"/>
                </a:solidFill>
                <a:latin typeface="Arial"/>
                <a:ea typeface="Arial"/>
                <a:cs typeface="Arial"/>
              </a:rPr>
              <a:t>Name the intended user and the decision the advisory would support</a:t>
            </a:r>
          </a:p>
          <a:p>
            <a:pPr marL="254000" indent="-127000">
              <a:spcAft>
                <a:spcPts val="1400"/>
              </a:spcAft>
              <a:buChar char="•"/>
              <a:defRPr sz="1875">
                <a:solidFill>
                  <a:srgbClr val="EAF1F4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EAF1F4"/>
                </a:solidFill>
                <a:latin typeface="Arial"/>
                <a:ea typeface="Arial"/>
                <a:cs typeface="Arial"/>
              </a:rPr>
              <a:t>Define the observation and the required prediction or summary</a:t>
            </a:r>
          </a:p>
          <a:p>
            <a:pPr marL="254000" indent="-127000">
              <a:spcAft>
                <a:spcPts val="1400"/>
              </a:spcAft>
              <a:buChar char="•"/>
              <a:defRPr sz="1875">
                <a:solidFill>
                  <a:srgbClr val="EAF1F4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EAF1F4"/>
                </a:solidFill>
                <a:latin typeface="Arial"/>
                <a:ea typeface="Arial"/>
                <a:cs typeface="Arial"/>
              </a:rPr>
              <a:t>Separate measured, derived, externally sourced, and missing fields</a:t>
            </a:r>
          </a:p>
          <a:p>
            <a:pPr marL="254000" indent="-127000">
              <a:spcAft>
                <a:spcPts val="1400"/>
              </a:spcAft>
              <a:buChar char="•"/>
              <a:defRPr sz="1875">
                <a:solidFill>
                  <a:srgbClr val="EAF1F4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EAF1F4"/>
                </a:solidFill>
                <a:latin typeface="Arial"/>
                <a:ea typeface="Arial"/>
                <a:cs typeface="Arial"/>
              </a:rPr>
              <a:t>Choose one success criterion and one validation design</a:t>
            </a:r>
          </a:p>
          <a:p>
            <a:pPr marL="254000" indent="-127000">
              <a:spcAft>
                <a:spcPts val="1400"/>
              </a:spcAft>
              <a:buChar char="•"/>
              <a:defRPr sz="1875">
                <a:solidFill>
                  <a:srgbClr val="EAF1F4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EAF1F4"/>
                </a:solidFill>
                <a:latin typeface="Arial"/>
                <a:ea typeface="Arial"/>
                <a:cs typeface="Arial"/>
              </a:rPr>
              <a:t>Name one harmful consequence and one provenance limitation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60B2DD-5312-4E76-9CE7-2A683B7F8370}"/>
              </a:ext>
            </a:extLst>
          </p:cNvPr>
          <p:cNvSpPr>
            <a:spLocks noGrp="1"/>
          </p:cNvSpPr>
          <p:nvPr/>
        </p:nvSpPr>
        <p:spPr>
          <a:xfrm>
            <a:off x="685800" y="6200775"/>
            <a:ext cx="10820400" cy="9525"/>
          </a:xfrm>
          <a:prstGeom prst="rect">
            <a:avLst/>
          </a:prstGeom>
          <a:solidFill>
            <a:srgbClr val="41617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C474BF-7D92-4D13-ABA0-D1A0ACBD6DA9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2476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B7C9D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7C9D3"/>
                </a:solidFill>
                <a:latin typeface="Arial"/>
                <a:ea typeface="Arial"/>
                <a:cs typeface="Arial"/>
              </a:rPr>
              <a:t>CS-808  Lecture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27F8B2-4837-4122-9FC0-7BAF25289DAF}"/>
              </a:ext>
            </a:extLst>
          </p:cNvPr>
          <p:cNvSpPr>
            <a:spLocks noGrp="1"/>
          </p:cNvSpPr>
          <p:nvPr/>
        </p:nvSpPr>
        <p:spPr>
          <a:xfrm>
            <a:off x="10858500" y="6343650"/>
            <a:ext cx="6477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B7C9D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7C9D3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2590994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2AD5E1C-8832-495F-9F0A-88D0D2937632}"/>
              </a:ext>
            </a:extLst>
          </p:cNvPr>
          <p:cNvSpPr>
            <a:spLocks noGrp="1"/>
          </p:cNvSpPr>
          <p:nvPr/>
        </p:nvSpPr>
        <p:spPr>
          <a:xfrm>
            <a:off x="685800" y="6353175"/>
            <a:ext cx="108204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818B6A-49E1-43C9-80BD-5388FA52CBF1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CS-808  Tools and Techniques for Data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F923CD-6E38-480B-86D7-0746277CF88E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526DF2-7D84-4764-AF37-FAD4DAD9668C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Share, compare, and challenge assumptions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A65CEB-16EF-4505-8F9C-5E064791655A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3524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Two group reports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6FD780-2FF8-49B6-944E-2DD05EF490E8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3429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Two minutes per group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D074A9-BC38-412D-A3C0-2C8B959362EB}"/>
              </a:ext>
            </a:extLst>
          </p:cNvPr>
          <p:cNvSpPr>
            <a:spLocks noGrp="1"/>
          </p:cNvSpPr>
          <p:nvPr/>
        </p:nvSpPr>
        <p:spPr>
          <a:xfrm>
            <a:off x="6572250" y="1752600"/>
            <a:ext cx="3714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 i="0">
                <a:solidFill>
                  <a:srgbClr val="B54A3A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B54A3A"/>
                </a:solidFill>
                <a:latin typeface="Arial"/>
                <a:ea typeface="Arial"/>
                <a:cs typeface="Arial"/>
              </a:rPr>
              <a:t>Instructor synthesis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FE6ADD-8659-4C8F-9019-589323859760}"/>
              </a:ext>
            </a:extLst>
          </p:cNvPr>
          <p:cNvSpPr>
            <a:spLocks noGrp="1"/>
          </p:cNvSpPr>
          <p:nvPr/>
        </p:nvSpPr>
        <p:spPr>
          <a:xfrm>
            <a:off x="6572250" y="2266950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Two minutes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FA5F9E-12AA-4146-85EC-4D731B5F3D2F}"/>
              </a:ext>
            </a:extLst>
          </p:cNvPr>
          <p:cNvSpPr>
            <a:spLocks noGrp="1"/>
          </p:cNvSpPr>
          <p:nvPr/>
        </p:nvSpPr>
        <p:spPr>
          <a:xfrm>
            <a:off x="6096000" y="1638300"/>
            <a:ext cx="19050" cy="1428750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B6A8DC-4E4B-4287-8EEC-25DE404562DA}"/>
              </a:ext>
            </a:extLst>
          </p:cNvPr>
          <p:cNvSpPr>
            <a:spLocks noGrp="1"/>
          </p:cNvSpPr>
          <p:nvPr/>
        </p:nvSpPr>
        <p:spPr>
          <a:xfrm>
            <a:off x="1333500" y="3333750"/>
            <a:ext cx="9334500" cy="1809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54000" indent="-127000">
              <a:spcAft>
                <a:spcPts val="1500"/>
              </a:spcAft>
              <a:buChar char="•"/>
              <a:defRPr sz="210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62A38"/>
                </a:solidFill>
                <a:latin typeface="Arial"/>
                <a:ea typeface="Arial"/>
                <a:cs typeface="Arial"/>
              </a:rPr>
              <a:t>Does the seasonal plot answer the question?</a:t>
            </a:r>
          </a:p>
          <a:p>
            <a:pPr marL="254000" indent="-127000">
              <a:spcAft>
                <a:spcPts val="1500"/>
              </a:spcAft>
              <a:buChar char="•"/>
              <a:defRPr sz="210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62A38"/>
                </a:solidFill>
                <a:latin typeface="Arial"/>
                <a:ea typeface="Arial"/>
                <a:cs typeface="Arial"/>
              </a:rPr>
              <a:t>What could explain the contradictory one-month pattern?</a:t>
            </a:r>
          </a:p>
          <a:p>
            <a:pPr marL="254000" indent="-127000">
              <a:spcAft>
                <a:spcPts val="1500"/>
              </a:spcAft>
              <a:buChar char="•"/>
              <a:defRPr sz="210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62A38"/>
                </a:solidFill>
                <a:latin typeface="Arial"/>
                <a:ea typeface="Arial"/>
                <a:cs typeface="Arial"/>
              </a:rPr>
              <a:t>Which limitation must travel with the merged CSV?</a:t>
            </a:r>
          </a:p>
        </p:txBody>
      </p:sp>
    </p:spTree>
    <p:extLst>
      <p:ext uri="{BB962C8B-B14F-4D97-AF65-F5344CB8AC3E}">
        <p14:creationId xmlns:p14="http://schemas.microsoft.com/office/powerpoint/2010/main" val="18364257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DE3161B-306B-4319-8DF7-3CD25FCD432A}"/>
              </a:ext>
            </a:extLst>
          </p:cNvPr>
          <p:cNvSpPr>
            <a:spLocks noGrp="1"/>
          </p:cNvSpPr>
          <p:nvPr/>
        </p:nvSpPr>
        <p:spPr>
          <a:xfrm>
            <a:off x="685800" y="6353175"/>
            <a:ext cx="108204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3ADB6A-77FC-426C-9AED-2FE628FBD33C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CS-808  Tools and Techniques for Data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EA98C7-362C-4E19-8C70-750B6E43157B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BC0217-8975-45B0-87D8-85BA7A269796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Complete workflow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535ACDB-72B0-42FF-9B90-7A7570B90C1B}"/>
              </a:ext>
            </a:extLst>
          </p:cNvPr>
          <p:cNvSpPr>
            <a:spLocks noGrp="1"/>
          </p:cNvSpPr>
          <p:nvPr/>
        </p:nvSpPr>
        <p:spPr>
          <a:xfrm>
            <a:off x="895350" y="1981200"/>
            <a:ext cx="10382250" cy="2000250"/>
          </a:xfrm>
          <a:prstGeom prst="roundRect">
            <a:avLst>
              <a:gd name="adj" fmla="val 3810"/>
            </a:avLst>
          </a:prstGeom>
          <a:solidFill>
            <a:srgbClr val="DCEFE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550AA3-568D-4F19-9C48-0F6290826181}"/>
              </a:ext>
            </a:extLst>
          </p:cNvPr>
          <p:cNvSpPr>
            <a:spLocks noGrp="1"/>
          </p:cNvSpPr>
          <p:nvPr/>
        </p:nvSpPr>
        <p:spPr>
          <a:xfrm>
            <a:off x="1084521" y="2083981"/>
            <a:ext cx="10193079" cy="18117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400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2400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A reliable data product connects an answerable question to</a:t>
            </a:r>
            <a:r>
              <a:rPr lang="en-US" sz="2400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documented evidence through a reproducible process, then</a:t>
            </a:r>
            <a:r>
              <a:rPr lang="en-US" sz="2400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communicates a result that an intended user can apply</a:t>
            </a:r>
            <a:r>
              <a:rPr lang="en-US" sz="2400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responsibly.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C143CF-351D-4D1B-93E1-7161C2C1CC9C}"/>
              </a:ext>
            </a:extLst>
          </p:cNvPr>
          <p:cNvSpPr>
            <a:spLocks noGrp="1"/>
          </p:cNvSpPr>
          <p:nvPr/>
        </p:nvSpPr>
        <p:spPr>
          <a:xfrm>
            <a:off x="1295400" y="4648200"/>
            <a:ext cx="960120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6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650" b="1" i="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Today: failed extraction → changed tool → validated rows → provisional AQI → external weather → qualified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6660044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68EBF6B-0AC0-4AC7-BD99-25C918886C77}"/>
              </a:ext>
            </a:extLst>
          </p:cNvPr>
          <p:cNvSpPr>
            <a:spLocks noGrp="1"/>
          </p:cNvSpPr>
          <p:nvPr/>
        </p:nvSpPr>
        <p:spPr>
          <a:xfrm>
            <a:off x="685800" y="6353175"/>
            <a:ext cx="10820400" cy="9525"/>
          </a:xfrm>
          <a:prstGeom prst="rect">
            <a:avLst/>
          </a:prstGeom>
          <a:solidFill>
            <a:srgbClr val="CBD5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143809-835B-4533-B5B6-3410D401EB7B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CS-808  Tools and Techniques for Data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3B9004-21A8-4C12-829B-F57C3DB0C81B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647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 i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4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0B625A-8577-40F4-A2F2-15708C32AB41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2344A"/>
                </a:solidFill>
                <a:latin typeface="Arial"/>
                <a:ea typeface="Arial"/>
                <a:cs typeface="Arial"/>
              </a:rPr>
              <a:t>Submit before leaving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A3A947-1725-42C1-BC84-B434C1CC131C}"/>
              </a:ext>
            </a:extLst>
          </p:cNvPr>
          <p:cNvSpPr>
            <a:spLocks noGrp="1"/>
          </p:cNvSpPr>
          <p:nvPr/>
        </p:nvSpPr>
        <p:spPr>
          <a:xfrm>
            <a:off x="876300" y="1695450"/>
            <a:ext cx="5334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550" b="1" i="0">
                <a:solidFill>
                  <a:srgbClr val="E5A52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E5A52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C0CF1A-98CC-4DC5-9CB1-E2EE046D2DF6}"/>
              </a:ext>
            </a:extLst>
          </p:cNvPr>
          <p:cNvSpPr>
            <a:spLocks noGrp="1"/>
          </p:cNvSpPr>
          <p:nvPr/>
        </p:nvSpPr>
        <p:spPr>
          <a:xfrm>
            <a:off x="1600200" y="1695450"/>
            <a:ext cx="9144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When should manual transcription replace OCR?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900384-75B2-4844-86CB-627346163CC1}"/>
              </a:ext>
            </a:extLst>
          </p:cNvPr>
          <p:cNvSpPr>
            <a:spLocks noGrp="1"/>
          </p:cNvSpPr>
          <p:nvPr/>
        </p:nvSpPr>
        <p:spPr>
          <a:xfrm>
            <a:off x="876300" y="2647950"/>
            <a:ext cx="5334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550" b="1" i="0">
                <a:solidFill>
                  <a:srgbClr val="E5A52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E5A52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D6C6B6-DFEE-439C-B3F9-917546239141}"/>
              </a:ext>
            </a:extLst>
          </p:cNvPr>
          <p:cNvSpPr>
            <a:spLocks noGrp="1"/>
          </p:cNvSpPr>
          <p:nvPr/>
        </p:nvSpPr>
        <p:spPr>
          <a:xfrm>
            <a:off x="1600200" y="2647950"/>
            <a:ext cx="9144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Why is the historical AQI in our plot called provisional?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06FE09-1553-49DD-91D6-BCAF33CA9DB1}"/>
              </a:ext>
            </a:extLst>
          </p:cNvPr>
          <p:cNvSpPr>
            <a:spLocks noGrp="1"/>
          </p:cNvSpPr>
          <p:nvPr/>
        </p:nvSpPr>
        <p:spPr>
          <a:xfrm>
            <a:off x="876300" y="3600450"/>
            <a:ext cx="5334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550" b="1" i="0">
                <a:solidFill>
                  <a:srgbClr val="E5A52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E5A52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086FBA-420C-425D-AAC8-3A675BB0D409}"/>
              </a:ext>
            </a:extLst>
          </p:cNvPr>
          <p:cNvSpPr>
            <a:spLocks noGrp="1"/>
          </p:cNvSpPr>
          <p:nvPr/>
        </p:nvSpPr>
        <p:spPr>
          <a:xfrm>
            <a:off x="1600200" y="3600450"/>
            <a:ext cx="9144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 i="0">
                <a:solidFill>
                  <a:srgbClr val="162A3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62A38"/>
                </a:solidFill>
                <a:latin typeface="Arial"/>
                <a:ea typeface="Arial"/>
                <a:cs typeface="Arial"/>
              </a:rPr>
              <a:t>Name one limitation introduced by the Meteostat join.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91C8024-35F9-44C6-97E4-6778FDECFEFE}"/>
              </a:ext>
            </a:extLst>
          </p:cNvPr>
          <p:cNvSpPr>
            <a:spLocks noGrp="1"/>
          </p:cNvSpPr>
          <p:nvPr/>
        </p:nvSpPr>
        <p:spPr>
          <a:xfrm>
            <a:off x="876300" y="4781550"/>
            <a:ext cx="9715500" cy="781050"/>
          </a:xfrm>
          <a:prstGeom prst="roundRect">
            <a:avLst>
              <a:gd name="adj" fmla="val 9756"/>
            </a:avLst>
          </a:prstGeom>
          <a:solidFill>
            <a:srgbClr val="F8EBC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A8E384-BB50-45E8-AC54-FAFBCC8B18D8}"/>
              </a:ext>
            </a:extLst>
          </p:cNvPr>
          <p:cNvSpPr>
            <a:spLocks noGrp="1"/>
          </p:cNvSpPr>
          <p:nvPr/>
        </p:nvSpPr>
        <p:spPr>
          <a:xfrm>
            <a:off x="1181100" y="4991100"/>
            <a:ext cx="9144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725" b="1" i="0">
                <a:solidFill>
                  <a:srgbClr val="12344A"/>
                </a:solidFill>
                <a:latin typeface="Arial"/>
                <a:ea typeface="Arial"/>
                <a:cs typeface="Arial"/>
              </a:defRPr>
            </a:pPr>
            <a:r>
              <a:rPr sz="1725" b="1" i="0" dirty="0">
                <a:solidFill>
                  <a:srgbClr val="12344A"/>
                </a:solidFill>
                <a:latin typeface="Arial"/>
                <a:ea typeface="Arial"/>
                <a:cs typeface="Arial"/>
              </a:rPr>
              <a:t>Also rate your confidence from 1 to 5 in Python, statistics, SQL, and Git.</a:t>
            </a:r>
          </a:p>
        </p:txBody>
      </p:sp>
    </p:spTree>
    <p:extLst>
      <p:ext uri="{BB962C8B-B14F-4D97-AF65-F5344CB8AC3E}">
        <p14:creationId xmlns:p14="http://schemas.microsoft.com/office/powerpoint/2010/main" val="13142671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4033</Words>
  <Application>Microsoft Office PowerPoint</Application>
  <DocSecurity>0</DocSecurity>
  <PresentationFormat>Widescreen</PresentationFormat>
  <Paragraphs>554</Paragraphs>
  <Slides>36</Slides>
  <Notes>36</Notes>
  <HiddenSlides>3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Muhammad Farrukh Qureshi</cp:lastModifiedBy>
  <cp:revision>15</cp:revision>
  <dcterms:created xsi:type="dcterms:W3CDTF">2026-09-10T09:06:06Z</dcterms:created>
  <dcterms:modified xsi:type="dcterms:W3CDTF">2026-09-10T12:42:29Z</dcterms:modified>
</cp:coreProperties>
</file>