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8.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9.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0.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3.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14.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15.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slides/charts/chart16.xml" ContentType="application/vnd.openxmlformats-officedocument.drawingml.chart+xml"/>
  <Override PartName="/ppt/notesSlides/notesSlide33.xml" ContentType="application/vnd.openxmlformats-officedocument.presentationml.notesSlide+xml"/>
  <Override PartName="/ppt/slides/slide34.xml" ContentType="application/vnd.openxmlformats-officedocument.presentationml.slide+xml"/>
  <Override PartName="/ppt/slides/charts/chart17.xml" ContentType="application/vnd.openxmlformats-officedocument.drawingml.chart+xml"/>
  <Override PartName="/ppt/notesSlides/notesSlide34.xml" ContentType="application/vnd.openxmlformats-officedocument.presentationml.notesSlide+xml"/>
  <Override PartName="/ppt/slides/slide35.xml" ContentType="application/vnd.openxmlformats-officedocument.presentationml.slide+xml"/>
  <Override PartName="/ppt/slides/charts/chart18.xml" ContentType="application/vnd.openxmlformats-officedocument.drawingml.chart+xml"/>
  <Override PartName="/ppt/slides/charts/chart19.xml" ContentType="application/vnd.openxmlformats-officedocument.drawingml.chart+xml"/>
  <Override PartName="/ppt/slides/charts/chart20.xml" ContentType="application/vnd.openxmlformats-officedocument.drawingml.chart+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slides/charts/chart21.xml" ContentType="application/vnd.openxmlformats-officedocument.drawingml.chart+xml"/>
  <Override PartName="/ppt/slides/charts/chart22.xml" ContentType="application/vnd.openxmlformats-officedocument.drawingml.chart+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slides/charts/chart23.xml" ContentType="application/vnd.openxmlformats-officedocument.drawingml.chart+xml"/>
  <Override PartName="/ppt/slides/charts/chart24.xml" ContentType="application/vnd.openxmlformats-officedocument.drawingml.chart+xml"/>
  <Override PartName="/ppt/notesSlides/notesSlide41.xml" ContentType="application/vnd.openxmlformats-officedocument.presentationml.notesSlide+xml"/>
  <Override PartName="/ppt/slides/slide42.xml" ContentType="application/vnd.openxmlformats-officedocument.presentationml.slide+xml"/>
  <Override PartName="/ppt/slides/charts/chart25.xml" ContentType="application/vnd.openxmlformats-officedocument.drawingml.chart+xml"/>
  <Override PartName="/ppt/notesSlides/notesSlide42.xml" ContentType="application/vnd.openxmlformats-officedocument.presentationml.notesSlide+xml"/>
  <Override PartName="/ppt/slides/slide43.xml" ContentType="application/vnd.openxmlformats-officedocument.presentationml.slide+xml"/>
  <Override PartName="/ppt/slides/charts/chart26.xml" ContentType="application/vnd.openxmlformats-officedocument.drawingml.chart+xml"/>
  <Override PartName="/ppt/notesSlides/notesSlide43.xml" ContentType="application/vnd.openxmlformats-officedocument.presentationml.notesSlide+xml"/>
  <Override PartName="/ppt/slides/slide44.xml" ContentType="application/vnd.openxmlformats-officedocument.presentationml.slide+xml"/>
  <Override PartName="/ppt/slides/charts/chart27.xml" ContentType="application/vnd.openxmlformats-officedocument.drawingml.chart+xml"/>
  <Override PartName="/ppt/notesSlides/notesSlide44.xml" ContentType="application/vnd.openxmlformats-officedocument.presentationml.notesSlide+xml"/>
  <Override PartName="/ppt/slides/slide45.xml" ContentType="application/vnd.openxmlformats-officedocument.presentationml.slide+xml"/>
  <Override PartName="/ppt/slides/charts/chart28.xml" ContentType="application/vnd.openxmlformats-officedocument.drawingml.chart+xml"/>
  <Override PartName="/ppt/notesSlides/notesSlide45.xml" ContentType="application/vnd.openxmlformats-officedocument.presentationml.notesSlide+xml"/>
  <Override PartName="/ppt/slides/slide46.xml" ContentType="application/vnd.openxmlformats-officedocument.presentationml.slide+xml"/>
  <Override PartName="/ppt/slides/charts/chart29.xml" ContentType="application/vnd.openxmlformats-officedocument.drawingml.chart+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slides/charts/chart30.xml" ContentType="application/vnd.openxmlformats-officedocument.drawingml.chart+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slides/charts/chart31.xml" ContentType="application/vnd.openxmlformats-officedocument.drawingml.chart+xml"/>
  <Override PartName="/ppt/slides/charts/chart32.xml" ContentType="application/vnd.openxmlformats-officedocument.drawingml.chart+xml"/>
  <Override PartName="/ppt/slides/charts/chart33.xml" ContentType="application/vnd.openxmlformats-officedocument.drawingml.chart+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f3b4cdfad44160" /><Relationship Type="http://schemas.openxmlformats.org/officeDocument/2006/relationships/extended-properties" Target="/docProps/app.xml" Id="R704d9cdc16954e7c" /><Relationship Type="http://schemas.openxmlformats.org/officeDocument/2006/relationships/officeDocument" Target="/ppt/presentation.xml" Id="Rd21811a5846349ae" /></Relationships>
</file>

<file path=ppt/presentation.xml><?xml version="1.0" encoding="utf-8"?>
<p:presentation xmlns:p="http://schemas.openxmlformats.org/presentationml/2006/main">
  <p:sldMasterIdLst>
    <p:sldMasterId xmlns:r="http://schemas.openxmlformats.org/officeDocument/2006/relationships" id="2147483648" r:id="R3dc34d8488854aac"/>
  </p:sldMasterIdLst>
  <p:notesMasterIdLst>
    <p:notesMasterId xmlns:r="http://schemas.openxmlformats.org/officeDocument/2006/relationships" r:id="Rf4070e9390344953"/>
  </p:notesMasterIdLst>
  <p:sldIdLst>
    <p:sldId xmlns:r="http://schemas.openxmlformats.org/officeDocument/2006/relationships" id="256" r:id="R8c5594458e4442fb"/>
    <p:sldId xmlns:r="http://schemas.openxmlformats.org/officeDocument/2006/relationships" id="257" r:id="Rb166e118c27b4f68"/>
    <p:sldId xmlns:r="http://schemas.openxmlformats.org/officeDocument/2006/relationships" id="258" r:id="Re6e3a8e867544fd4"/>
    <p:sldId xmlns:r="http://schemas.openxmlformats.org/officeDocument/2006/relationships" id="259" r:id="R223b36b97d714733"/>
    <p:sldId xmlns:r="http://schemas.openxmlformats.org/officeDocument/2006/relationships" id="260" r:id="Rb7919df30ad744e3"/>
    <p:sldId xmlns:r="http://schemas.openxmlformats.org/officeDocument/2006/relationships" id="261" r:id="Rc4891673b59a4ab7"/>
    <p:sldId xmlns:r="http://schemas.openxmlformats.org/officeDocument/2006/relationships" id="262" r:id="R58a6ebb188de41e5"/>
    <p:sldId xmlns:r="http://schemas.openxmlformats.org/officeDocument/2006/relationships" id="263" r:id="Rd281b1baacb04ce5"/>
    <p:sldId xmlns:r="http://schemas.openxmlformats.org/officeDocument/2006/relationships" id="264" r:id="R1a41a67504f94c31"/>
    <p:sldId xmlns:r="http://schemas.openxmlformats.org/officeDocument/2006/relationships" id="265" r:id="R71609d1f786a4052"/>
    <p:sldId xmlns:r="http://schemas.openxmlformats.org/officeDocument/2006/relationships" id="266" r:id="R001f83e6a50049f9"/>
    <p:sldId xmlns:r="http://schemas.openxmlformats.org/officeDocument/2006/relationships" id="267" r:id="R4180420f6d7b4110"/>
    <p:sldId xmlns:r="http://schemas.openxmlformats.org/officeDocument/2006/relationships" id="268" r:id="Rcc33fa007f54408c"/>
    <p:sldId xmlns:r="http://schemas.openxmlformats.org/officeDocument/2006/relationships" id="269" r:id="R33b82f096bfa4395"/>
    <p:sldId xmlns:r="http://schemas.openxmlformats.org/officeDocument/2006/relationships" id="270" r:id="R27e005b47d824a4e"/>
    <p:sldId xmlns:r="http://schemas.openxmlformats.org/officeDocument/2006/relationships" id="271" r:id="R0e99600226364b56"/>
    <p:sldId xmlns:r="http://schemas.openxmlformats.org/officeDocument/2006/relationships" id="272" r:id="R160f7e0702224e6b"/>
    <p:sldId xmlns:r="http://schemas.openxmlformats.org/officeDocument/2006/relationships" id="273" r:id="Rd228ea844ec54198"/>
    <p:sldId xmlns:r="http://schemas.openxmlformats.org/officeDocument/2006/relationships" id="274" r:id="Rbd4f9a24b07c48ed"/>
    <p:sldId xmlns:r="http://schemas.openxmlformats.org/officeDocument/2006/relationships" id="275" r:id="R8fc717b601134818"/>
    <p:sldId xmlns:r="http://schemas.openxmlformats.org/officeDocument/2006/relationships" id="276" r:id="R719823499a5c4dd4"/>
    <p:sldId xmlns:r="http://schemas.openxmlformats.org/officeDocument/2006/relationships" id="277" r:id="R35833d49b3314138"/>
    <p:sldId xmlns:r="http://schemas.openxmlformats.org/officeDocument/2006/relationships" id="278" r:id="Rea24c823d0ed4fc5"/>
    <p:sldId xmlns:r="http://schemas.openxmlformats.org/officeDocument/2006/relationships" id="279" r:id="Rb0e514723a234261"/>
    <p:sldId xmlns:r="http://schemas.openxmlformats.org/officeDocument/2006/relationships" id="280" r:id="Raa26b7c11776421c"/>
    <p:sldId xmlns:r="http://schemas.openxmlformats.org/officeDocument/2006/relationships" id="281" r:id="Redeacde8308e4a0d"/>
    <p:sldId xmlns:r="http://schemas.openxmlformats.org/officeDocument/2006/relationships" id="282" r:id="Rf1fe3ce805f74fd9"/>
    <p:sldId xmlns:r="http://schemas.openxmlformats.org/officeDocument/2006/relationships" id="283" r:id="R9ddb695d60324292"/>
    <p:sldId xmlns:r="http://schemas.openxmlformats.org/officeDocument/2006/relationships" id="284" r:id="R021bb9ad77e74dbe"/>
    <p:sldId xmlns:r="http://schemas.openxmlformats.org/officeDocument/2006/relationships" id="285" r:id="R9a98195a98004683"/>
    <p:sldId xmlns:r="http://schemas.openxmlformats.org/officeDocument/2006/relationships" id="286" r:id="R6505c30d3aee4608"/>
    <p:sldId xmlns:r="http://schemas.openxmlformats.org/officeDocument/2006/relationships" id="287" r:id="Rbebf743342d14eac"/>
    <p:sldId xmlns:r="http://schemas.openxmlformats.org/officeDocument/2006/relationships" id="288" r:id="Rfe9ff6e6c2ee43e6"/>
    <p:sldId xmlns:r="http://schemas.openxmlformats.org/officeDocument/2006/relationships" id="289" r:id="R2f1b92ed00fc4e61"/>
    <p:sldId xmlns:r="http://schemas.openxmlformats.org/officeDocument/2006/relationships" id="290" r:id="Reaf75a843a764562"/>
    <p:sldId xmlns:r="http://schemas.openxmlformats.org/officeDocument/2006/relationships" id="291" r:id="R0bdf025eebb34adf"/>
    <p:sldId xmlns:r="http://schemas.openxmlformats.org/officeDocument/2006/relationships" id="292" r:id="Rdd7cb864158541a5"/>
    <p:sldId xmlns:r="http://schemas.openxmlformats.org/officeDocument/2006/relationships" id="293" r:id="R01b24ae5d3354029"/>
    <p:sldId xmlns:r="http://schemas.openxmlformats.org/officeDocument/2006/relationships" id="294" r:id="R5f7db6624a654cac"/>
    <p:sldId xmlns:r="http://schemas.openxmlformats.org/officeDocument/2006/relationships" id="295" r:id="Rd580c4ffcb714eb9"/>
    <p:sldId xmlns:r="http://schemas.openxmlformats.org/officeDocument/2006/relationships" id="296" r:id="Rc4b9c544ca0b4a3b"/>
    <p:sldId xmlns:r="http://schemas.openxmlformats.org/officeDocument/2006/relationships" id="297" r:id="R3df0154fa0084e9a"/>
    <p:sldId xmlns:r="http://schemas.openxmlformats.org/officeDocument/2006/relationships" id="298" r:id="Rf8b7035837554957"/>
    <p:sldId xmlns:r="http://schemas.openxmlformats.org/officeDocument/2006/relationships" id="299" r:id="Rc795d29ae1064bb2"/>
    <p:sldId xmlns:r="http://schemas.openxmlformats.org/officeDocument/2006/relationships" id="300" r:id="R3c7122787d234e37"/>
    <p:sldId xmlns:r="http://schemas.openxmlformats.org/officeDocument/2006/relationships" id="301" r:id="R47e9dd8a00884fc8"/>
    <p:sldId xmlns:r="http://schemas.openxmlformats.org/officeDocument/2006/relationships" id="302" r:id="R518cced6f70a418e"/>
    <p:sldId xmlns:r="http://schemas.openxmlformats.org/officeDocument/2006/relationships" id="303" r:id="R40cf1adcfc4f4c77"/>
    <p:sldId xmlns:r="http://schemas.openxmlformats.org/officeDocument/2006/relationships" id="304" r:id="R95795483fcdd4e69"/>
    <p:sldId xmlns:r="http://schemas.openxmlformats.org/officeDocument/2006/relationships" id="305" r:id="R8787066bfedb44a4"/>
    <p:sldId xmlns:r="http://schemas.openxmlformats.org/officeDocument/2006/relationships" id="306" r:id="R57a26bac4eac40c2"/>
    <p:sldId xmlns:r="http://schemas.openxmlformats.org/officeDocument/2006/relationships" id="307" r:id="R805e85563bb14368"/>
    <p:sldId xmlns:r="http://schemas.openxmlformats.org/officeDocument/2006/relationships" id="308" r:id="R54812e14cc904a7c"/>
    <p:sldId xmlns:r="http://schemas.openxmlformats.org/officeDocument/2006/relationships" id="309" r:id="R7b077c44db6e4894"/>
    <p:sldId xmlns:r="http://schemas.openxmlformats.org/officeDocument/2006/relationships" id="310" r:id="R335394be4d1e4096"/>
    <p:sldId xmlns:r="http://schemas.openxmlformats.org/officeDocument/2006/relationships" id="311" r:id="Rd5ae1731668d48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51424a87864e97" /><Relationship Type="http://schemas.openxmlformats.org/officeDocument/2006/relationships/slideMaster" Target="/ppt/slideMasters/slideMaster1.xml" Id="R3dc34d8488854aac" /><Relationship Type="http://schemas.openxmlformats.org/officeDocument/2006/relationships/notesMaster" Target="/ppt/notesMasters/notesMaster1.xml" Id="Rf4070e9390344953" /><Relationship Type="http://schemas.openxmlformats.org/officeDocument/2006/relationships/presProps" Target="/ppt/presProps.xml" Id="Rd079f5f4b14f4fe4" /><Relationship Type="http://schemas.openxmlformats.org/officeDocument/2006/relationships/tableStyles" Target="/ppt/tableStyles.xml" Id="Rac5043763906496c" /><Relationship Type="http://schemas.openxmlformats.org/officeDocument/2006/relationships/slide" Target="/ppt/slides/slide1.xml" Id="R8c5594458e4442fb" /><Relationship Type="http://schemas.openxmlformats.org/officeDocument/2006/relationships/slide" Target="/ppt/slides/slide2.xml" Id="Rb166e118c27b4f68" /><Relationship Type="http://schemas.openxmlformats.org/officeDocument/2006/relationships/slide" Target="/ppt/slides/slide3.xml" Id="Re6e3a8e867544fd4" /><Relationship Type="http://schemas.openxmlformats.org/officeDocument/2006/relationships/slide" Target="/ppt/slides/slide4.xml" Id="R223b36b97d714733" /><Relationship Type="http://schemas.openxmlformats.org/officeDocument/2006/relationships/slide" Target="/ppt/slides/slide5.xml" Id="Rb7919df30ad744e3" /><Relationship Type="http://schemas.openxmlformats.org/officeDocument/2006/relationships/slide" Target="/ppt/slides/slide6.xml" Id="Rc4891673b59a4ab7" /><Relationship Type="http://schemas.openxmlformats.org/officeDocument/2006/relationships/slide" Target="/ppt/slides/slide7.xml" Id="R58a6ebb188de41e5" /><Relationship Type="http://schemas.openxmlformats.org/officeDocument/2006/relationships/slide" Target="/ppt/slides/slide8.xml" Id="Rd281b1baacb04ce5" /><Relationship Type="http://schemas.openxmlformats.org/officeDocument/2006/relationships/slide" Target="/ppt/slides/slide9.xml" Id="R1a41a67504f94c31" /><Relationship Type="http://schemas.openxmlformats.org/officeDocument/2006/relationships/slide" Target="/ppt/slides/slide10.xml" Id="R71609d1f786a4052" /><Relationship Type="http://schemas.openxmlformats.org/officeDocument/2006/relationships/slide" Target="/ppt/slides/slide11.xml" Id="R001f83e6a50049f9" /><Relationship Type="http://schemas.openxmlformats.org/officeDocument/2006/relationships/slide" Target="/ppt/slides/slide12.xml" Id="R4180420f6d7b4110" /><Relationship Type="http://schemas.openxmlformats.org/officeDocument/2006/relationships/slide" Target="/ppt/slides/slide13.xml" Id="Rcc33fa007f54408c" /><Relationship Type="http://schemas.openxmlformats.org/officeDocument/2006/relationships/slide" Target="/ppt/slides/slide14.xml" Id="R33b82f096bfa4395" /><Relationship Type="http://schemas.openxmlformats.org/officeDocument/2006/relationships/slide" Target="/ppt/slides/slide15.xml" Id="R27e005b47d824a4e" /><Relationship Type="http://schemas.openxmlformats.org/officeDocument/2006/relationships/slide" Target="/ppt/slides/slide16.xml" Id="R0e99600226364b56" /><Relationship Type="http://schemas.openxmlformats.org/officeDocument/2006/relationships/slide" Target="/ppt/slides/slide17.xml" Id="R160f7e0702224e6b" /><Relationship Type="http://schemas.openxmlformats.org/officeDocument/2006/relationships/slide" Target="/ppt/slides/slide18.xml" Id="Rd228ea844ec54198" /><Relationship Type="http://schemas.openxmlformats.org/officeDocument/2006/relationships/slide" Target="/ppt/slides/slide19.xml" Id="Rbd4f9a24b07c48ed" /><Relationship Type="http://schemas.openxmlformats.org/officeDocument/2006/relationships/slide" Target="/ppt/slides/slide20.xml" Id="R8fc717b601134818" /><Relationship Type="http://schemas.openxmlformats.org/officeDocument/2006/relationships/slide" Target="/ppt/slides/slide21.xml" Id="R719823499a5c4dd4" /><Relationship Type="http://schemas.openxmlformats.org/officeDocument/2006/relationships/slide" Target="/ppt/slides/slide22.xml" Id="R35833d49b3314138" /><Relationship Type="http://schemas.openxmlformats.org/officeDocument/2006/relationships/slide" Target="/ppt/slides/slide23.xml" Id="Rea24c823d0ed4fc5" /><Relationship Type="http://schemas.openxmlformats.org/officeDocument/2006/relationships/slide" Target="/ppt/slides/slide24.xml" Id="Rb0e514723a234261" /><Relationship Type="http://schemas.openxmlformats.org/officeDocument/2006/relationships/slide" Target="/ppt/slides/slide25.xml" Id="Raa26b7c11776421c" /><Relationship Type="http://schemas.openxmlformats.org/officeDocument/2006/relationships/slide" Target="/ppt/slides/slide26.xml" Id="Redeacde8308e4a0d" /><Relationship Type="http://schemas.openxmlformats.org/officeDocument/2006/relationships/slide" Target="/ppt/slides/slide27.xml" Id="Rf1fe3ce805f74fd9" /><Relationship Type="http://schemas.openxmlformats.org/officeDocument/2006/relationships/slide" Target="/ppt/slides/slide28.xml" Id="R9ddb695d60324292" /><Relationship Type="http://schemas.openxmlformats.org/officeDocument/2006/relationships/slide" Target="/ppt/slides/slide29.xml" Id="R021bb9ad77e74dbe" /><Relationship Type="http://schemas.openxmlformats.org/officeDocument/2006/relationships/slide" Target="/ppt/slides/slide30.xml" Id="R9a98195a98004683" /><Relationship Type="http://schemas.openxmlformats.org/officeDocument/2006/relationships/slide" Target="/ppt/slides/slide31.xml" Id="R6505c30d3aee4608" /><Relationship Type="http://schemas.openxmlformats.org/officeDocument/2006/relationships/slide" Target="/ppt/slides/slide32.xml" Id="Rbebf743342d14eac" /><Relationship Type="http://schemas.openxmlformats.org/officeDocument/2006/relationships/slide" Target="/ppt/slides/slide33.xml" Id="Rfe9ff6e6c2ee43e6" /><Relationship Type="http://schemas.openxmlformats.org/officeDocument/2006/relationships/slide" Target="/ppt/slides/slide34.xml" Id="R2f1b92ed00fc4e61" /><Relationship Type="http://schemas.openxmlformats.org/officeDocument/2006/relationships/slide" Target="/ppt/slides/slide35.xml" Id="Reaf75a843a764562" /><Relationship Type="http://schemas.openxmlformats.org/officeDocument/2006/relationships/slide" Target="/ppt/slides/slide36.xml" Id="R0bdf025eebb34adf" /><Relationship Type="http://schemas.openxmlformats.org/officeDocument/2006/relationships/slide" Target="/ppt/slides/slide37.xml" Id="Rdd7cb864158541a5" /><Relationship Type="http://schemas.openxmlformats.org/officeDocument/2006/relationships/slide" Target="/ppt/slides/slide38.xml" Id="R01b24ae5d3354029" /><Relationship Type="http://schemas.openxmlformats.org/officeDocument/2006/relationships/slide" Target="/ppt/slides/slide39.xml" Id="R5f7db6624a654cac" /><Relationship Type="http://schemas.openxmlformats.org/officeDocument/2006/relationships/slide" Target="/ppt/slides/slide40.xml" Id="Rd580c4ffcb714eb9" /><Relationship Type="http://schemas.openxmlformats.org/officeDocument/2006/relationships/slide" Target="/ppt/slides/slide41.xml" Id="Rc4b9c544ca0b4a3b" /><Relationship Type="http://schemas.openxmlformats.org/officeDocument/2006/relationships/slide" Target="/ppt/slides/slide42.xml" Id="R3df0154fa0084e9a" /><Relationship Type="http://schemas.openxmlformats.org/officeDocument/2006/relationships/slide" Target="/ppt/slides/slide43.xml" Id="Rf8b7035837554957" /><Relationship Type="http://schemas.openxmlformats.org/officeDocument/2006/relationships/slide" Target="/ppt/slides/slide44.xml" Id="Rc795d29ae1064bb2" /><Relationship Type="http://schemas.openxmlformats.org/officeDocument/2006/relationships/slide" Target="/ppt/slides/slide45.xml" Id="R3c7122787d234e37" /><Relationship Type="http://schemas.openxmlformats.org/officeDocument/2006/relationships/slide" Target="/ppt/slides/slide46.xml" Id="R47e9dd8a00884fc8" /><Relationship Type="http://schemas.openxmlformats.org/officeDocument/2006/relationships/slide" Target="/ppt/slides/slide47.xml" Id="R518cced6f70a418e" /><Relationship Type="http://schemas.openxmlformats.org/officeDocument/2006/relationships/slide" Target="/ppt/slides/slide48.xml" Id="R40cf1adcfc4f4c77" /><Relationship Type="http://schemas.openxmlformats.org/officeDocument/2006/relationships/slide" Target="/ppt/slides/slide49.xml" Id="R95795483fcdd4e69" /><Relationship Type="http://schemas.openxmlformats.org/officeDocument/2006/relationships/slide" Target="/ppt/slides/slide50.xml" Id="R8787066bfedb44a4" /><Relationship Type="http://schemas.openxmlformats.org/officeDocument/2006/relationships/slide" Target="/ppt/slides/slide51.xml" Id="R57a26bac4eac40c2" /><Relationship Type="http://schemas.openxmlformats.org/officeDocument/2006/relationships/slide" Target="/ppt/slides/slide52.xml" Id="R805e85563bb14368" /><Relationship Type="http://schemas.openxmlformats.org/officeDocument/2006/relationships/slide" Target="/ppt/slides/slide53.xml" Id="R54812e14cc904a7c" /><Relationship Type="http://schemas.openxmlformats.org/officeDocument/2006/relationships/slide" Target="/ppt/slides/slide54.xml" Id="R7b077c44db6e4894" /><Relationship Type="http://schemas.openxmlformats.org/officeDocument/2006/relationships/slide" Target="/ppt/slides/slide55.xml" Id="R335394be4d1e4096" /><Relationship Type="http://schemas.openxmlformats.org/officeDocument/2006/relationships/slide" Target="/ppt/slides/slide56.xml" Id="Rd5ae1731668d48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e1079878454e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29608522cc4818" /><Relationship Type="http://schemas.openxmlformats.org/officeDocument/2006/relationships/notesMaster" Target="/ppt/notesMasters/notesMaster1.xml" Id="Rf4895eb3fdeb489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28c48e51ab471a" /><Relationship Type="http://schemas.openxmlformats.org/officeDocument/2006/relationships/notesMaster" Target="/ppt/notesMasters/notesMaster1.xml" Id="Ra3bc25b70f9247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2dffdaa6d14303" /><Relationship Type="http://schemas.openxmlformats.org/officeDocument/2006/relationships/notesMaster" Target="/ppt/notesMasters/notesMaster1.xml" Id="Rf40eaf2fb53140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331d1419141fe" /><Relationship Type="http://schemas.openxmlformats.org/officeDocument/2006/relationships/notesMaster" Target="/ppt/notesMasters/notesMaster1.xml" Id="Re0fe663f071a4e9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ae76d01f1645d3" /><Relationship Type="http://schemas.openxmlformats.org/officeDocument/2006/relationships/notesMaster" Target="/ppt/notesMasters/notesMaster1.xml" Id="R32153ff284f64e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7bd989eedb41b4" /><Relationship Type="http://schemas.openxmlformats.org/officeDocument/2006/relationships/notesMaster" Target="/ppt/notesMasters/notesMaster1.xml" Id="R0352a2876a494a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e35183a56b4ce6" /><Relationship Type="http://schemas.openxmlformats.org/officeDocument/2006/relationships/notesMaster" Target="/ppt/notesMasters/notesMaster1.xml" Id="R0ec1e9936c4145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9af11d4f774c5d" /><Relationship Type="http://schemas.openxmlformats.org/officeDocument/2006/relationships/notesMaster" Target="/ppt/notesMasters/notesMaster1.xml" Id="R49be6724ed0a42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1c18125a82423f" /><Relationship Type="http://schemas.openxmlformats.org/officeDocument/2006/relationships/notesMaster" Target="/ppt/notesMasters/notesMaster1.xml" Id="R81739bda1ccc48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528819e8ff41b2" /><Relationship Type="http://schemas.openxmlformats.org/officeDocument/2006/relationships/notesMaster" Target="/ppt/notesMasters/notesMaster1.xml" Id="Rcf862aa085a642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ef13b388db4763" /><Relationship Type="http://schemas.openxmlformats.org/officeDocument/2006/relationships/notesMaster" Target="/ppt/notesMasters/notesMaster1.xml" Id="R9aa6c99b2e6e46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795064e9a84b19" /><Relationship Type="http://schemas.openxmlformats.org/officeDocument/2006/relationships/notesMaster" Target="/ppt/notesMasters/notesMaster1.xml" Id="Rdf63357ec0d249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61626e2c6ac4c55" /><Relationship Type="http://schemas.openxmlformats.org/officeDocument/2006/relationships/notesMaster" Target="/ppt/notesMasters/notesMaster1.xml" Id="R0a257e00427744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008b2f0cf64aab" /><Relationship Type="http://schemas.openxmlformats.org/officeDocument/2006/relationships/notesMaster" Target="/ppt/notesMasters/notesMaster1.xml" Id="R8e5e2c8c751c482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b0a2b6541d4ea1" /><Relationship Type="http://schemas.openxmlformats.org/officeDocument/2006/relationships/notesMaster" Target="/ppt/notesMasters/notesMaster1.xml" Id="R38cc1a6b1bd943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94e73601554343" /><Relationship Type="http://schemas.openxmlformats.org/officeDocument/2006/relationships/notesMaster" Target="/ppt/notesMasters/notesMaster1.xml" Id="R8bf7584d08e641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062ff3e19a0459d" /><Relationship Type="http://schemas.openxmlformats.org/officeDocument/2006/relationships/notesMaster" Target="/ppt/notesMasters/notesMaster1.xml" Id="Rcc84464fa0dc4c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5f5d9e6f8904899" /><Relationship Type="http://schemas.openxmlformats.org/officeDocument/2006/relationships/notesMaster" Target="/ppt/notesMasters/notesMaster1.xml" Id="R0e70fee9f20348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71ad00d28849c5" /><Relationship Type="http://schemas.openxmlformats.org/officeDocument/2006/relationships/notesMaster" Target="/ppt/notesMasters/notesMaster1.xml" Id="Rd7033b9999c2476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5423b0c4e04b97" /><Relationship Type="http://schemas.openxmlformats.org/officeDocument/2006/relationships/notesMaster" Target="/ppt/notesMasters/notesMaster1.xml" Id="R250ded54b4474c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c4346571b84ac7" /><Relationship Type="http://schemas.openxmlformats.org/officeDocument/2006/relationships/notesMaster" Target="/ppt/notesMasters/notesMaster1.xml" Id="Rcaac097f96d248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d58d7eb3b8a4b63" /><Relationship Type="http://schemas.openxmlformats.org/officeDocument/2006/relationships/notesMaster" Target="/ppt/notesMasters/notesMaster1.xml" Id="R32a34240578c44b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a9ee156833f480c" /><Relationship Type="http://schemas.openxmlformats.org/officeDocument/2006/relationships/notesMaster" Target="/ppt/notesMasters/notesMaster1.xml" Id="R80851aee1784403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3fde2391fe44f64" /><Relationship Type="http://schemas.openxmlformats.org/officeDocument/2006/relationships/notesMaster" Target="/ppt/notesMasters/notesMaster1.xml" Id="R41d2f0cbbc8942a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1aeb8aab4204623" /><Relationship Type="http://schemas.openxmlformats.org/officeDocument/2006/relationships/notesMaster" Target="/ppt/notesMasters/notesMaster1.xml" Id="R81d030bdfd264d9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3d140dbc0b949bf" /><Relationship Type="http://schemas.openxmlformats.org/officeDocument/2006/relationships/notesMaster" Target="/ppt/notesMasters/notesMaster1.xml" Id="R37ae5b9085dc401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cc7c5952cdb4bce" /><Relationship Type="http://schemas.openxmlformats.org/officeDocument/2006/relationships/notesMaster" Target="/ppt/notesMasters/notesMaster1.xml" Id="Rb401512da578462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ceb83870f54666" /><Relationship Type="http://schemas.openxmlformats.org/officeDocument/2006/relationships/notesMaster" Target="/ppt/notesMasters/notesMaster1.xml" Id="R4de8046ae036415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4caafe8f7049f5" /><Relationship Type="http://schemas.openxmlformats.org/officeDocument/2006/relationships/notesMaster" Target="/ppt/notesMasters/notesMaster1.xml" Id="R187a49a1bbea411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0935b99ca324bb9" /><Relationship Type="http://schemas.openxmlformats.org/officeDocument/2006/relationships/notesMaster" Target="/ppt/notesMasters/notesMaster1.xml" Id="R2c24297add9b494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e47ccaac5354356" /><Relationship Type="http://schemas.openxmlformats.org/officeDocument/2006/relationships/notesMaster" Target="/ppt/notesMasters/notesMaster1.xml" Id="R78e2015dcbfb4b2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1ffeb548a0440c1" /><Relationship Type="http://schemas.openxmlformats.org/officeDocument/2006/relationships/notesMaster" Target="/ppt/notesMasters/notesMaster1.xml" Id="Rf6400aeea26c463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944a218f9f44365" /><Relationship Type="http://schemas.openxmlformats.org/officeDocument/2006/relationships/notesMaster" Target="/ppt/notesMasters/notesMaster1.xml" Id="R32e83560edcc4e1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08676a5b00d416a" /><Relationship Type="http://schemas.openxmlformats.org/officeDocument/2006/relationships/notesMaster" Target="/ppt/notesMasters/notesMaster1.xml" Id="Rfd3813a153d04e5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0f3139942f14dae" /><Relationship Type="http://schemas.openxmlformats.org/officeDocument/2006/relationships/notesMaster" Target="/ppt/notesMasters/notesMaster1.xml" Id="R68096c4713e4482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15587ab1a42456b" /><Relationship Type="http://schemas.openxmlformats.org/officeDocument/2006/relationships/notesMaster" Target="/ppt/notesMasters/notesMaster1.xml" Id="R3b4f56b9fae3497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6e28e28adba435e" /><Relationship Type="http://schemas.openxmlformats.org/officeDocument/2006/relationships/notesMaster" Target="/ppt/notesMasters/notesMaster1.xml" Id="R9d4ccd4f184748f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763c5f8233a4e4c" /><Relationship Type="http://schemas.openxmlformats.org/officeDocument/2006/relationships/notesMaster" Target="/ppt/notesMasters/notesMaster1.xml" Id="Rae334867b69c490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76f0062db8a42c0" /><Relationship Type="http://schemas.openxmlformats.org/officeDocument/2006/relationships/notesMaster" Target="/ppt/notesMasters/notesMaster1.xml" Id="Rd1ff26810738486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9760f950c324cda" /><Relationship Type="http://schemas.openxmlformats.org/officeDocument/2006/relationships/notesMaster" Target="/ppt/notesMasters/notesMaster1.xml" Id="R5c8e4ace96704db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95c27648141498f" /><Relationship Type="http://schemas.openxmlformats.org/officeDocument/2006/relationships/notesMaster" Target="/ppt/notesMasters/notesMaster1.xml" Id="R49289c198c2e482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112685463fd482e" /><Relationship Type="http://schemas.openxmlformats.org/officeDocument/2006/relationships/notesMaster" Target="/ppt/notesMasters/notesMaster1.xml" Id="R1173175ca549444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d7d35cc901f4de7" /><Relationship Type="http://schemas.openxmlformats.org/officeDocument/2006/relationships/notesMaster" Target="/ppt/notesMasters/notesMaster1.xml" Id="R5fc92a3e75c843f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bf56f8f85dd440b" /><Relationship Type="http://schemas.openxmlformats.org/officeDocument/2006/relationships/notesMaster" Target="/ppt/notesMasters/notesMaster1.xml" Id="R5e0d1e0d38814a6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074f51bb3584095" /><Relationship Type="http://schemas.openxmlformats.org/officeDocument/2006/relationships/notesMaster" Target="/ppt/notesMasters/notesMaster1.xml" Id="R4a04f183e21b4ec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5c355aa43bf410e" /><Relationship Type="http://schemas.openxmlformats.org/officeDocument/2006/relationships/notesMaster" Target="/ppt/notesMasters/notesMaster1.xml" Id="R73723ba8b9e04cf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76b73a972224a26" /><Relationship Type="http://schemas.openxmlformats.org/officeDocument/2006/relationships/notesMaster" Target="/ppt/notesMasters/notesMaster1.xml" Id="R942608ea22964e4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bcba75f3a3548c1" /><Relationship Type="http://schemas.openxmlformats.org/officeDocument/2006/relationships/notesMaster" Target="/ppt/notesMasters/notesMaster1.xml" Id="Rf6dc4631425843c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4834e4ec6a54e73" /><Relationship Type="http://schemas.openxmlformats.org/officeDocument/2006/relationships/notesMaster" Target="/ppt/notesMasters/notesMaster1.xml" Id="Ra2749a95b06d4e8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7ceacc7f600426a" /><Relationship Type="http://schemas.openxmlformats.org/officeDocument/2006/relationships/notesMaster" Target="/ppt/notesMasters/notesMaster1.xml" Id="R691292711bcf4b1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51c92e560ff46d9" /><Relationship Type="http://schemas.openxmlformats.org/officeDocument/2006/relationships/notesMaster" Target="/ppt/notesMasters/notesMaster1.xml" Id="R757de8f5ff09498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3267d8242ad4e05" /><Relationship Type="http://schemas.openxmlformats.org/officeDocument/2006/relationships/notesMaster" Target="/ppt/notesMasters/notesMaster1.xml" Id="R47af21f5247a4689"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f6620dc888949e5" /><Relationship Type="http://schemas.openxmlformats.org/officeDocument/2006/relationships/notesMaster" Target="/ppt/notesMasters/notesMaster1.xml" Id="Re98dcb1b7bf94bc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454e1f2de7540fd" /><Relationship Type="http://schemas.openxmlformats.org/officeDocument/2006/relationships/notesMaster" Target="/ppt/notesMasters/notesMaster1.xml" Id="R9633e6c10a244d4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f8ef972ab1d47fc" /><Relationship Type="http://schemas.openxmlformats.org/officeDocument/2006/relationships/notesMaster" Target="/ppt/notesMasters/notesMaster1.xml" Id="R6cb142585bec46d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bac61ac471d4e8d" /><Relationship Type="http://schemas.openxmlformats.org/officeDocument/2006/relationships/notesMaster" Target="/ppt/notesMasters/notesMaster1.xml" Id="R572dab6facb144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act as analysts. The real work is sourcing tables, auditing units, defining the comparison, estimating effects, visualizing uncertainty, and defending a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deliberately simplified pitches, not the lecture conclusions. Students vote supported / unsupported / needs a narrower claim. Record their initial answers. Revisit on slide 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minutes only. Describe the documented historical case without claiming that all industry-funded studies are false. Do not use history as proof of the three medical claims.</a:t>
            </a:r>
          </a:p>
          <a:p xmlns:a="http://schemas.openxmlformats.org/drawingml/2006/main">
            <a:r>
              <a:t>Sources: https://pubmed.ncbi.nlm.nih.gov/27617709/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Cholesterol is a molecule. LDL and HDL are carriers. Laboratory concentration, dietary exposure and clinical outcome are different variables. Added sugar is not fasting glucose.</a:t>
            </a:r>
          </a:p>
          <a:p xmlns:a="http://schemas.openxmlformats.org/drawingml/2006/main">
            <a:r>
              <a:t>Sources: https://pmc.ncbi.nlm.nih.gov/articles/PMC5837225/;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HPS: high-risk UK adults, scheduled five-year period. AIM-HIGH: established CVD and low HDL on intensive statin therapy, mean three years. Sugar cohort: US adults, median 14.6-year follow-up. Do not compare absolute rates across studies as if randomized to those studies.</a:t>
            </a:r>
          </a:p>
          <a:p xmlns:a="http://schemas.openxmlformats.org/drawingml/2006/main">
            <a:r>
              <a:t>Sources: https://doi.org/10.1016/S0140-6736(02)09327-3; https://doi.org/10.1056/NEJMoa1107579;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data_dictionary.md and inspect CSVs. Distinguish raw source verification, transcribed tables and computed outputs. No individual-patient rows are fabricated from summaries.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2,033 / 10,269 and 2,585 / 10,267. Participants contribute once to this selected composite endpoint.</a:t>
            </a:r>
          </a:p>
          <a:p xmlns:a="http://schemas.openxmlformats.org/drawingml/2006/main">
            <a:r>
              <a:t>Denominators: 10,269 assigned simvastatin and 10,267 assigned placebo. Scheduled five-year period.</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1. Derive the mean estimator, rather than just presenting a function. State the independent-Bernoulli teaching approximation and fixed assigned-arm denominator. This is a cumulative proportion, not a survival-model refit.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1 continued. First write Var(sum) with covariance terms, then invoke independence. Plug p-hat into the variance for an estimated standard error. Random treatment assignment supports the comparison but does not automatically justify every modeling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2. C = placebo and T = simvastatin. Positive ARR means fewer affected participants on treatment. Explain percentage points versus percent reduction before substituting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two minutes to calculate on paper before revealing results. The paper’s roughly 24% event-rate reduction uses logrank analysis. Our 21.4% uses cumulative event proportions. Do not silently replace one with the other.</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students to describe visible bar lengths before interpreting the trial. The numbers are authentic. The display exaggerates their relative magnitude.</a:t>
            </a:r>
          </a:p>
          <a:p xmlns:a="http://schemas.openxmlformats.org/drawingml/2006/main">
            <a:r>
              <a:t>Intentional chart-clinic exhibit. The vertical axis begins at 19%, which changes visible bar-height ratios.</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3. Use percentages consistently in this calculation. The 7.75 is a visual-height ratio, not a treatment effect. Draw both baselines. The original trial difference remains unchanged.</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corresponding notebook cell and change only the axis minimum. Ask which interpretation now fits the encoding.</a:t>
            </a:r>
          </a:p>
          <a:p xmlns:a="http://schemas.openxmlformats.org/drawingml/2006/main">
            <a:r>
              <a:t>Calculated from the original assigned-arm counts. Count-based ARR = 5.38 percentage points.</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calculate 100 minus the event percentage. Event-free does not mean perfect health. Color the defined outcome consistently.</a:t>
            </a:r>
          </a:p>
          <a:p xmlns:a="http://schemas.openxmlformats.org/drawingml/2006/main">
            <a:r>
              <a:t>Event-free means free of this composite endpoint during the trial period. It does not mean perfect health.</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square is a standardized person based on rounded risk, not a reconstructed patient. 198 versus 252 per 1,000. Discuss how this framing differs from a relative reduction.</a:t>
            </a:r>
          </a:p>
          <a:p xmlns:a="http://schemas.openxmlformats.org/drawingml/2006/main">
            <a:r>
              <a:t>Each square represents one standardized person. Rounded risks: 198 versus 252 per 1,000.</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4. Derive variance of C minus T and explain why the minus sign does not subtract variances. Large-sample normal approximation. A 95% confidence procedure concerns repeated sampling, not a 95% posterior probability of this fixed parameter.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 is a classroom independent-binomial approximation. Multiply estimate and both bounds by 1,000. Reference 0 means no absolute benefit.</a:t>
            </a:r>
          </a:p>
          <a:p xmlns:a="http://schemas.openxmlformats.org/drawingml/2006/main">
            <a:r>
              <a:t>Independent-binomial, large-sample interval from cumulative counts. Approximately 42 to 65 fewer per 1,000.</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curve is a statistical illustration centered on the estimate. It is neither the distribution of patient outcomes nor a posterior distribution.</a:t>
            </a:r>
          </a:p>
          <a:p xmlns:a="http://schemas.openxmlformats.org/drawingml/2006/main">
            <a:r>
              <a:t>Illustrative sampling approximation using the estimated effect and standard error. The dashed line marks the estimate.</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Treatment was randomized. Baseline LDL categories were not. Do not infer an untreated molecular dose response just from these bars.</a:t>
            </a:r>
          </a:p>
          <a:p xmlns:a="http://schemas.openxmlformats.org/drawingml/2006/main">
            <a:r>
              <a:t>HPS Figure 8. Each arm uses its subgroup denominator. This is a high-risk clinical population.</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extension.</a:t>
            </a:r>
          </a:p>
          <a:p xmlns:a="http://schemas.openxmlformats.org/drawingml/2006/main">
            <a:r>
              <a:t>Extension: overlapping intervals do not test treatment-effect interaction. Keep screening LDL units mmol/L. These intervals are computed, not the paper’s logrank intervals.</a:t>
            </a:r>
          </a:p>
          <a:p xmlns:a="http://schemas.openxmlformats.org/drawingml/2006/main">
            <a:r>
              <a:t>Approximate count-based intervals. Overlapping intervals alone do not test treatment-effect interaction.</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Act 1 explicitly. A statin trial alone does not isolate every molecular mechanism. The broader causal claim comes from the cited converging evidence. Total cholesterol should not collapse LDL and HDL into one label.</a:t>
            </a:r>
          </a:p>
          <a:p xmlns:a="http://schemas.openxmlformats.org/drawingml/2006/main">
            <a:r>
              <a:t>Sources: https://doi.org/10.1016/S0140-6736(02)09327-3; https://pmc.ncbi.nlm.nih.gov/articles/PMC5837225/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HPS placebo participants. HDL was not assigned. A favorable association motivates a treatment hypothesis but does not prove that raising HDL will help.</a:t>
            </a:r>
          </a:p>
          <a:p xmlns:a="http://schemas.openxmlformats.org/drawingml/2006/main">
            <a:r>
              <a:t>An observational comparison within HPS placebo participants. HDL categories were not assigned experimentally.</a:t>
            </a:r>
          </a:p>
          <a:p xmlns:a="http://schemas.openxmlformats.org/drawingml/2006/main">
            <a:r>
              <a:t>Sources: https://doi.org/10.1016/S0140-6736(02)09327-3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the protection claim still needs. Missing comparison arm and clinical outcome. The within-arm change is authentic but incomplete.</a:t>
            </a:r>
          </a:p>
          <a:p xmlns:a="http://schemas.openxmlformats.org/drawingml/2006/main">
            <a:r>
              <a:t>Intentional incomplete exhibit. It shows a within-arm laboratory summary and omits the comparison arm and clinical outcome.</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AIM-HIGH Table 2. Published group medians at each visit, with varying available samples. Lines connect visit summaries rather than identical patient trajectories.</a:t>
            </a:r>
          </a:p>
          <a:p xmlns:a="http://schemas.openxmlformats.org/drawingml/2006/main">
            <a:r>
              <a:t>AIM-HIGH Table 2. Published group medians at each visit, with varying available samples.</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IQR describes the central half of laboratory values. It is not a 95% confidence interval on a median or treatment effect. A box plot cannot be reconstructed fully from these three summaries.</a:t>
            </a:r>
          </a:p>
          <a:p xmlns:a="http://schemas.openxmlformats.org/drawingml/2006/main">
            <a:r>
              <a:t>Dots are medians. Lines are interquartile ranges, not confidence intervals. No patient-level distribution is reconstructed.</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5. (42−35)/35×100=20%. Source reports median of individual percent changes of 25%. Median and percentage change do not commute. Visit samples also vary. Individual change data are unavailable, so do not refit them.</a:t>
            </a:r>
          </a:p>
          <a:p xmlns:a="http://schemas.openxmlformats.org/drawingml/2006/main">
            <a:r>
              <a:t>20% comes from 35 and 42. The published 25% summarizes individual changes. Individual values are unavailable here.</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extension.</a:t>
            </a:r>
          </a:p>
          <a:p xmlns:a="http://schemas.openxmlformats.org/drawingml/2006/main">
            <a:r>
              <a:t>Reserve diagnostic. Scheduling and early trial stopping affect available counts. A decreasing curve alone does not demonstrate biased dropout.</a:t>
            </a:r>
          </a:p>
          <a:p xmlns:a="http://schemas.openxmlformats.org/drawingml/2006/main">
            <a:r>
              <a:t>AIM-HIGH Table 2. Follow-up scheduling and trial stopping contribute to available counts. A decline alone does not prove dropout bias.</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274/1,696 placebo add-on versus 282/1,718 niacin add-on. Mean follow-up three years. Preserve this trial’s distinct composite endpoint.</a:t>
            </a:r>
          </a:p>
          <a:p xmlns:a="http://schemas.openxmlformats.org/drawingml/2006/main">
            <a:r>
              <a:t>274/1,696 versus 282/1,718. Different composite endpoint and population from HPS. Mean follow-up three years.</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6. Draw a tangent conceptually on the board. Derivative d log(p)/dp = 1/p. Square the derivative in variance propagation. State nonzero events and adequate sample sizes.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6 continued. Substitute p-hat=e/n to derive 1/e−1/n. Add independent-arm variances. Exponentiate both endpoints. The resulting interval is asymmetric on the original ratio scale.</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Computed cumulative RR 1.016 with approximate CI 0.873–1.183. Published adjusted HR 1.02 with CI 0.87–1.21. Numerical similarity does not make the estimands identical.</a:t>
            </a:r>
          </a:p>
          <a:p xmlns:a="http://schemas.openxmlformats.org/drawingml/2006/main">
            <a:r>
              <a:t>Both describe the AIM-HIGH add-on comparison. RR uses cumulative counts. HR incorporates event timing and model adjustment.</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 includes potentially lower and higher hazards. The trial does not establish exact equality, that HDL is harmful, or that every HDL-targeting intervention must fail.</a:t>
            </a:r>
          </a:p>
          <a:p xmlns:a="http://schemas.openxmlformats.org/drawingml/2006/main">
            <a:r>
              <a:t>Published adjusted HR 1.02 (95% CI 0.87–1.21). The point estimate alone does not establish exact equivalence.</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extension.</a:t>
            </a:r>
          </a:p>
          <a:p xmlns:a="http://schemas.openxmlformats.org/drawingml/2006/main">
            <a:r>
              <a:t>Reserve extension. Niacin changes HDL, LDL and triglycerides. The randomized intervention is not an isolated manipulation of HDL concentration. Do not manufacture a relationship using a dual axis.</a:t>
            </a:r>
          </a:p>
          <a:p xmlns:a="http://schemas.openxmlformats.org/drawingml/2006/main">
            <a:r>
              <a:t>AIM-HIGH Table 2. Separate panels retain units and measurement identity. Laboratory change alone does not establish patient benefit.</a:t>
            </a:r>
          </a:p>
          <a:p xmlns:a="http://schemas.openxmlformats.org/drawingml/2006/main">
            <a:r>
              <a:t>Sources: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Act 2. This is a definite finding about a specific intervention and population. Avoid saying HDL is useless or all HDL function lacks importance.</a:t>
            </a:r>
          </a:p>
          <a:p xmlns:a="http://schemas.openxmlformats.org/drawingml/2006/main">
            <a:r>
              <a:t>Sources: https://doi.org/10.1016/S0140-6736(02)09327-3; https://doi.org/10.1056/NEJMoa1107579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7. u(r)=log(r). u(2)=−u(0.5). Equal distances represent equal multiplicative changes. The example ratios illustrate geometry, not measured effects.</a:t>
            </a:r>
          </a:p>
          <a:p xmlns:a="http://schemas.openxmlformats.org/drawingml/2006/main">
            <a:r>
              <a:t>Illustrative scale geometry. Ratios 0.5 and 2 are reciprocals and represent equal multiplicative distances from 1.</a:t>
            </a:r>
          </a:p>
          <a:p xmlns:a="http://schemas.openxmlformats.org/drawingml/2006/main">
            <a:r>
              <a:t>Sources: Mathematical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is more flexible than bar length for ratios and differences. Restricting a dot axis can be appropriate when labeled. Use consistent arm colors, explicit units and visible uncertainty. No smoothing through five sugar summaries.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Minutes 105–120. Core route may skip slides 22, 29 and 35 if needed. Keep the sugar section and final verdict intact.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8. Each gram of sugar contributes about four kcal. This analysis measures added sugar, not all carbohydrate and not blood glucose. Study usual-intake methods account for dietary measurement rather than assuming a single day is perfect usual intake.</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Invented arithmetic examples, explicitly separate from study data. Students calculate both. Normalization changes the exposure question.</a:t>
            </a:r>
          </a:p>
          <a:p xmlns:a="http://schemas.openxmlformats.org/drawingml/2006/main">
            <a:r>
              <a:t>Invented arithmetic examples: A has 2,000 total kcal, B has 4,000. Each gram of sugar contributes approximately 4 kcal.</a:t>
            </a:r>
          </a:p>
          <a:p xmlns:a="http://schemas.openxmlformats.org/drawingml/2006/main">
            <a:r>
              <a:t>Sources: Arithmetic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True published point estimates. Students identify the absent intake definition, confidence intervals, model and endpoint. Do not label this unadjusted.</a:t>
            </a:r>
          </a:p>
          <a:p xmlns:a="http://schemas.openxmlformats.org/drawingml/2006/main">
            <a:r>
              <a:t>Intentional incomplete exhibit. It omits the middle groups, interval, intake definition, and adjustment details.</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interpolation, no individual-patient scatter, no invented dose-response curve. Q1 is the reference. Numeric positions preserve unequal exposure gaps.</a:t>
            </a:r>
          </a:p>
          <a:p xmlns:a="http://schemas.openxmlformats.org/drawingml/2006/main">
            <a:r>
              <a:t>All published Table 2 quintiles. Q1 is the reference. Points represent group estimates, not individual participants.</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model includes total serum cholesterol. Q1 is the reference with no interval estimated in this table. These are published model estimates, not recomputed effects from fabricated participants.</a:t>
            </a:r>
          </a:p>
          <a:p xmlns:a="http://schemas.openxmlformats.org/drawingml/2006/main">
            <a:r>
              <a:t>Published 95% CIs. The full model includes total serum cholesterol among its covariates. Q1 has no estimated CI here.</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Demographic model adjusts age, sex and race/ethnicity. Full model additionally adjusts education, smoking, alcohol, activity, family CVD history, antihypertensive medication, diet quality, BMI, systolic BP, total cholesterol and total calories. Both models are adjusted. Horizontal offsets are visual separation, not changed exposures. Cannot attribute the model difference to cholesterol alone.</a:t>
            </a:r>
          </a:p>
          <a:p xmlns:a="http://schemas.openxmlformats.org/drawingml/2006/main">
            <a:r>
              <a:t>Horizontal offsets separate intervals visually. Both models are adjusted. Their difference cannot isolate one covariate.</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with the repaired linear-scale figure. Read the null of 1 and the asymmetric original-scale interval. Do not plot log values under a label saying hazard ratio without correctly back-transforming tick labels.</a:t>
            </a:r>
          </a:p>
          <a:p xmlns:a="http://schemas.openxmlformats.org/drawingml/2006/main">
            <a:r>
              <a:t>Same estimates and intervals as the repaired sugar figure. Log spacing encodes multiplicative distance.</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BOARD 9. Define T as event time. R(t) is a cumulative probability, h(t) an instantaneous conditional rate. The reported model interprets a relative hazard. Aggregate HR alone cannot give an empirical survival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extension.</a:t>
            </a:r>
          </a:p>
          <a:p xmlns:a="http://schemas.openxmlformats.org/drawingml/2006/main">
            <a:r>
              <a:t>Reserve extension. S_E = S_ref^HR follows from cumulative hazards. R_ref is a hypothetical reference cumulative risk, not a risk ratio. Both risk curves here are illustrative, not empirical NHANES curves.</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Act 3. Adjustment is model-based, not a guarantee against residual confounding. Total cholesterol adjustment is not separate adjustment for LDL and HDL. The dataset answers whether an association remains in this model, not which biochemical pathway explains it.</a:t>
            </a:r>
          </a:p>
          <a:p xmlns:a="http://schemas.openxmlformats.org/drawingml/2006/main">
            <a:r>
              <a:t>Sources: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say these four lines before writing a plotting command. Use an evidence figure when reporting findings and a clearly labeled illustration when teaching a mathematical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final evidence figure. Panels must not be pooled, ranked, or treated as one causal experiment. Restate each finding with its scope.</a:t>
            </a:r>
          </a:p>
          <a:p xmlns:a="http://schemas.openxmlformats.org/drawingml/2006/main">
            <a:r>
              <a:t>Separate study-specific panels. Treatment effects and cohort associations retain their distinct interpretations.</a:t>
            </a:r>
          </a:p>
          <a:p xmlns:a="http://schemas.openxmlformats.org/drawingml/2006/main">
            <a:r>
              <a:t>Sources: https://doi.org/10.1016/S0140-6736(02)09327-3; https://doi.org/10.1056/NEJMoa1107579;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Minutes 155–175. Paper work is sufficient. 5 minutes calculation, 7 minutes figure and caption, 5 minutes defense, 3 minutes synthesis. Use STUDENT_WORKSHEET.md. Give no hints that erase the need to specify study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initial three votes. The synthesis establishes multiple contributors and rejects biomarker-only treatment claims. It does not call all cholesterol bad, declare HDL harmful, or assert a proven causal sugar effect from this cohort.</a:t>
            </a:r>
          </a:p>
          <a:p xmlns:a="http://schemas.openxmlformats.org/drawingml/2006/main">
            <a:r>
              <a:t>Sources: https://doi.org/10.1016/S0140-6736(02)09327-3; https://pmc.ncbi.nlm.nih.gov/articles/PMC5837225/; https://doi.org/10.1056/NEJMoa1107579;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Minutes 175–180. Require one numerical answer with endpoint/time frame and one explanation. Collect a four-sentence response. Next class can build on these analyst deliverables.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includes source URLs and verified aggregate tables. Local raw PDFs are verification copies and are excluded from the public package.</a:t>
            </a:r>
          </a:p>
          <a:p xmlns:a="http://schemas.openxmlformats.org/drawingml/2006/main">
            <a:r>
              <a:t>Sources: https://doi.org/10.1016/S0140-6736(02)09327-3; https://doi.org/10.1056/NEJMoa1107579; https://doi.org/10.1001/jamainternmed.2013.13563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slide. Medical data analysis is educational and study-specific. This deck does not supply individualized treatment recommendations.</a:t>
            </a:r>
          </a:p>
          <a:p xmlns:a="http://schemas.openxmlformats.org/drawingml/2006/main">
            <a:r>
              <a:t>Sources: https://pmc.ncbi.nlm.nih.gov/articles/PMC5837225/; https://pubmed.ncbi.nlm.nih.gov/27617709/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43a175585547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1a134ed1db49ec" /><Relationship Type="http://schemas.openxmlformats.org/officeDocument/2006/relationships/slideLayout" Target="/ppt/slideLayouts/slideLayout1.xml" Id="Rd8f08ee3e8c24a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f08ee3e8c24a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8ec220b70a4412b" /><Relationship Type="http://schemas.openxmlformats.org/officeDocument/2006/relationships/notesSlide" Target="/ppt/notesSlides/notesSlide1.xml" Id="R95927e49ad3b47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10e858a9884872" /><Relationship Type="http://schemas.openxmlformats.org/officeDocument/2006/relationships/notesSlide" Target="/ppt/notesSlides/notesSlide2.xml" Id="R207b9dd1282141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46e1bb1be24d1e" /><Relationship Type="http://schemas.openxmlformats.org/officeDocument/2006/relationships/notesSlide" Target="/ppt/notesSlides/notesSlide3.xml" Id="R385212b74da241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04d7db2ec3048a5" /><Relationship Type="http://schemas.openxmlformats.org/officeDocument/2006/relationships/notesSlide" Target="/ppt/notesSlides/notesSlide4.xml" Id="R62f86bc3c54d48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b51de4a2754327" /><Relationship Type="http://schemas.openxmlformats.org/officeDocument/2006/relationships/notesSlide" Target="/ppt/notesSlides/notesSlide5.xml" Id="R661b3525dafe4d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93d90b62424299" /><Relationship Type="http://schemas.openxmlformats.org/officeDocument/2006/relationships/notesSlide" Target="/ppt/notesSlides/notesSlide6.xml" Id="Rcf53cafc8b8042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ea23b7f403c4863" /><Relationship Type="http://schemas.openxmlformats.org/officeDocument/2006/relationships/notesSlide" Target="/ppt/notesSlides/notesSlide7.xml" Id="R8987a5b6f1c14c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2d696c31914fbd" /><Relationship Type="http://schemas.openxmlformats.org/officeDocument/2006/relationships/chart" Target="/ppt/slides/charts/chart1.xml" Id="R7e0dab2cdaa04f5f" /><Relationship Type="http://schemas.openxmlformats.org/officeDocument/2006/relationships/notesSlide" Target="/ppt/notesSlides/notesSlide8.xml" Id="R87525e7c64ec41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3e3a38208754565" /><Relationship Type="http://schemas.openxmlformats.org/officeDocument/2006/relationships/notesSlide" Target="/ppt/notesSlides/notesSlide9.xml" Id="Rffbab4d0033c4d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85c3cf06aa4636" /><Relationship Type="http://schemas.openxmlformats.org/officeDocument/2006/relationships/notesSlide" Target="/ppt/notesSlides/notesSlide10.xml" Id="R3e1b8559486741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ad5cf8bf85e42e3" /><Relationship Type="http://schemas.openxmlformats.org/officeDocument/2006/relationships/notesSlide" Target="/ppt/notesSlides/notesSlide11.xml" Id="Rda3e66c8a91e44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ecdc4c1b0d2492e" /><Relationship Type="http://schemas.openxmlformats.org/officeDocument/2006/relationships/notesSlide" Target="/ppt/notesSlides/notesSlide12.xml" Id="R2fef333ef2054c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cc03fa7d84a4795" /><Relationship Type="http://schemas.openxmlformats.org/officeDocument/2006/relationships/chart" Target="/ppt/slides/charts/chart2.xml" Id="Re8cbfa97f3e9496e" /><Relationship Type="http://schemas.openxmlformats.org/officeDocument/2006/relationships/notesSlide" Target="/ppt/notesSlides/notesSlide13.xml" Id="R33c65524198d4d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32e924de934205" /><Relationship Type="http://schemas.openxmlformats.org/officeDocument/2006/relationships/notesSlide" Target="/ppt/notesSlides/notesSlide14.xml" Id="Reabef5a232cc4a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9e2f314fb3410f" /><Relationship Type="http://schemas.openxmlformats.org/officeDocument/2006/relationships/chart" Target="/ppt/slides/charts/chart3.xml" Id="Rbc288dff2f1e4338" /><Relationship Type="http://schemas.openxmlformats.org/officeDocument/2006/relationships/notesSlide" Target="/ppt/notesSlides/notesSlide15.xml" Id="Rf287cf43ff6e41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6b45eadee2f446e" /><Relationship Type="http://schemas.openxmlformats.org/officeDocument/2006/relationships/chart" Target="/ppt/slides/charts/chart4.xml" Id="R75e5b4ad49fd44cd" /><Relationship Type="http://schemas.openxmlformats.org/officeDocument/2006/relationships/notesSlide" Target="/ppt/notesSlides/notesSlide16.xml" Id="R6afa9098276448d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1d79cb28064627" /><Relationship Type="http://schemas.openxmlformats.org/officeDocument/2006/relationships/notesSlide" Target="/ppt/notesSlides/notesSlide17.xml" Id="R2f72508290d642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80d8df412174439" /><Relationship Type="http://schemas.openxmlformats.org/officeDocument/2006/relationships/notesSlide" Target="/ppt/notesSlides/notesSlide18.xml" Id="R07292b0b8998444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6ae0d419814d10" /><Relationship Type="http://schemas.openxmlformats.org/officeDocument/2006/relationships/chart" Target="/ppt/slides/charts/chart5.xml" Id="R7eadae3e688c425c" /><Relationship Type="http://schemas.openxmlformats.org/officeDocument/2006/relationships/notesSlide" Target="/ppt/notesSlides/notesSlide19.xml" Id="R47518644cb17451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44aad4926c4b87" /><Relationship Type="http://schemas.openxmlformats.org/officeDocument/2006/relationships/chart" Target="/ppt/slides/charts/chart6.xml" Id="Rff9a2929b5a74c81" /><Relationship Type="http://schemas.openxmlformats.org/officeDocument/2006/relationships/notesSlide" Target="/ppt/notesSlides/notesSlide20.xml" Id="R6e51b0e9c7244f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71489668e9f4c65" /><Relationship Type="http://schemas.openxmlformats.org/officeDocument/2006/relationships/chart" Target="/ppt/slides/charts/chart7.xml" Id="Ra0ca26e29dc9452b" /><Relationship Type="http://schemas.openxmlformats.org/officeDocument/2006/relationships/notesSlide" Target="/ppt/notesSlides/notesSlide21.xml" Id="R0b922329149a46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f35a58baab4442" /><Relationship Type="http://schemas.openxmlformats.org/officeDocument/2006/relationships/chart" Target="/ppt/slides/charts/chart8.xml" Id="R9047fe4fe35e4069" /><Relationship Type="http://schemas.openxmlformats.org/officeDocument/2006/relationships/notesSlide" Target="/ppt/notesSlides/notesSlide22.xml" Id="R89a0306c21104ca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5dbf06d3d5a42a9" /><Relationship Type="http://schemas.openxmlformats.org/officeDocument/2006/relationships/notesSlide" Target="/ppt/notesSlides/notesSlide23.xml" Id="R70fa8f5862e54c0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a6f9775d32b499d" /><Relationship Type="http://schemas.openxmlformats.org/officeDocument/2006/relationships/chart" Target="/ppt/slides/charts/chart9.xml" Id="Rd0150846b29e4f6c" /><Relationship Type="http://schemas.openxmlformats.org/officeDocument/2006/relationships/notesSlide" Target="/ppt/notesSlides/notesSlide24.xml" Id="Ra9fd543a7bc34bf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1301f03eae24135" /><Relationship Type="http://schemas.openxmlformats.org/officeDocument/2006/relationships/chart" Target="/ppt/slides/charts/chart10.xml" Id="R9373fd9b7ace4dcc" /><Relationship Type="http://schemas.openxmlformats.org/officeDocument/2006/relationships/notesSlide" Target="/ppt/notesSlides/notesSlide25.xml" Id="R77ab2f1d8d44412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0747729eb864b37" /><Relationship Type="http://schemas.openxmlformats.org/officeDocument/2006/relationships/chart" Target="/ppt/slides/charts/chart11.xml" Id="R993568582ac74df3" /><Relationship Type="http://schemas.openxmlformats.org/officeDocument/2006/relationships/notesSlide" Target="/ppt/notesSlides/notesSlide26.xml" Id="R710b9b280df94d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204cde3e3f34e82" /><Relationship Type="http://schemas.openxmlformats.org/officeDocument/2006/relationships/chart" Target="/ppt/slides/charts/chart12.xml" Id="R3fba7e633a2b4f6e" /><Relationship Type="http://schemas.openxmlformats.org/officeDocument/2006/relationships/notesSlide" Target="/ppt/notesSlides/notesSlide27.xml" Id="Rc5b82de74da84f6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17ea7d31f244812" /><Relationship Type="http://schemas.openxmlformats.org/officeDocument/2006/relationships/chart" Target="/ppt/slides/charts/chart13.xml" Id="R7b59256d14c14107" /><Relationship Type="http://schemas.openxmlformats.org/officeDocument/2006/relationships/notesSlide" Target="/ppt/notesSlides/notesSlide28.xml" Id="R9b4a6563a3d5491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812927d5bc04572" /><Relationship Type="http://schemas.openxmlformats.org/officeDocument/2006/relationships/chart" Target="/ppt/slides/charts/chart14.xml" Id="Rcbd4da39a1464241" /><Relationship Type="http://schemas.openxmlformats.org/officeDocument/2006/relationships/notesSlide" Target="/ppt/notesSlides/notesSlide29.xml" Id="R77c7baa54290476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834272831804bd3" /><Relationship Type="http://schemas.openxmlformats.org/officeDocument/2006/relationships/chart" Target="/ppt/slides/charts/chart15.xml" Id="R6f9a1b673db441fe" /><Relationship Type="http://schemas.openxmlformats.org/officeDocument/2006/relationships/notesSlide" Target="/ppt/notesSlides/notesSlide30.xml" Id="Rfec3bd99afeb49f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1060a13e9db4147" /><Relationship Type="http://schemas.openxmlformats.org/officeDocument/2006/relationships/notesSlide" Target="/ppt/notesSlides/notesSlide31.xml" Id="R6e6e844899ea449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4023f084cfc4e86" /><Relationship Type="http://schemas.openxmlformats.org/officeDocument/2006/relationships/notesSlide" Target="/ppt/notesSlides/notesSlide32.xml" Id="R284ad16522314f3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a70a9e3deb02402c" /><Relationship Type="http://schemas.openxmlformats.org/officeDocument/2006/relationships/chart" Target="/ppt/slides/charts/chart16.xml" Id="Rfe36c3929e354446" /><Relationship Type="http://schemas.openxmlformats.org/officeDocument/2006/relationships/notesSlide" Target="/ppt/notesSlides/notesSlide33.xml" Id="R144517cb708d415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20f7816fcfc94496" /><Relationship Type="http://schemas.openxmlformats.org/officeDocument/2006/relationships/chart" Target="/ppt/slides/charts/chart17.xml" Id="Ra60f31ab92b64847" /><Relationship Type="http://schemas.openxmlformats.org/officeDocument/2006/relationships/notesSlide" Target="/ppt/notesSlides/notesSlide34.xml" Id="Ra57fca7dd51b493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00dcee2e0af4c83" /><Relationship Type="http://schemas.openxmlformats.org/officeDocument/2006/relationships/chart" Target="/ppt/slides/charts/chart18.xml" Id="R0222dab8b64e4598" /><Relationship Type="http://schemas.openxmlformats.org/officeDocument/2006/relationships/chart" Target="/ppt/slides/charts/chart19.xml" Id="Ra9bca027bdef45b9" /><Relationship Type="http://schemas.openxmlformats.org/officeDocument/2006/relationships/chart" Target="/ppt/slides/charts/chart20.xml" Id="Ra56e533f39134bb5" /><Relationship Type="http://schemas.openxmlformats.org/officeDocument/2006/relationships/notesSlide" Target="/ppt/notesSlides/notesSlide35.xml" Id="Rc98e7c1f40224f1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ce24060ba8a4751" /><Relationship Type="http://schemas.openxmlformats.org/officeDocument/2006/relationships/notesSlide" Target="/ppt/notesSlides/notesSlide36.xml" Id="Ra1bf0a087d114cd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e17edc5ae934b26" /><Relationship Type="http://schemas.openxmlformats.org/officeDocument/2006/relationships/chart" Target="/ppt/slides/charts/chart21.xml" Id="Rbad739f91b8d4b31" /><Relationship Type="http://schemas.openxmlformats.org/officeDocument/2006/relationships/chart" Target="/ppt/slides/charts/chart22.xml" Id="R9a91748590f7445c" /><Relationship Type="http://schemas.openxmlformats.org/officeDocument/2006/relationships/notesSlide" Target="/ppt/notesSlides/notesSlide37.xml" Id="R6c62ac882d0a4d2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2623b7ea4b1492c" /><Relationship Type="http://schemas.openxmlformats.org/officeDocument/2006/relationships/notesSlide" Target="/ppt/notesSlides/notesSlide38.xml" Id="R54d33d5d611d464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d23c36e49794992" /><Relationship Type="http://schemas.openxmlformats.org/officeDocument/2006/relationships/notesSlide" Target="/ppt/notesSlides/notesSlide39.xml" Id="R4ef6712fffd44b2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4c495e6754d468f" /><Relationship Type="http://schemas.openxmlformats.org/officeDocument/2006/relationships/notesSlide" Target="/ppt/notesSlides/notesSlide40.xml" Id="R77fcd86714a346a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7995c250f414fff" /><Relationship Type="http://schemas.openxmlformats.org/officeDocument/2006/relationships/chart" Target="/ppt/slides/charts/chart23.xml" Id="R1e906ee434e642bf" /><Relationship Type="http://schemas.openxmlformats.org/officeDocument/2006/relationships/chart" Target="/ppt/slides/charts/chart24.xml" Id="R0efd501128ea4589" /><Relationship Type="http://schemas.openxmlformats.org/officeDocument/2006/relationships/notesSlide" Target="/ppt/notesSlides/notesSlide41.xml" Id="Rc5a32b823a524d8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06384f4c07e4abf" /><Relationship Type="http://schemas.openxmlformats.org/officeDocument/2006/relationships/chart" Target="/ppt/slides/charts/chart25.xml" Id="Ra5ea52ad11834111" /><Relationship Type="http://schemas.openxmlformats.org/officeDocument/2006/relationships/notesSlide" Target="/ppt/notesSlides/notesSlide42.xml" Id="R28e7953cfd2a497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8d15f90aed34c33" /><Relationship Type="http://schemas.openxmlformats.org/officeDocument/2006/relationships/chart" Target="/ppt/slides/charts/chart26.xml" Id="R8f766c18c7fb4e44" /><Relationship Type="http://schemas.openxmlformats.org/officeDocument/2006/relationships/notesSlide" Target="/ppt/notesSlides/notesSlide43.xml" Id="Reee07d146dd34e6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c4f229f2f594c82" /><Relationship Type="http://schemas.openxmlformats.org/officeDocument/2006/relationships/chart" Target="/ppt/slides/charts/chart27.xml" Id="R4e06f72601c84304" /><Relationship Type="http://schemas.openxmlformats.org/officeDocument/2006/relationships/notesSlide" Target="/ppt/notesSlides/notesSlide44.xml" Id="R4d32d7dd5c9a45b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5fc6293afc747b5" /><Relationship Type="http://schemas.openxmlformats.org/officeDocument/2006/relationships/chart" Target="/ppt/slides/charts/chart28.xml" Id="R25718cfcfa2146df" /><Relationship Type="http://schemas.openxmlformats.org/officeDocument/2006/relationships/notesSlide" Target="/ppt/notesSlides/notesSlide45.xml" Id="R9dd728c378684a7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0374f7ec76143db" /><Relationship Type="http://schemas.openxmlformats.org/officeDocument/2006/relationships/chart" Target="/ppt/slides/charts/chart29.xml" Id="Re661a62f31b44d23" /><Relationship Type="http://schemas.openxmlformats.org/officeDocument/2006/relationships/notesSlide" Target="/ppt/notesSlides/notesSlide46.xml" Id="Raaf322b8d84541c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987a5e1994c438d" /><Relationship Type="http://schemas.openxmlformats.org/officeDocument/2006/relationships/notesSlide" Target="/ppt/notesSlides/notesSlide47.xml" Id="R66a85294d5e647d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3d276a3caeb4862" /><Relationship Type="http://schemas.openxmlformats.org/officeDocument/2006/relationships/chart" Target="/ppt/slides/charts/chart30.xml" Id="Rfbe24d18cf9f42c9" /><Relationship Type="http://schemas.openxmlformats.org/officeDocument/2006/relationships/notesSlide" Target="/ppt/notesSlides/notesSlide48.xml" Id="R833afcc48ced43d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7ab816c43554c60" /><Relationship Type="http://schemas.openxmlformats.org/officeDocument/2006/relationships/notesSlide" Target="/ppt/notesSlides/notesSlide49.xml" Id="Rf5ffe5387c734dd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31eaf086f78d4060" /><Relationship Type="http://schemas.openxmlformats.org/officeDocument/2006/relationships/notesSlide" Target="/ppt/notesSlides/notesSlide50.xml" Id="R7f78ed5d806f492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d5077c0d1ccd4ab1" /><Relationship Type="http://schemas.openxmlformats.org/officeDocument/2006/relationships/chart" Target="/ppt/slides/charts/chart31.xml" Id="R3181f7b0aec54d2e" /><Relationship Type="http://schemas.openxmlformats.org/officeDocument/2006/relationships/chart" Target="/ppt/slides/charts/chart32.xml" Id="R8eac735170464580" /><Relationship Type="http://schemas.openxmlformats.org/officeDocument/2006/relationships/chart" Target="/ppt/slides/charts/chart33.xml" Id="Rc7955d2a62cf4ec2" /><Relationship Type="http://schemas.openxmlformats.org/officeDocument/2006/relationships/notesSlide" Target="/ppt/notesSlides/notesSlide51.xml" Id="Ra8ce1d56b34b4f2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4943c4578985461c" /><Relationship Type="http://schemas.openxmlformats.org/officeDocument/2006/relationships/notesSlide" Target="/ppt/notesSlides/notesSlide52.xml" Id="R5b6a8f8bbd3c4ee2"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ff2185fd57a4b75" /><Relationship Type="http://schemas.openxmlformats.org/officeDocument/2006/relationships/notesSlide" Target="/ppt/notesSlides/notesSlide53.xml" Id="Rfa02acfc359b46c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e2301cfb4194f45" /><Relationship Type="http://schemas.openxmlformats.org/officeDocument/2006/relationships/notesSlide" Target="/ppt/notesSlides/notesSlide54.xml" Id="R76c99552cd5342f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18b4cd1161694cf7" /><Relationship Type="http://schemas.openxmlformats.org/officeDocument/2006/relationships/notesSlide" Target="/ppt/notesSlides/notesSlide55.xml" Id="Rbccf59d3dfc9419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8002389efe14345" /><Relationship Type="http://schemas.openxmlformats.org/officeDocument/2006/relationships/notesSlide" Target="/ppt/notesSlides/notesSlide56.xml" Id="R511e5546c2e54a4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_rels/chart19.xml.rels><Relationships xmlns="http://schemas.openxmlformats.org/package/2006/relationships"><Relationship Id="rIdChartSnapshot1" Type="http://schemas.openxmlformats.org/officeDocument/2006/relationships/package" Target="../../embeddings/chart-data-snapshot-019.xlsx"/></Relationships>
</file>

<file path=ppt/slides/charts/_rels/chart20.xml.rels><Relationships xmlns="http://schemas.openxmlformats.org/package/2006/relationships"><Relationship Id="rIdChartSnapshot1" Type="http://schemas.openxmlformats.org/officeDocument/2006/relationships/package" Target="../../embeddings/chart-data-snapshot-020.xlsx"/></Relationships>
</file>

<file path=ppt/slides/charts/_rels/chart21.xml.rels><Relationships xmlns="http://schemas.openxmlformats.org/package/2006/relationships"><Relationship Id="rIdChartSnapshot1" Type="http://schemas.openxmlformats.org/officeDocument/2006/relationships/package" Target="../../embeddings/chart-data-snapshot-021.xlsx"/></Relationships>
</file>

<file path=ppt/slides/charts/_rels/chart22.xml.rels><Relationships xmlns="http://schemas.openxmlformats.org/package/2006/relationships"><Relationship Id="rIdChartSnapshot1" Type="http://schemas.openxmlformats.org/officeDocument/2006/relationships/package" Target="../../embeddings/chart-data-snapshot-022.xlsx"/></Relationships>
</file>

<file path=ppt/slides/charts/_rels/chart23.xml.rels><Relationships xmlns="http://schemas.openxmlformats.org/package/2006/relationships"><Relationship Id="rIdChartSnapshot1" Type="http://schemas.openxmlformats.org/officeDocument/2006/relationships/package" Target="../../embeddings/chart-data-snapshot-023.xlsx"/></Relationships>
</file>

<file path=ppt/slides/charts/_rels/chart24.xml.rels><Relationships xmlns="http://schemas.openxmlformats.org/package/2006/relationships"><Relationship Id="rIdChartSnapshot1" Type="http://schemas.openxmlformats.org/officeDocument/2006/relationships/package" Target="../../embeddings/chart-data-snapshot-024.xlsx"/></Relationships>
</file>

<file path=ppt/slides/charts/_rels/chart25.xml.rels><Relationships xmlns="http://schemas.openxmlformats.org/package/2006/relationships"><Relationship Id="rIdChartSnapshot1" Type="http://schemas.openxmlformats.org/officeDocument/2006/relationships/package" Target="../../embeddings/chart-data-snapshot-025.xlsx"/></Relationships>
</file>

<file path=ppt/slides/charts/_rels/chart26.xml.rels><Relationships xmlns="http://schemas.openxmlformats.org/package/2006/relationships"><Relationship Id="rIdChartSnapshot1" Type="http://schemas.openxmlformats.org/officeDocument/2006/relationships/package" Target="../../embeddings/chart-data-snapshot-026.xlsx"/></Relationships>
</file>

<file path=ppt/slides/charts/_rels/chart27.xml.rels><Relationships xmlns="http://schemas.openxmlformats.org/package/2006/relationships"><Relationship Id="rIdChartSnapshot1" Type="http://schemas.openxmlformats.org/officeDocument/2006/relationships/package" Target="../../embeddings/chart-data-snapshot-027.xlsx"/></Relationships>
</file>

<file path=ppt/slides/charts/_rels/chart28.xml.rels><Relationships xmlns="http://schemas.openxmlformats.org/package/2006/relationships"><Relationship Id="rIdChartSnapshot1" Type="http://schemas.openxmlformats.org/officeDocument/2006/relationships/package" Target="../../embeddings/chart-data-snapshot-028.xlsx"/></Relationships>
</file>

<file path=ppt/slides/charts/_rels/chart29.xml.rels><Relationships xmlns="http://schemas.openxmlformats.org/package/2006/relationships"><Relationship Id="rIdChartSnapshot1" Type="http://schemas.openxmlformats.org/officeDocument/2006/relationships/package" Target="../../embeddings/chart-data-snapshot-029.xlsx"/></Relationships>
</file>

<file path=ppt/slides/charts/_rels/chart30.xml.rels><Relationships xmlns="http://schemas.openxmlformats.org/package/2006/relationships"><Relationship Id="rIdChartSnapshot1" Type="http://schemas.openxmlformats.org/officeDocument/2006/relationships/package" Target="../../embeddings/chart-data-snapshot-030.xlsx"/></Relationships>
</file>

<file path=ppt/slides/charts/_rels/chart31.xml.rels><Relationships xmlns="http://schemas.openxmlformats.org/package/2006/relationships"><Relationship Id="rIdChartSnapshot1" Type="http://schemas.openxmlformats.org/officeDocument/2006/relationships/package" Target="../../embeddings/chart-data-snapshot-031.xlsx"/></Relationships>
</file>

<file path=ppt/slides/charts/_rels/chart32.xml.rels><Relationships xmlns="http://schemas.openxmlformats.org/package/2006/relationships"><Relationship Id="rIdChartSnapshot1" Type="http://schemas.openxmlformats.org/officeDocument/2006/relationships/package" Target="../../embeddings/chart-data-snapshot-032.xlsx"/></Relationships>
</file>

<file path=ppt/slides/charts/_rels/chart33.xml.rels><Relationships xmlns="http://schemas.openxmlformats.org/package/2006/relationships"><Relationship Id="rIdChartSnapshot1" Type="http://schemas.openxmlformats.org/officeDocument/2006/relationships/package" Target="../../embeddings/chart-data-snapshot-03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Events</c:v>
          </c:tx>
          <c:spPr>
            <a:solidFill xmlns:a="http://schemas.openxmlformats.org/drawingml/2006/main">
              <a:srgbClr val="087E8B"/>
            </a:solidFill>
          </c:spPr>
          <c:dPt>
            <c:idx val="0"/>
            <c:invertIfNegative val="0"/>
            <c:spPr>
              <a:solidFill xmlns:a="http://schemas.openxmlformats.org/drawingml/2006/main">
                <a:srgbClr val="087E8B"/>
              </a:solidFill>
            </c:spPr>
          </c:dPt>
          <c:dPt>
            <c:idx val="1"/>
            <c:invertIfNegative val="0"/>
            <c:spPr>
              <a:solidFill xmlns:a="http://schemas.openxmlformats.org/drawingml/2006/main">
                <a:srgbClr val="253B53"/>
              </a:solidFill>
            </c:spPr>
          </c:dPt>
          <c:cat>
            <c:strRef>
              <c:f>'Chart Data'!$A$2:$A$3</c:f>
              <c:strCache>
                <c:ptCount val="2"/>
                <c:pt idx="0">
                  <c:v>Simvastatin</c:v>
                </c:pt>
                <c:pt idx="1">
                  <c:v>Placebo</c:v>
                </c:pt>
              </c:strCache>
            </c:strRef>
          </c:cat>
          <c:val>
            <c:numRef>
              <c:f>'Chart Data'!$B$2:$B$3</c:f>
              <c:numCache>
                <c:formatCode>0</c:formatCode>
                <c:ptCount val="2"/>
                <c:pt idx="0">
                  <c:v>2033</c:v>
                </c:pt>
                <c:pt idx="1">
                  <c:v>2585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310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Participants with a major vascular event</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 risk</c:v>
          </c:tx>
          <c:spPr>
            <a:solidFill xmlns:a="http://schemas.openxmlformats.org/drawingml/2006/main">
              <a:srgbClr val="087E8B"/>
            </a:solidFill>
          </c:spPr>
          <c:dPt>
            <c:idx val="0"/>
            <c:invertIfNegative val="0"/>
            <c:spPr>
              <a:solidFill xmlns:a="http://schemas.openxmlformats.org/drawingml/2006/main">
                <a:srgbClr val="087E8B"/>
              </a:solidFill>
            </c:spPr>
          </c:dPt>
          <c:dPt>
            <c:idx val="1"/>
            <c:invertIfNegative val="0"/>
            <c:spPr>
              <a:solidFill xmlns:a="http://schemas.openxmlformats.org/drawingml/2006/main">
                <a:srgbClr val="253B53"/>
              </a:solidFill>
            </c:spPr>
          </c:dPt>
          <c:cat>
            <c:strRef>
              <c:f>'Chart Data'!$A$2:$A$3</c:f>
              <c:strCache>
                <c:ptCount val="2"/>
                <c:pt idx="0">
                  <c:v>Simvastatin</c:v>
                </c:pt>
                <c:pt idx="1">
                  <c:v>Placebo</c:v>
                </c:pt>
              </c:strCache>
            </c:strRef>
          </c:cat>
          <c:val>
            <c:numRef>
              <c:f>'Chart Data'!$B$2:$B$3</c:f>
              <c:numCache>
                <c:formatCode>0.0</c:formatCode>
                <c:ptCount val="2"/>
                <c:pt idx="0">
                  <c:v>19.7974486318</c:v>
                </c:pt>
                <c:pt idx="1">
                  <c:v>25.177753969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27"/>
          <c:min val="19"/>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Major vascular event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 risk</c:v>
          </c:tx>
          <c:spPr>
            <a:solidFill xmlns:a="http://schemas.openxmlformats.org/drawingml/2006/main">
              <a:srgbClr val="087E8B"/>
            </a:solidFill>
          </c:spPr>
          <c:dPt>
            <c:idx val="0"/>
            <c:invertIfNegative val="0"/>
            <c:spPr>
              <a:solidFill xmlns:a="http://schemas.openxmlformats.org/drawingml/2006/main">
                <a:srgbClr val="087E8B"/>
              </a:solidFill>
            </c:spPr>
          </c:dPt>
          <c:dPt>
            <c:idx val="1"/>
            <c:invertIfNegative val="0"/>
            <c:spPr>
              <a:solidFill xmlns:a="http://schemas.openxmlformats.org/drawingml/2006/main">
                <a:srgbClr val="253B53"/>
              </a:solidFill>
            </c:spPr>
          </c:dPt>
          <c:cat>
            <c:strRef>
              <c:f>'Chart Data'!$A$2:$A$3</c:f>
              <c:strCache>
                <c:ptCount val="2"/>
                <c:pt idx="0">
                  <c:v>Simvastatin</c:v>
                </c:pt>
                <c:pt idx="1">
                  <c:v>Placebo</c:v>
                </c:pt>
              </c:strCache>
            </c:strRef>
          </c:cat>
          <c:val>
            <c:numRef>
              <c:f>'Chart Data'!$B$2:$B$3</c:f>
              <c:numCache>
                <c:formatCode>0.0</c:formatCode>
                <c:ptCount val="2"/>
                <c:pt idx="0">
                  <c:v>19.7974486318</c:v>
                </c:pt>
                <c:pt idx="1">
                  <c:v>25.177753969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3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Major vascular event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Major vascular event</c:v>
          </c:tx>
          <c:spPr>
            <a:solidFill xmlns:a="http://schemas.openxmlformats.org/drawingml/2006/main">
              <a:srgbClr val="087E8B"/>
            </a:solidFill>
          </c:spPr>
          <c:cat>
            <c:strRef>
              <c:f>'Chart Data'!$A$2:$A$3</c:f>
              <c:strCache>
                <c:ptCount val="2"/>
                <c:pt idx="0">
                  <c:v>Simvastatin</c:v>
                </c:pt>
                <c:pt idx="1">
                  <c:v>Placebo</c:v>
                </c:pt>
              </c:strCache>
            </c:strRef>
          </c:cat>
          <c:val>
            <c:numRef>
              <c:f>'Chart Data'!$B$2:$B$3</c:f>
              <c:numCache>
                <c:formatCode>0.0</c:formatCode>
                <c:ptCount val="2"/>
                <c:pt idx="0">
                  <c:v>19.7974486318</c:v>
                </c:pt>
                <c:pt idx="1">
                  <c:v>25.177753969</c:v>
                </c:pt>
              </c:numCache>
            </c:numRef>
          </c:val>
        </c:ser>
        <c:ser>
          <c:idx val="1"/>
          <c:order val="1"/>
          <c:tx>
            <c:v>No recorded major vascular event</c:v>
          </c:tx>
          <c:spPr>
            <a:solidFill xmlns:a="http://schemas.openxmlformats.org/drawingml/2006/main">
              <a:srgbClr val="CBD5DE"/>
            </a:solidFill>
          </c:spPr>
          <c:cat>
            <c:strRef>
              <c:f>'Chart Data'!$C$2:$C$3</c:f>
              <c:strCache>
                <c:ptCount val="2"/>
                <c:pt idx="0">
                  <c:v>Simvastatin</c:v>
                </c:pt>
                <c:pt idx="1">
                  <c:v>Placebo</c:v>
                </c:pt>
              </c:strCache>
            </c:strRef>
          </c:cat>
          <c:val>
            <c:numRef>
              <c:f>'Chart Data'!$D$2:$D$3</c:f>
              <c:numCache>
                <c:formatCode>0.0</c:formatCode>
                <c:ptCount val="2"/>
                <c:pt idx="0">
                  <c:v>80.2025513682</c:v>
                </c:pt>
                <c:pt idx="1">
                  <c:v>74.822246031</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10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Participants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04"/>
          <c:y val="0.08"/>
          <c:w val="0.93"/>
          <c:h val="0.67"/>
        </c:manualLayout>
      </c:layout>
      <c:scatterChart>
        <c:scatterStyle val="lineMarker"/>
        <c:ser>
          <c:idx val="0"/>
          <c:order val="0"/>
          <c:tx>
            <c:v>Approximate 95% CI row 1 plus</c:v>
          </c:tx>
          <c:spPr>
            <a:solidFill xmlns:a="http://schemas.openxmlformats.org/drawingml/2006/main">
              <a:srgbClr val="087E8B"/>
            </a:solidFill>
            <a:ln xmlns:a="http://schemas.openxmlformats.org/drawingml/2006/main" w="23813">
              <a:noFill/>
            </a:ln>
          </c:spPr>
          <c:marker>
            <c:symbol val="circle"/>
            <c:size val="8"/>
            <c:spPr>
              <ns0:solidFill xmlns:ns0="http://schemas.openxmlformats.org/drawingml/2006/main">
                <ns0:srgbClr val="087E8B"/>
              </ns0:solidFill>
              <ns1:ln xmlns:ns1="http://schemas.openxmlformats.org/drawingml/2006/main" w="0">
                <ns1:noFill/>
              </ns1:ln>
            </c:spPr>
          </c:marker>
          <c:errBars>
            <c:errDir val="x"/>
            <c:errBarType val="plus"/>
            <c:errValType val="fixedVal"/>
            <c:noEndCap val="0"/>
            <c:val val="11.3968193475"/>
            <c:spPr>
              <ns1:ln xmlns:ns1="http://schemas.openxmlformats.org/drawingml/2006/main" w="19050">
                <ns1:solidFill>
                  <ns1:srgbClr val="087E8B"/>
                </ns1:solidFill>
              </ns1:ln>
            </c:spPr>
          </c:errBars>
          <c:xVal>
            <c:numRef>
              <c:f>'Chart Data'!$A$2:$A$2</c:f>
              <c:numCache>
                <c:formatCode>General</c:formatCode>
                <c:ptCount val="1"/>
                <c:pt idx="0">
                  <c:v>53.8030533722</c:v>
                </c:pt>
              </c:numCache>
            </c:numRef>
          </c:xVal>
          <c:yVal>
            <c:numRef>
              <c:f>'Chart Data'!$B$2:$B$2</c:f>
              <c:numCache>
                <c:formatCode>0.##</c:formatCode>
                <c:ptCount val="1"/>
                <c:pt idx="0">
                  <c:v>0</c:v>
                </c:pt>
              </c:numCache>
            </c:numRef>
          </c:yVal>
          <c:smooth val="0"/>
        </c:ser>
        <c:ser>
          <c:idx val="1"/>
          <c:order val="1"/>
          <c:tx>
            <c:v>Approximate 95% CI row 1 minus</c:v>
          </c:tx>
          <c:spPr>
            <a:solidFill xmlns:a="http://schemas.openxmlformats.org/drawingml/2006/main">
              <a:srgbClr val="087E8B"/>
            </a:solidFill>
            <a:ln xmlns:a="http://schemas.openxmlformats.org/drawingml/2006/main" w="23813">
              <a:noFill/>
            </a:ln>
          </c:spPr>
          <c:marker>
            <c:symbol val="circle"/>
            <c:size val="8"/>
            <c:spPr>
              <ns2:solidFill xmlns:ns2="http://schemas.openxmlformats.org/drawingml/2006/main">
                <ns2:srgbClr val="087E8B"/>
              </ns2:solidFill>
              <ns3:ln xmlns:ns3="http://schemas.openxmlformats.org/drawingml/2006/main" w="0">
                <ns3:noFill/>
              </ns3:ln>
            </c:spPr>
          </c:marker>
          <c:errBars>
            <c:errDir val="x"/>
            <c:errBarType val="minus"/>
            <c:errValType val="fixedVal"/>
            <c:noEndCap val="0"/>
            <c:val val="11.3968193475"/>
            <c:spPr>
              <ns1:ln xmlns:ns1="http://schemas.openxmlformats.org/drawingml/2006/main" w="19050">
                <ns1:solidFill>
                  <ns1:srgbClr val="087E8B"/>
                </ns1:solidFill>
              </ns1:ln>
            </c:spPr>
          </c:errBars>
          <c:xVal>
            <c:numRef>
              <c:f>'Chart Data'!$C$2:$C$2</c:f>
              <c:numCache>
                <c:formatCode>General</c:formatCode>
                <c:ptCount val="1"/>
                <c:pt idx="0">
                  <c:v>53.8030533722</c:v>
                </c:pt>
              </c:numCache>
            </c:numRef>
          </c:xVal>
          <c:yVal>
            <c:numRef>
              <c:f>'Chart Data'!$D$2:$D$2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75"/>
          <c:min val="-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Fewer affected people per 1,000</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tickLblPos val="nextTo"/>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Normal approximation</c:v>
          </c:tx>
          <c:spPr>
            <a:solidFill xmlns:a="http://schemas.openxmlformats.org/drawingml/2006/main">
              <a:srgbClr val="087E8B"/>
            </a:solidFill>
            <a:ln xmlns:a="http://schemas.openxmlformats.org/drawingml/2006/main" w="23813">
              <a:solidFill>
                <a:srgbClr val="087E8B"/>
              </a:solidFill>
            </a:ln>
          </c:spPr>
          <c:marker>
            <c:symbol val="none"/>
            <c:size val="8"/>
          </c:marker>
          <c:xVal>
            <c:numRef>
              <c:f>'Chart Data'!$A$2:$A$152</c:f>
              <c:numCache>
                <c:formatCode>General</c:formatCode>
                <c:ptCount val="151"/>
                <c:pt idx="0">
                  <c:v>3.05442383774</c:v>
                </c:pt>
                <c:pt idx="1">
                  <c:v>3.08543559107</c:v>
                </c:pt>
                <c:pt idx="2">
                  <c:v>3.11644734439</c:v>
                </c:pt>
                <c:pt idx="3">
                  <c:v>3.14745909772</c:v>
                </c:pt>
                <c:pt idx="4">
                  <c:v>3.17847085105</c:v>
                </c:pt>
                <c:pt idx="5">
                  <c:v>3.20948260437</c:v>
                </c:pt>
                <c:pt idx="6">
                  <c:v>3.2404943577</c:v>
                </c:pt>
                <c:pt idx="7">
                  <c:v>3.27150611103</c:v>
                </c:pt>
                <c:pt idx="8">
                  <c:v>3.30251786435</c:v>
                </c:pt>
                <c:pt idx="9">
                  <c:v>3.33352961768</c:v>
                </c:pt>
                <c:pt idx="10">
                  <c:v>3.36454137101</c:v>
                </c:pt>
                <c:pt idx="11">
                  <c:v>3.39555312433</c:v>
                </c:pt>
                <c:pt idx="12">
                  <c:v>3.42656487766</c:v>
                </c:pt>
                <c:pt idx="13">
                  <c:v>3.45757663099</c:v>
                </c:pt>
                <c:pt idx="14">
                  <c:v>3.48858838431</c:v>
                </c:pt>
                <c:pt idx="15">
                  <c:v>3.51960013764</c:v>
                </c:pt>
                <c:pt idx="16">
                  <c:v>3.55061189096</c:v>
                </c:pt>
                <c:pt idx="17">
                  <c:v>3.58162364429</c:v>
                </c:pt>
                <c:pt idx="18">
                  <c:v>3.61263539762</c:v>
                </c:pt>
                <c:pt idx="19">
                  <c:v>3.64364715094</c:v>
                </c:pt>
                <c:pt idx="20">
                  <c:v>3.67465890427</c:v>
                </c:pt>
                <c:pt idx="21">
                  <c:v>3.7056706576</c:v>
                </c:pt>
                <c:pt idx="22">
                  <c:v>3.73668241092</c:v>
                </c:pt>
                <c:pt idx="23">
                  <c:v>3.76769416425</c:v>
                </c:pt>
                <c:pt idx="24">
                  <c:v>3.79870591758</c:v>
                </c:pt>
                <c:pt idx="25">
                  <c:v>3.8297176709</c:v>
                </c:pt>
                <c:pt idx="26">
                  <c:v>3.86072942423</c:v>
                </c:pt>
                <c:pt idx="27">
                  <c:v>3.89174117755</c:v>
                </c:pt>
                <c:pt idx="28">
                  <c:v>3.92275293088</c:v>
                </c:pt>
                <c:pt idx="29">
                  <c:v>3.95376468421</c:v>
                </c:pt>
                <c:pt idx="30">
                  <c:v>3.98477643753</c:v>
                </c:pt>
                <c:pt idx="31">
                  <c:v>4.01578819086</c:v>
                </c:pt>
                <c:pt idx="32">
                  <c:v>4.04679994419</c:v>
                </c:pt>
                <c:pt idx="33">
                  <c:v>4.07781169751</c:v>
                </c:pt>
                <c:pt idx="34">
                  <c:v>4.10882345084</c:v>
                </c:pt>
                <c:pt idx="35">
                  <c:v>4.13983520417</c:v>
                </c:pt>
                <c:pt idx="36">
                  <c:v>4.17084695749</c:v>
                </c:pt>
                <c:pt idx="37">
                  <c:v>4.20185871082</c:v>
                </c:pt>
                <c:pt idx="38">
                  <c:v>4.23287046415</c:v>
                </c:pt>
                <c:pt idx="39">
                  <c:v>4.26388221747</c:v>
                </c:pt>
                <c:pt idx="40">
                  <c:v>4.2948939708</c:v>
                </c:pt>
                <c:pt idx="41">
                  <c:v>4.32590572412</c:v>
                </c:pt>
                <c:pt idx="42">
                  <c:v>4.35691747745</c:v>
                </c:pt>
                <c:pt idx="43">
                  <c:v>4.38792923078</c:v>
                </c:pt>
                <c:pt idx="44">
                  <c:v>4.4189409841</c:v>
                </c:pt>
                <c:pt idx="45">
                  <c:v>4.44995273743</c:v>
                </c:pt>
                <c:pt idx="46">
                  <c:v>4.48096449076</c:v>
                </c:pt>
                <c:pt idx="47">
                  <c:v>4.51197624408</c:v>
                </c:pt>
                <c:pt idx="48">
                  <c:v>4.54298799741</c:v>
                </c:pt>
                <c:pt idx="49">
                  <c:v>4.57399975074</c:v>
                </c:pt>
                <c:pt idx="50">
                  <c:v>4.60501150406</c:v>
                </c:pt>
                <c:pt idx="51">
                  <c:v>4.63602325739</c:v>
                </c:pt>
                <c:pt idx="52">
                  <c:v>4.66703501072</c:v>
                </c:pt>
                <c:pt idx="53">
                  <c:v>4.69804676404</c:v>
                </c:pt>
                <c:pt idx="54">
                  <c:v>4.72905851737</c:v>
                </c:pt>
                <c:pt idx="55">
                  <c:v>4.76007027069</c:v>
                </c:pt>
                <c:pt idx="56">
                  <c:v>4.79108202402</c:v>
                </c:pt>
                <c:pt idx="57">
                  <c:v>4.82209377735</c:v>
                </c:pt>
                <c:pt idx="58">
                  <c:v>4.85310553067</c:v>
                </c:pt>
                <c:pt idx="59">
                  <c:v>4.884117284</c:v>
                </c:pt>
                <c:pt idx="60">
                  <c:v>4.91512903733</c:v>
                </c:pt>
                <c:pt idx="61">
                  <c:v>4.94614079065</c:v>
                </c:pt>
                <c:pt idx="62">
                  <c:v>4.97715254398</c:v>
                </c:pt>
                <c:pt idx="63">
                  <c:v>5.00816429731</c:v>
                </c:pt>
                <c:pt idx="64">
                  <c:v>5.03917605063</c:v>
                </c:pt>
                <c:pt idx="65">
                  <c:v>5.07018780396</c:v>
                </c:pt>
                <c:pt idx="66">
                  <c:v>5.10119955728</c:v>
                </c:pt>
                <c:pt idx="67">
                  <c:v>5.13221131061</c:v>
                </c:pt>
                <c:pt idx="68">
                  <c:v>5.16322306394</c:v>
                </c:pt>
                <c:pt idx="69">
                  <c:v>5.19423481726</c:v>
                </c:pt>
                <c:pt idx="70">
                  <c:v>5.22524657059</c:v>
                </c:pt>
                <c:pt idx="71">
                  <c:v>5.25625832392</c:v>
                </c:pt>
                <c:pt idx="72">
                  <c:v>5.28727007724</c:v>
                </c:pt>
                <c:pt idx="73">
                  <c:v>5.31828183057</c:v>
                </c:pt>
                <c:pt idx="74">
                  <c:v>5.3492935839</c:v>
                </c:pt>
                <c:pt idx="75">
                  <c:v>5.38030533722</c:v>
                </c:pt>
                <c:pt idx="76">
                  <c:v>5.41131709055</c:v>
                </c:pt>
                <c:pt idx="77">
                  <c:v>5.44232884388</c:v>
                </c:pt>
                <c:pt idx="78">
                  <c:v>5.4733405972</c:v>
                </c:pt>
                <c:pt idx="79">
                  <c:v>5.50435235053</c:v>
                </c:pt>
                <c:pt idx="80">
                  <c:v>5.53536410385</c:v>
                </c:pt>
                <c:pt idx="81">
                  <c:v>5.56637585718</c:v>
                </c:pt>
                <c:pt idx="82">
                  <c:v>5.59738761051</c:v>
                </c:pt>
                <c:pt idx="83">
                  <c:v>5.62839936383</c:v>
                </c:pt>
                <c:pt idx="84">
                  <c:v>5.65941111716</c:v>
                </c:pt>
                <c:pt idx="85">
                  <c:v>5.69042287049</c:v>
                </c:pt>
                <c:pt idx="86">
                  <c:v>5.72143462381</c:v>
                </c:pt>
                <c:pt idx="87">
                  <c:v>5.75244637714</c:v>
                </c:pt>
                <c:pt idx="88">
                  <c:v>5.78345813047</c:v>
                </c:pt>
                <c:pt idx="89">
                  <c:v>5.81446988379</c:v>
                </c:pt>
                <c:pt idx="90">
                  <c:v>5.84548163712</c:v>
                </c:pt>
                <c:pt idx="91">
                  <c:v>5.87649339045</c:v>
                </c:pt>
                <c:pt idx="92">
                  <c:v>5.90750514377</c:v>
                </c:pt>
                <c:pt idx="93">
                  <c:v>5.9385168971</c:v>
                </c:pt>
                <c:pt idx="94">
                  <c:v>5.96952865042</c:v>
                </c:pt>
                <c:pt idx="95">
                  <c:v>6.00054040375</c:v>
                </c:pt>
                <c:pt idx="96">
                  <c:v>6.03155215708</c:v>
                </c:pt>
                <c:pt idx="97">
                  <c:v>6.0625639104</c:v>
                </c:pt>
                <c:pt idx="98">
                  <c:v>6.09357566373</c:v>
                </c:pt>
                <c:pt idx="99">
                  <c:v>6.12458741706</c:v>
                </c:pt>
                <c:pt idx="100">
                  <c:v>6.15559917038</c:v>
                </c:pt>
                <c:pt idx="101">
                  <c:v>6.18661092371</c:v>
                </c:pt>
                <c:pt idx="102">
                  <c:v>6.21762267704</c:v>
                </c:pt>
                <c:pt idx="103">
                  <c:v>6.24863443036</c:v>
                </c:pt>
                <c:pt idx="104">
                  <c:v>6.27964618369</c:v>
                </c:pt>
                <c:pt idx="105">
                  <c:v>6.31065793701</c:v>
                </c:pt>
                <c:pt idx="106">
                  <c:v>6.34166969034</c:v>
                </c:pt>
                <c:pt idx="107">
                  <c:v>6.37268144367</c:v>
                </c:pt>
                <c:pt idx="108">
                  <c:v>6.40369319699</c:v>
                </c:pt>
                <c:pt idx="109">
                  <c:v>6.43470495032</c:v>
                </c:pt>
                <c:pt idx="110">
                  <c:v>6.46571670365</c:v>
                </c:pt>
                <c:pt idx="111">
                  <c:v>6.49672845697</c:v>
                </c:pt>
                <c:pt idx="112">
                  <c:v>6.5277402103</c:v>
                </c:pt>
                <c:pt idx="113">
                  <c:v>6.55875196363</c:v>
                </c:pt>
                <c:pt idx="114">
                  <c:v>6.58976371695</c:v>
                </c:pt>
                <c:pt idx="115">
                  <c:v>6.62077547028</c:v>
                </c:pt>
                <c:pt idx="116">
                  <c:v>6.65178722361</c:v>
                </c:pt>
                <c:pt idx="117">
                  <c:v>6.68279897693</c:v>
                </c:pt>
                <c:pt idx="118">
                  <c:v>6.71381073026</c:v>
                </c:pt>
                <c:pt idx="119">
                  <c:v>6.74482248358</c:v>
                </c:pt>
                <c:pt idx="120">
                  <c:v>6.77583423691</c:v>
                </c:pt>
                <c:pt idx="121">
                  <c:v>6.80684599024</c:v>
                </c:pt>
                <c:pt idx="122">
                  <c:v>6.83785774356</c:v>
                </c:pt>
                <c:pt idx="123">
                  <c:v>6.86886949689</c:v>
                </c:pt>
                <c:pt idx="124">
                  <c:v>6.89988125022</c:v>
                </c:pt>
                <c:pt idx="125">
                  <c:v>6.93089300354</c:v>
                </c:pt>
                <c:pt idx="126">
                  <c:v>6.96190475687</c:v>
                </c:pt>
                <c:pt idx="127">
                  <c:v>6.9929165102</c:v>
                </c:pt>
                <c:pt idx="128">
                  <c:v>7.02392826352</c:v>
                </c:pt>
                <c:pt idx="129">
                  <c:v>7.05494001685</c:v>
                </c:pt>
                <c:pt idx="130">
                  <c:v>7.08595177017</c:v>
                </c:pt>
                <c:pt idx="131">
                  <c:v>7.1169635235</c:v>
                </c:pt>
                <c:pt idx="132">
                  <c:v>7.14797527683</c:v>
                </c:pt>
                <c:pt idx="133">
                  <c:v>7.17898703015</c:v>
                </c:pt>
                <c:pt idx="134">
                  <c:v>7.20999878348</c:v>
                </c:pt>
                <c:pt idx="135">
                  <c:v>7.24101053681</c:v>
                </c:pt>
                <c:pt idx="136">
                  <c:v>7.27202229013</c:v>
                </c:pt>
                <c:pt idx="137">
                  <c:v>7.30303404346</c:v>
                </c:pt>
                <c:pt idx="138">
                  <c:v>7.33404579679</c:v>
                </c:pt>
                <c:pt idx="139">
                  <c:v>7.36505755011</c:v>
                </c:pt>
                <c:pt idx="140">
                  <c:v>7.39606930344</c:v>
                </c:pt>
                <c:pt idx="141">
                  <c:v>7.42708105677</c:v>
                </c:pt>
                <c:pt idx="142">
                  <c:v>7.45809281009</c:v>
                </c:pt>
                <c:pt idx="143">
                  <c:v>7.48910456342</c:v>
                </c:pt>
                <c:pt idx="144">
                  <c:v>7.52011631674</c:v>
                </c:pt>
                <c:pt idx="145">
                  <c:v>7.55112807007</c:v>
                </c:pt>
                <c:pt idx="146">
                  <c:v>7.5821398234</c:v>
                </c:pt>
                <c:pt idx="147">
                  <c:v>7.61315157672</c:v>
                </c:pt>
                <c:pt idx="148">
                  <c:v>7.64416333005</c:v>
                </c:pt>
                <c:pt idx="149">
                  <c:v>7.67517508338</c:v>
                </c:pt>
                <c:pt idx="150">
                  <c:v>7.7061868367</c:v>
                </c:pt>
              </c:numCache>
            </c:numRef>
          </c:xVal>
          <c:yVal>
            <c:numRef>
              <c:f>'Chart Data'!$B$2:$B$152</c:f>
              <c:numCache>
                <c:formatCode>0.##</c:formatCode>
                <c:ptCount val="151"/>
                <c:pt idx="0">
                  <c:v>0.000230158287591</c:v>
                </c:pt>
                <c:pt idx="1">
                  <c:v>0.000284484391813</c:v>
                </c:pt>
                <c:pt idx="2">
                  <c:v>0.00035063474072</c:v>
                </c:pt>
                <c:pt idx="3">
                  <c:v>0.000430939314745</c:v>
                </c:pt>
                <c:pt idx="4">
                  <c:v>0.000528131368592</c:v>
                </c:pt>
                <c:pt idx="5">
                  <c:v>0.00064540523462</c:v>
                </c:pt>
                <c:pt idx="6">
                  <c:v>0.000786479989048</c:v>
                </c:pt>
                <c:pt idx="7">
                  <c:v>0.000955669100144</c:v>
                </c:pt>
                <c:pt idx="8">
                  <c:v>0.00115795607262</c:v>
                </c:pt>
                <c:pt idx="9">
                  <c:v>0.00139907597401</c:v>
                </c:pt>
                <c:pt idx="10">
                  <c:v>0.00168560257519</c:v>
                </c:pt>
                <c:pt idx="11">
                  <c:v>0.00202504065708</c:v>
                </c:pt>
                <c:pt idx="12">
                  <c:v>0.00242592282927</c:v>
                </c:pt>
                <c:pt idx="13">
                  <c:v>0.00289790997222</c:v>
                </c:pt>
                <c:pt idx="14">
                  <c:v>0.00345189415654</c:v>
                </c:pt>
                <c:pt idx="15">
                  <c:v>0.00410010260969</c:v>
                </c:pt>
                <c:pt idx="16">
                  <c:v>0.00485620099807</c:v>
                </c:pt>
                <c:pt idx="17">
                  <c:v>0.00573539397371</c:v>
                </c:pt>
                <c:pt idx="18">
                  <c:v>0.00675452060615</c:v>
                </c:pt>
                <c:pt idx="19">
                  <c:v>0.00793214198887</c:v>
                </c:pt>
                <c:pt idx="20">
                  <c:v>0.00928861798402</c:v>
                </c:pt>
                <c:pt idx="21">
                  <c:v>0.01084616976</c:v>
                </c:pt>
                <c:pt idx="22">
                  <c:v>0.0126289244948</c:v>
                </c:pt>
                <c:pt idx="23">
                  <c:v>0.0146629383755</c:v>
                </c:pt>
                <c:pt idx="24">
                  <c:v>0.0169761938378</c:v>
                </c:pt>
                <c:pt idx="25">
                  <c:v>0.0195985668682</c:v>
                </c:pt>
                <c:pt idx="26">
                  <c:v>0.022561760154</c:v>
                </c:pt>
                <c:pt idx="27">
                  <c:v>0.0258991979269</c:v>
                </c:pt>
                <c:pt idx="28">
                  <c:v>0.029645878516</c:v>
                </c:pt>
                <c:pt idx="29">
                  <c:v>0.0338381809185</c:v>
                </c:pt>
                <c:pt idx="30">
                  <c:v>0.0385136221254</c:v>
                </c:pt>
                <c:pt idx="31">
                  <c:v>0.04371056251</c:v>
                </c:pt>
                <c:pt idx="32">
                  <c:v>0.049467857304</c:v>
                </c:pt>
                <c:pt idx="33">
                  <c:v>0.0558244530531</c:v>
                </c:pt>
                <c:pt idx="34">
                  <c:v>0.0628189289586</c:v>
                </c:pt>
                <c:pt idx="35">
                  <c:v>0.0704889841626</c:v>
                </c:pt>
                <c:pt idx="36">
                  <c:v>0.078870873312</c:v>
                </c:pt>
                <c:pt idx="37">
                  <c:v>0.0879987941253</c:v>
                </c:pt>
                <c:pt idx="38">
                  <c:v>0.0979042321512</c:v>
                </c:pt>
                <c:pt idx="39">
                  <c:v>0.108615269435</c:v>
                </c:pt>
                <c:pt idx="40">
                  <c:v>0.120155865355</c:v>
                </c:pt>
                <c:pt idx="41">
                  <c:v>0.132545119404</c:v>
                </c:pt>
                <c:pt idx="42">
                  <c:v>0.14579652717</c:v>
                </c:pt>
                <c:pt idx="43">
                  <c:v>0.159917242108</c:v>
                </c:pt>
                <c:pt idx="44">
                  <c:v>0.174907356898</c:v>
                </c:pt>
                <c:pt idx="45">
                  <c:v>0.190759219168</c:v>
                </c:pt>
                <c:pt idx="46">
                  <c:v>0.207456797104</c:v>
                </c:pt>
                <c:pt idx="47">
                  <c:v>0.224975110915</c:v>
                </c:pt>
                <c:pt idx="48">
                  <c:v>0.243279746206</c:v>
                </c:pt>
                <c:pt idx="49">
                  <c:v>0.262326465059</c:v>
                </c:pt>
                <c:pt idx="50">
                  <c:v>0.282060929953</c:v>
                </c:pt>
                <c:pt idx="51">
                  <c:v>0.302418554577</c:v>
                </c:pt>
                <c:pt idx="52">
                  <c:v>0.323324494092</c:v>
                </c:pt>
                <c:pt idx="53">
                  <c:v>0.344693785485</c:v>
                </c:pt>
                <c:pt idx="54">
                  <c:v>0.366431646364</c:v>
                </c:pt>
                <c:pt idx="55">
                  <c:v>0.388433937873</c:v>
                </c:pt>
                <c:pt idx="56">
                  <c:v>0.410587794417</c:v>
                </c:pt>
                <c:pt idx="57">
                  <c:v>0.432772419669</c:v>
                </c:pt>
                <c:pt idx="58">
                  <c:v>0.454860044864</c:v>
                </c:pt>
                <c:pt idx="59">
                  <c:v>0.476717041878</c:v>
                </c:pt>
                <c:pt idx="60">
                  <c:v>0.498205179974</c:v>
                </c:pt>
                <c:pt idx="61">
                  <c:v>0.519183011642</c:v>
                </c:pt>
                <c:pt idx="62">
                  <c:v>0.539507369565</c:v>
                </c:pt>
                <c:pt idx="63">
                  <c:v>0.559034953684</c:v>
                </c:pt>
                <c:pt idx="64">
                  <c:v>0.577623984578</c:v>
                </c:pt>
                <c:pt idx="65">
                  <c:v>0.595135897085</c:v>
                </c:pt>
                <c:pt idx="66">
                  <c:v>0.611437046273</c:v>
                </c:pt>
                <c:pt idx="67">
                  <c:v>0.62640039667</c:v>
                </c:pt>
                <c:pt idx="68">
                  <c:v>0.639907165076</c:v>
                </c:pt>
                <c:pt idx="69">
                  <c:v>0.651848387353</c:v>
                </c:pt>
                <c:pt idx="70">
                  <c:v>0.662126380354</c:v>
                </c:pt>
                <c:pt idx="71">
                  <c:v>0.670656071588</c:v>
                </c:pt>
                <c:pt idx="72">
                  <c:v>0.677366171332</c:v>
                </c:pt>
                <c:pt idx="73">
                  <c:v>0.6822001646</c:v>
                </c:pt>
                <c:pt idx="74">
                  <c:v>0.685117103681</c:v>
                </c:pt>
                <c:pt idx="75">
                  <c:v>0.686092185678</c:v>
                </c:pt>
                <c:pt idx="76">
                  <c:v>0.685117103681</c:v>
                </c:pt>
                <c:pt idx="77">
                  <c:v>0.6822001646</c:v>
                </c:pt>
                <c:pt idx="78">
                  <c:v>0.677366171332</c:v>
                </c:pt>
                <c:pt idx="79">
                  <c:v>0.670656071588</c:v>
                </c:pt>
                <c:pt idx="80">
                  <c:v>0.662126380354</c:v>
                </c:pt>
                <c:pt idx="81">
                  <c:v>0.651848387353</c:v>
                </c:pt>
                <c:pt idx="82">
                  <c:v>0.639907165076</c:v>
                </c:pt>
                <c:pt idx="83">
                  <c:v>0.62640039667</c:v>
                </c:pt>
                <c:pt idx="84">
                  <c:v>0.611437046273</c:v>
                </c:pt>
                <c:pt idx="85">
                  <c:v>0.595135897085</c:v>
                </c:pt>
                <c:pt idx="86">
                  <c:v>0.577623984578</c:v>
                </c:pt>
                <c:pt idx="87">
                  <c:v>0.559034953684</c:v>
                </c:pt>
                <c:pt idx="88">
                  <c:v>0.539507369565</c:v>
                </c:pt>
                <c:pt idx="89">
                  <c:v>0.519183011642</c:v>
                </c:pt>
                <c:pt idx="90">
                  <c:v>0.498205179974</c:v>
                </c:pt>
                <c:pt idx="91">
                  <c:v>0.476717041878</c:v>
                </c:pt>
                <c:pt idx="92">
                  <c:v>0.454860044864</c:v>
                </c:pt>
                <c:pt idx="93">
                  <c:v>0.432772419669</c:v>
                </c:pt>
                <c:pt idx="94">
                  <c:v>0.410587794417</c:v>
                </c:pt>
                <c:pt idx="95">
                  <c:v>0.388433937873</c:v>
                </c:pt>
                <c:pt idx="96">
                  <c:v>0.366431646364</c:v>
                </c:pt>
                <c:pt idx="97">
                  <c:v>0.344693785485</c:v>
                </c:pt>
                <c:pt idx="98">
                  <c:v>0.323324494092</c:v>
                </c:pt>
                <c:pt idx="99">
                  <c:v>0.302418554577</c:v>
                </c:pt>
                <c:pt idx="100">
                  <c:v>0.282060929953</c:v>
                </c:pt>
                <c:pt idx="101">
                  <c:v>0.262326465059</c:v>
                </c:pt>
                <c:pt idx="102">
                  <c:v>0.243279746206</c:v>
                </c:pt>
                <c:pt idx="103">
                  <c:v>0.224975110915</c:v>
                </c:pt>
                <c:pt idx="104">
                  <c:v>0.207456797104</c:v>
                </c:pt>
                <c:pt idx="105">
                  <c:v>0.190759219168</c:v>
                </c:pt>
                <c:pt idx="106">
                  <c:v>0.174907356898</c:v>
                </c:pt>
                <c:pt idx="107">
                  <c:v>0.159917242108</c:v>
                </c:pt>
                <c:pt idx="108">
                  <c:v>0.14579652717</c:v>
                </c:pt>
                <c:pt idx="109">
                  <c:v>0.132545119404</c:v>
                </c:pt>
                <c:pt idx="110">
                  <c:v>0.120155865355</c:v>
                </c:pt>
                <c:pt idx="111">
                  <c:v>0.108615269435</c:v>
                </c:pt>
                <c:pt idx="112">
                  <c:v>0.0979042321512</c:v>
                </c:pt>
                <c:pt idx="113">
                  <c:v>0.0879987941253</c:v>
                </c:pt>
                <c:pt idx="114">
                  <c:v>0.078870873312</c:v>
                </c:pt>
                <c:pt idx="115">
                  <c:v>0.0704889841626</c:v>
                </c:pt>
                <c:pt idx="116">
                  <c:v>0.0628189289586</c:v>
                </c:pt>
                <c:pt idx="117">
                  <c:v>0.0558244530531</c:v>
                </c:pt>
                <c:pt idx="118">
                  <c:v>0.049467857304</c:v>
                </c:pt>
                <c:pt idx="119">
                  <c:v>0.04371056251</c:v>
                </c:pt>
                <c:pt idx="120">
                  <c:v>0.0385136221254</c:v>
                </c:pt>
                <c:pt idx="121">
                  <c:v>0.0338381809185</c:v>
                </c:pt>
                <c:pt idx="122">
                  <c:v>0.029645878516</c:v>
                </c:pt>
                <c:pt idx="123">
                  <c:v>0.0258991979269</c:v>
                </c:pt>
                <c:pt idx="124">
                  <c:v>0.022561760154</c:v>
                </c:pt>
                <c:pt idx="125">
                  <c:v>0.0195985668682</c:v>
                </c:pt>
                <c:pt idx="126">
                  <c:v>0.0169761938378</c:v>
                </c:pt>
                <c:pt idx="127">
                  <c:v>0.0146629383755</c:v>
                </c:pt>
                <c:pt idx="128">
                  <c:v>0.0126289244948</c:v>
                </c:pt>
                <c:pt idx="129">
                  <c:v>0.01084616976</c:v>
                </c:pt>
                <c:pt idx="130">
                  <c:v>0.00928861798402</c:v>
                </c:pt>
                <c:pt idx="131">
                  <c:v>0.00793214198887</c:v>
                </c:pt>
                <c:pt idx="132">
                  <c:v>0.00675452060615</c:v>
                </c:pt>
                <c:pt idx="133">
                  <c:v>0.00573539397371</c:v>
                </c:pt>
                <c:pt idx="134">
                  <c:v>0.00485620099807</c:v>
                </c:pt>
                <c:pt idx="135">
                  <c:v>0.00410010260969</c:v>
                </c:pt>
                <c:pt idx="136">
                  <c:v>0.00345189415654</c:v>
                </c:pt>
                <c:pt idx="137">
                  <c:v>0.00289790997222</c:v>
                </c:pt>
                <c:pt idx="138">
                  <c:v>0.00242592282927</c:v>
                </c:pt>
                <c:pt idx="139">
                  <c:v>0.00202504065708</c:v>
                </c:pt>
                <c:pt idx="140">
                  <c:v>0.00168560257519</c:v>
                </c:pt>
                <c:pt idx="141">
                  <c:v>0.00139907597401</c:v>
                </c:pt>
                <c:pt idx="142">
                  <c:v>0.00115795607262</c:v>
                </c:pt>
                <c:pt idx="143">
                  <c:v>0.000955669100144</c:v>
                </c:pt>
                <c:pt idx="144">
                  <c:v>0.000786479989048</c:v>
                </c:pt>
                <c:pt idx="145">
                  <c:v>0.00064540523462</c:v>
                </c:pt>
                <c:pt idx="146">
                  <c:v>0.000528131368592</c:v>
                </c:pt>
                <c:pt idx="147">
                  <c:v>0.000430939314745</c:v>
                </c:pt>
                <c:pt idx="148">
                  <c:v>0.00035063474072</c:v>
                </c:pt>
                <c:pt idx="149">
                  <c:v>0.000284484391813</c:v>
                </c:pt>
                <c:pt idx="150">
                  <c:v>0.000230158287591</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8"/>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Approximate density per percentage point</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7.98529261664085"/>
          <c:min val="2.7753180578041867"/>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Risk difference (percentage points)</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Simvastatin</c:v>
          </c:tx>
          <c:spPr>
            <a:solidFill xmlns:a="http://schemas.openxmlformats.org/drawingml/2006/main">
              <a:srgbClr val="087E8B"/>
            </a:solidFill>
          </c:spPr>
          <c:cat>
            <c:strRef>
              <c:f>'Chart Data'!$A$2:$A$4</c:f>
              <c:strCache>
                <c:ptCount val="3"/>
                <c:pt idx="0">
                  <c:v>&lt;3.0</c:v>
                </c:pt>
                <c:pt idx="1">
                  <c:v>3.0 to &lt;3.5</c:v>
                </c:pt>
                <c:pt idx="2">
                  <c:v>&gt;=3.5</c:v>
                </c:pt>
              </c:strCache>
            </c:strRef>
          </c:cat>
          <c:val>
            <c:numRef>
              <c:f>'Chart Data'!$B$2:$B$4</c:f>
              <c:numCache>
                <c:formatCode>0.0</c:formatCode>
                <c:ptCount val="3"/>
                <c:pt idx="0">
                  <c:v>17.6453231042</c:v>
                </c:pt>
                <c:pt idx="1">
                  <c:v>18.987838368</c:v>
                </c:pt>
                <c:pt idx="2">
                  <c:v>21.9579773724</c:v>
                </c:pt>
              </c:numCache>
            </c:numRef>
          </c:val>
        </c:ser>
        <c:ser>
          <c:idx val="1"/>
          <c:order val="1"/>
          <c:tx>
            <c:v>Placebo</c:v>
          </c:tx>
          <c:spPr>
            <a:solidFill xmlns:a="http://schemas.openxmlformats.org/drawingml/2006/main">
              <a:srgbClr val="253B53"/>
            </a:solidFill>
          </c:spPr>
          <c:cat>
            <c:strRef>
              <c:f>'Chart Data'!$C$2:$C$4</c:f>
              <c:strCache>
                <c:ptCount val="3"/>
                <c:pt idx="0">
                  <c:v>&lt;3.0</c:v>
                </c:pt>
                <c:pt idx="1">
                  <c:v>3.0 to &lt;3.5</c:v>
                </c:pt>
                <c:pt idx="2">
                  <c:v>&gt;=3.5</c:v>
                </c:pt>
              </c:strCache>
            </c:strRef>
          </c:cat>
          <c:val>
            <c:numRef>
              <c:f>'Chart Data'!$D$2:$D$4</c:f>
              <c:numCache>
                <c:formatCode>0.0</c:formatCode>
                <c:ptCount val="3"/>
                <c:pt idx="0">
                  <c:v>22.2091656874</c:v>
                </c:pt>
                <c:pt idx="1">
                  <c:v>25.6961018298</c:v>
                </c:pt>
                <c:pt idx="2">
                  <c:v>27.201655553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Screening LDL-C (mmol/L)</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33"/>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Major vascular event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Noto Sans"/>
              <a:ea typeface="Noto Sans"/>
              <a:cs typeface="Noto Sans"/>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04"/>
          <c:y val="0.08"/>
          <c:w val="0.93"/>
          <c:h val="0.67"/>
        </c:manualLayout>
      </c:layout>
      <c:scatterChart>
        <c:scatterStyle val="lineMarker"/>
        <c:ser>
          <c:idx val="0"/>
          <c:order val="0"/>
          <c:tx>
            <c:v>95% CI row 1 plus</c:v>
          </c:tx>
          <c:spPr>
            <a:solidFill xmlns:a="http://schemas.openxmlformats.org/drawingml/2006/main">
              <a:srgbClr val="087E8B"/>
            </a:solidFill>
            <a:ln xmlns:a="http://schemas.openxmlformats.org/drawingml/2006/main" w="23813">
              <a:noFill/>
            </a:ln>
          </c:spPr>
          <c:marker>
            <c:symbol val="circle"/>
            <c:size val="8"/>
            <c:spPr>
              <ns0:solidFill xmlns:ns0="http://schemas.openxmlformats.org/drawingml/2006/main">
                <ns0:srgbClr val="087E8B"/>
              </ns0:solidFill>
              <ns1:ln xmlns:ns1="http://schemas.openxmlformats.org/drawingml/2006/main" w="0">
                <ns1:noFill/>
              </ns1:ln>
            </c:spPr>
          </c:marker>
          <c:errBars>
            <c:errDir val="x"/>
            <c:errBarType val="plus"/>
            <c:errValType val="fixedVal"/>
            <c:noEndCap val="0"/>
            <c:val val="0.0801787002029"/>
            <c:spPr>
              <ns1:ln xmlns:ns1="http://schemas.openxmlformats.org/drawingml/2006/main" w="19050">
                <ns1:solidFill>
                  <ns1:srgbClr val="087E8B"/>
                </ns1:solidFill>
              </ns1:ln>
            </c:spPr>
          </c:errBars>
          <c:xVal>
            <c:numRef>
              <c:f>'Chart Data'!$A$2:$A$2</c:f>
              <c:numCache>
                <c:formatCode>General</c:formatCode>
                <c:ptCount val="1"/>
                <c:pt idx="0">
                  <c:v>0.794506347177</c:v>
                </c:pt>
              </c:numCache>
            </c:numRef>
          </c:xVal>
          <c:yVal>
            <c:numRef>
              <c:f>'Chart Data'!$B$2:$B$2</c:f>
              <c:numCache>
                <c:formatCode>0.##</c:formatCode>
                <c:ptCount val="1"/>
                <c:pt idx="0">
                  <c:v>2</c:v>
                </c:pt>
              </c:numCache>
            </c:numRef>
          </c:yVal>
          <c:smooth val="0"/>
        </c:ser>
        <c:ser>
          <c:idx val="1"/>
          <c:order val="1"/>
          <c:tx>
            <c:v>95% CI row 1 minus</c:v>
          </c:tx>
          <c:spPr>
            <a:solidFill xmlns:a="http://schemas.openxmlformats.org/drawingml/2006/main">
              <a:srgbClr val="087E8B"/>
            </a:solidFill>
            <a:ln xmlns:a="http://schemas.openxmlformats.org/drawingml/2006/main" w="23813">
              <a:noFill/>
            </a:ln>
          </c:spPr>
          <c:marker>
            <c:symbol val="circle"/>
            <c:size val="8"/>
            <c:spPr>
              <ns2:solidFill xmlns:ns2="http://schemas.openxmlformats.org/drawingml/2006/main">
                <ns2:srgbClr val="087E8B"/>
              </ns2:solidFill>
              <ns3:ln xmlns:ns3="http://schemas.openxmlformats.org/drawingml/2006/main" w="0">
                <ns3:noFill/>
              </ns3:ln>
            </c:spPr>
          </c:marker>
          <c:errBars>
            <c:errDir val="x"/>
            <c:errBarType val="minus"/>
            <c:errValType val="fixedVal"/>
            <c:noEndCap val="0"/>
            <c:val val="0.0728290559104"/>
            <c:spPr>
              <ns1:ln xmlns:ns1="http://schemas.openxmlformats.org/drawingml/2006/main" w="19050">
                <ns1:solidFill>
                  <ns1:srgbClr val="087E8B"/>
                </ns1:solidFill>
              </ns1:ln>
            </c:spPr>
          </c:errBars>
          <c:xVal>
            <c:numRef>
              <c:f>'Chart Data'!$C$2:$C$2</c:f>
              <c:numCache>
                <c:formatCode>General</c:formatCode>
                <c:ptCount val="1"/>
                <c:pt idx="0">
                  <c:v>0.794506347177</c:v>
                </c:pt>
              </c:numCache>
            </c:numRef>
          </c:xVal>
          <c:yVal>
            <c:numRef>
              <c:f>'Chart Data'!$D$2:$D$2</c:f>
              <c:numCache>
                <c:formatCode>0.##</c:formatCode>
                <c:ptCount val="1"/>
                <c:pt idx="0">
                  <c:v>2</c:v>
                </c:pt>
              </c:numCache>
            </c:numRef>
          </c:yVal>
          <c:smooth val="0"/>
        </c:ser>
        <c:ser>
          <c:idx val="2"/>
          <c:order val="2"/>
          <c:tx>
            <c:v>95% CI row 2 plus</c:v>
          </c:tx>
          <c:spPr>
            <a:solidFill xmlns:a="http://schemas.openxmlformats.org/drawingml/2006/main">
              <a:srgbClr val="087E8B"/>
            </a:solidFill>
            <a:ln xmlns:a="http://schemas.openxmlformats.org/drawingml/2006/main" w="23813">
              <a:noFill/>
            </a:ln>
          </c:spPr>
          <c:marker>
            <c:symbol val="circle"/>
            <c:size val="8"/>
            <c:spPr>
              <ns4:solidFill xmlns:ns4="http://schemas.openxmlformats.org/drawingml/2006/main">
                <ns4:srgbClr val="087E8B"/>
              </ns4:solidFill>
              <ns5:ln xmlns:ns5="http://schemas.openxmlformats.org/drawingml/2006/main" w="0">
                <ns5:noFill/>
              </ns5:ln>
            </c:spPr>
          </c:marker>
          <c:errBars>
            <c:errDir val="x"/>
            <c:errBarType val="plus"/>
            <c:errValType val="fixedVal"/>
            <c:noEndCap val="0"/>
            <c:val val="0.0811170275053"/>
            <c:spPr>
              <ns1:ln xmlns:ns1="http://schemas.openxmlformats.org/drawingml/2006/main" w="19050">
                <ns1:solidFill>
                  <ns1:srgbClr val="087E8B"/>
                </ns1:solidFill>
              </ns1:ln>
            </c:spPr>
          </c:errBars>
          <c:xVal>
            <c:numRef>
              <c:f>'Chart Data'!$E$2:$E$2</c:f>
              <c:numCache>
                <c:formatCode>General</c:formatCode>
                <c:ptCount val="1"/>
                <c:pt idx="0">
                  <c:v>0.738938477664</c:v>
                </c:pt>
              </c:numCache>
            </c:numRef>
          </c:xVal>
          <c:yVal>
            <c:numRef>
              <c:f>'Chart Data'!$F$2:$F$2</c:f>
              <c:numCache>
                <c:formatCode>0.##</c:formatCode>
                <c:ptCount val="1"/>
                <c:pt idx="0">
                  <c:v>1</c:v>
                </c:pt>
              </c:numCache>
            </c:numRef>
          </c:yVal>
          <c:smooth val="0"/>
        </c:ser>
        <c:ser>
          <c:idx val="3"/>
          <c:order val="3"/>
          <c:tx>
            <c:v>95% CI row 2 minus</c:v>
          </c:tx>
          <c:spPr>
            <a:solidFill xmlns:a="http://schemas.openxmlformats.org/drawingml/2006/main">
              <a:srgbClr val="087E8B"/>
            </a:solidFill>
            <a:ln xmlns:a="http://schemas.openxmlformats.org/drawingml/2006/main" w="23813">
              <a:noFill/>
            </a:ln>
          </c:spPr>
          <c:marker>
            <c:symbol val="circle"/>
            <c:size val="8"/>
            <c:spPr>
              <ns6:solidFill xmlns:ns6="http://schemas.openxmlformats.org/drawingml/2006/main">
                <ns6:srgbClr val="087E8B"/>
              </ns6:solidFill>
              <ns7:ln xmlns:ns7="http://schemas.openxmlformats.org/drawingml/2006/main" w="0">
                <ns7:noFill/>
              </ns7:ln>
            </c:spPr>
          </c:marker>
          <c:errBars>
            <c:errDir val="x"/>
            <c:errBarType val="minus"/>
            <c:errValType val="fixedVal"/>
            <c:noEndCap val="0"/>
            <c:val val="0.073093214349"/>
            <c:spPr>
              <ns1:ln xmlns:ns1="http://schemas.openxmlformats.org/drawingml/2006/main" w="19050">
                <ns1:solidFill>
                  <ns1:srgbClr val="087E8B"/>
                </ns1:solidFill>
              </ns1:ln>
            </c:spPr>
          </c:errBars>
          <c:xVal>
            <c:numRef>
              <c:f>'Chart Data'!$G$2:$G$2</c:f>
              <c:numCache>
                <c:formatCode>General</c:formatCode>
                <c:ptCount val="1"/>
                <c:pt idx="0">
                  <c:v>0.738938477664</c:v>
                </c:pt>
              </c:numCache>
            </c:numRef>
          </c:xVal>
          <c:yVal>
            <c:numRef>
              <c:f>'Chart Data'!$H$2:$H$2</c:f>
              <c:numCache>
                <c:formatCode>0.##</c:formatCode>
                <c:ptCount val="1"/>
                <c:pt idx="0">
                  <c:v>1</c:v>
                </c:pt>
              </c:numCache>
            </c:numRef>
          </c:yVal>
          <c:smooth val="0"/>
        </c:ser>
        <c:ser>
          <c:idx val="4"/>
          <c:order val="4"/>
          <c:tx>
            <c:v>95% CI row 3 plus</c:v>
          </c:tx>
          <c:spPr>
            <a:solidFill xmlns:a="http://schemas.openxmlformats.org/drawingml/2006/main">
              <a:srgbClr val="087E8B"/>
            </a:solidFill>
            <a:ln xmlns:a="http://schemas.openxmlformats.org/drawingml/2006/main" w="23813">
              <a:noFill/>
            </a:ln>
          </c:spPr>
          <c:marker>
            <c:symbol val="circle"/>
            <c:size val="8"/>
            <c:spPr>
              <ns8:solidFill xmlns:ns8="http://schemas.openxmlformats.org/drawingml/2006/main">
                <ns8:srgbClr val="087E8B"/>
              </ns8:solidFill>
              <ns9:ln xmlns:ns9="http://schemas.openxmlformats.org/drawingml/2006/main" w="0">
                <ns9:noFill/>
              </ns9:ln>
            </c:spPr>
          </c:marker>
          <c:errBars>
            <c:errDir val="x"/>
            <c:errBarType val="plus"/>
            <c:errValType val="fixedVal"/>
            <c:noEndCap val="0"/>
            <c:val val="0.0622384329967"/>
            <c:spPr>
              <ns1:ln xmlns:ns1="http://schemas.openxmlformats.org/drawingml/2006/main" w="19050">
                <ns1:solidFill>
                  <ns1:srgbClr val="087E8B"/>
                </ns1:solidFill>
              </ns1:ln>
            </c:spPr>
          </c:errBars>
          <c:xVal>
            <c:numRef>
              <c:f>'Chart Data'!$I$2:$I$2</c:f>
              <c:numCache>
                <c:formatCode>General</c:formatCode>
                <c:ptCount val="1"/>
                <c:pt idx="0">
                  <c:v>0.807229447107</c:v>
                </c:pt>
              </c:numCache>
            </c:numRef>
          </c:xVal>
          <c:yVal>
            <c:numRef>
              <c:f>'Chart Data'!$J$2:$J$2</c:f>
              <c:numCache>
                <c:formatCode>0.##</c:formatCode>
                <c:ptCount val="1"/>
                <c:pt idx="0">
                  <c:v>0</c:v>
                </c:pt>
              </c:numCache>
            </c:numRef>
          </c:yVal>
          <c:smooth val="0"/>
        </c:ser>
        <c:ser>
          <c:idx val="5"/>
          <c:order val="5"/>
          <c:tx>
            <c:v>95% CI row 3 minus</c:v>
          </c:tx>
          <c:spPr>
            <a:solidFill xmlns:a="http://schemas.openxmlformats.org/drawingml/2006/main">
              <a:srgbClr val="087E8B"/>
            </a:solidFill>
            <a:ln xmlns:a="http://schemas.openxmlformats.org/drawingml/2006/main" w="23813">
              <a:noFill/>
            </a:ln>
          </c:spPr>
          <c:marker>
            <c:symbol val="circle"/>
            <c:size val="8"/>
            <c:spPr>
              <ns10:solidFill xmlns:ns10="http://schemas.openxmlformats.org/drawingml/2006/main">
                <ns10:srgbClr val="087E8B"/>
              </ns10:solidFill>
              <ns11:ln xmlns:ns11="http://schemas.openxmlformats.org/drawingml/2006/main" w="0">
                <ns11:noFill/>
              </ns11:ln>
            </c:spPr>
          </c:marker>
          <c:errBars>
            <c:errDir val="x"/>
            <c:errBarType val="minus"/>
            <c:errValType val="fixedVal"/>
            <c:noEndCap val="0"/>
            <c:val val="0.0577832683719"/>
            <c:spPr>
              <ns1:ln xmlns:ns1="http://schemas.openxmlformats.org/drawingml/2006/main" w="19050">
                <ns1:solidFill>
                  <ns1:srgbClr val="087E8B"/>
                </ns1:solidFill>
              </ns1:ln>
            </c:spPr>
          </c:errBars>
          <c:xVal>
            <c:numRef>
              <c:f>'Chart Data'!$K$2:$K$2</c:f>
              <c:numCache>
                <c:formatCode>General</c:formatCode>
                <c:ptCount val="1"/>
                <c:pt idx="0">
                  <c:v>0.807229447107</c:v>
                </c:pt>
              </c:numCache>
            </c:numRef>
          </c:xVal>
          <c:yVal>
            <c:numRef>
              <c:f>'Chart Data'!$L$2:$L$2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2.6"/>
          <c:min val="-0.6"/>
        </c:scaling>
        <c:delete val="0"/>
        <c:axPos val="l"/>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logBase val="2"/>
          <c:orientation val="minMax"/>
          <c:max val="1.25"/>
          <c:min val="0.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Count-based risk ratio: simvastatin / placebo</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tickLblPos val="none"/>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HPS placebo arm</c:v>
          </c:tx>
          <c:spPr>
            <a:solidFill xmlns:a="http://schemas.openxmlformats.org/drawingml/2006/main">
              <a:srgbClr val="253B53"/>
            </a:solidFill>
            <a:ln xmlns:a="http://schemas.openxmlformats.org/drawingml/2006/main" w="23813">
              <a:no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Data'!$A$2:$A$4</c:f>
              <c:numCache>
                <c:formatCode>General</c:formatCode>
                <c:ptCount val="3"/>
                <c:pt idx="0">
                  <c:v>0</c:v>
                </c:pt>
                <c:pt idx="1">
                  <c:v>1</c:v>
                </c:pt>
                <c:pt idx="2">
                  <c:v>2</c:v>
                </c:pt>
              </c:numCache>
            </c:numRef>
          </c:xVal>
          <c:yVal>
            <c:numRef>
              <c:f>'Chart Data'!$B$2:$B$4</c:f>
              <c:numCache>
                <c:formatCode>0.##</c:formatCode>
                <c:ptCount val="3"/>
                <c:pt idx="0">
                  <c:v>29.896038213</c:v>
                </c:pt>
                <c:pt idx="1">
                  <c:v>25.078369906</c:v>
                </c:pt>
                <c:pt idx="2">
                  <c:v>20.8756841282</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5"/>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Major vascular event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2.12"/>
          <c:min val="-0.12"/>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FFFFFF"/>
                    </a:solidFill>
                    <a:latin typeface="Noto Sans"/>
                    <a:ea typeface="Noto Sans"/>
                    <a:cs typeface="Noto Sans"/>
                  </a:rPr>
                  <a:t>Screening HDL-C group (mmol/L)</a:t>
                </a:r>
              </a:p>
            </c:rich>
          </c:tx>
          <c:overlay val="0"/>
          <c:txPr>
            <a:bodyPr xmlns:a="http://schemas.openxmlformats.org/drawingml/2006/main" anchorCtr="1"/>
            <a:lstStyle xmlns:a="http://schemas.openxmlformats.org/drawingml/2006/main"/>
            <a:p xmlns:a="http://schemas.openxmlformats.org/drawingml/2006/main">
              <a:pPr>
                <a:defRPr sz="1650">
                  <a:solidFill>
                    <a:srgbClr val="FFFFFF"/>
                  </a:solidFill>
                  <a:latin typeface="Noto Sans"/>
                  <a:ea typeface="Noto Sans"/>
                  <a:cs typeface="Noto Sans"/>
                </a:defRPr>
              </a:pPr>
            </a:p>
          </c:txPr>
        </c:title>
        <c:numFmt formatCode="0.##"/>
        <c:majorTickMark val="none"/>
        <c:minorTickMark val="none"/>
        <c:tickLblPos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Niacin + statin</c:v>
          </c:tx>
          <c:spPr>
            <a:solidFill xmlns:a="http://schemas.openxmlformats.org/drawingml/2006/main">
              <a:srgbClr val="7657A0"/>
            </a:solidFill>
          </c:spPr>
          <c:cat>
            <c:strRef>
              <c:f>'Chart Data'!$A$2:$A$3</c:f>
              <c:strCache>
                <c:ptCount val="2"/>
                <c:pt idx="0">
                  <c:v>Baseline</c:v>
                </c:pt>
                <c:pt idx="1">
                  <c:v>Year 2</c:v>
                </c:pt>
              </c:strCache>
            </c:strRef>
          </c:cat>
          <c:val>
            <c:numRef>
              <c:f>'Chart Data'!$B$2:$B$3</c:f>
              <c:numCache>
                <c:formatCode>0.0</c:formatCode>
                <c:ptCount val="2"/>
                <c:pt idx="0">
                  <c:v>35</c:v>
                </c:pt>
                <c:pt idx="1">
                  <c:v>42</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5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Median HDL-C (mg/dL)</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Placebo + statin</c:v>
          </c:tx>
          <c:spPr>
            <a:solidFill xmlns:a="http://schemas.openxmlformats.org/drawingml/2006/main">
              <a:srgbClr val="253B53"/>
            </a:solidFill>
            <a:ln xmlns:a="http://schemas.openxmlformats.org/drawingml/2006/main" w="23813">
              <a:solidFill>
                <a:srgbClr val="253B53"/>
              </a:solid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Data'!$A$2:$A$5</c:f>
              <c:numCache>
                <c:formatCode>General</c:formatCode>
                <c:ptCount val="4"/>
                <c:pt idx="0">
                  <c:v>0</c:v>
                </c:pt>
                <c:pt idx="1">
                  <c:v>1</c:v>
                </c:pt>
                <c:pt idx="2">
                  <c:v>2</c:v>
                </c:pt>
                <c:pt idx="3">
                  <c:v>3</c:v>
                </c:pt>
              </c:numCache>
            </c:numRef>
          </c:xVal>
          <c:yVal>
            <c:numRef>
              <c:f>'Chart Data'!$B$2:$B$5</c:f>
              <c:numCache>
                <c:formatCode>0.##</c:formatCode>
                <c:ptCount val="4"/>
                <c:pt idx="0">
                  <c:v>35</c:v>
                </c:pt>
                <c:pt idx="1">
                  <c:v>38</c:v>
                </c:pt>
                <c:pt idx="2">
                  <c:v>38</c:v>
                </c:pt>
                <c:pt idx="3">
                  <c:v>38</c:v>
                </c:pt>
              </c:numCache>
            </c:numRef>
          </c:yVal>
          <c:smooth val="0"/>
        </c:ser>
        <c:ser>
          <c:idx val="1"/>
          <c:order val="1"/>
          <c:tx>
            <c:v>Niacin + statin</c:v>
          </c:tx>
          <c:spPr>
            <a:solidFill xmlns:a="http://schemas.openxmlformats.org/drawingml/2006/main">
              <a:srgbClr val="7657A0"/>
            </a:solidFill>
            <a:ln xmlns:a="http://schemas.openxmlformats.org/drawingml/2006/main" w="23813">
              <a:solidFill>
                <a:srgbClr val="7657A0"/>
              </a:solidFill>
            </a:ln>
          </c:spPr>
          <c:marker>
            <c:symbol val="circle"/>
            <c:size val="8"/>
            <c:spPr>
              <ns2:solidFill xmlns:ns2="http://schemas.openxmlformats.org/drawingml/2006/main">
                <ns2:srgbClr val="7657A0"/>
              </ns2:solidFill>
              <ns3:ln xmlns:ns3="http://schemas.openxmlformats.org/drawingml/2006/main" w="0">
                <ns3:noFill/>
              </ns3:ln>
            </c:spPr>
          </c:marker>
          <c:xVal>
            <c:numRef>
              <c:f>'Chart Data'!$C$2:$C$5</c:f>
              <c:numCache>
                <c:formatCode>General</c:formatCode>
                <c:ptCount val="4"/>
                <c:pt idx="0">
                  <c:v>0</c:v>
                </c:pt>
                <c:pt idx="1">
                  <c:v>1</c:v>
                </c:pt>
                <c:pt idx="2">
                  <c:v>2</c:v>
                </c:pt>
                <c:pt idx="3">
                  <c:v>3</c:v>
                </c:pt>
              </c:numCache>
            </c:numRef>
          </c:xVal>
          <c:yVal>
            <c:numRef>
              <c:f>'Chart Data'!$D$2:$D$5</c:f>
              <c:numCache>
                <c:formatCode>0.##</c:formatCode>
                <c:ptCount val="4"/>
                <c:pt idx="0">
                  <c:v>35</c:v>
                </c:pt>
                <c:pt idx="1">
                  <c:v>42</c:v>
                </c:pt>
                <c:pt idx="2">
                  <c:v>42</c:v>
                </c:pt>
                <c:pt idx="3">
                  <c:v>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25"/>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Median HDL-C (mg/dL)</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3"/>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Year after randomization</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majorUnit val="1"/>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04"/>
          <c:y val="0.08"/>
          <c:w val="0.93"/>
          <c:h val="0.67"/>
        </c:manualLayout>
      </c:layout>
      <c:scatterChart>
        <c:scatterStyle val="lineMarker"/>
        <c:ser>
          <c:idx val="0"/>
          <c:order val="0"/>
          <c:tx>
            <c:v>Placebo + statin row 1 plus</c:v>
          </c:tx>
          <c:spPr>
            <a:solidFill xmlns:a="http://schemas.openxmlformats.org/drawingml/2006/main">
              <a:srgbClr val="253B53"/>
            </a:solidFill>
            <a:ln xmlns:a="http://schemas.openxmlformats.org/drawingml/2006/main" w="23813">
              <a:noFill/>
            </a:ln>
          </c:spPr>
          <c:marker>
            <c:symbol val="circle"/>
            <c:size val="8"/>
            <c:spPr>
              <ns0:solidFill xmlns:ns0="http://schemas.openxmlformats.org/drawingml/2006/main">
                <ns0:srgbClr val="253B53"/>
              </ns0:solidFill>
              <ns1:ln xmlns:ns1="http://schemas.openxmlformats.org/drawingml/2006/main" w="0">
                <ns1:noFill/>
              </ns1:ln>
            </c:spPr>
          </c:marker>
          <c:errBars>
            <c:errDir val="x"/>
            <c:errBarType val="plus"/>
            <c:errValType val="fixedVal"/>
            <c:noEndCap val="0"/>
            <c:val val="5"/>
            <c:spPr>
              <ns1:ln xmlns:ns1="http://schemas.openxmlformats.org/drawingml/2006/main" w="19050">
                <ns1:solidFill>
                  <ns1:srgbClr val="253B53"/>
                </ns1:solidFill>
              </ns1:ln>
            </c:spPr>
          </c:errBars>
          <c:xVal>
            <c:numRef>
              <c:f>'Chart Data'!$A$2:$A$2</c:f>
              <c:numCache>
                <c:formatCode>General</c:formatCode>
                <c:ptCount val="1"/>
                <c:pt idx="0">
                  <c:v>38</c:v>
                </c:pt>
              </c:numCache>
            </c:numRef>
          </c:xVal>
          <c:yVal>
            <c:numRef>
              <c:f>'Chart Data'!$B$2:$B$2</c:f>
              <c:numCache>
                <c:formatCode>0.##</c:formatCode>
                <c:ptCount val="1"/>
                <c:pt idx="0">
                  <c:v>1</c:v>
                </c:pt>
              </c:numCache>
            </c:numRef>
          </c:yVal>
          <c:smooth val="0"/>
        </c:ser>
        <c:ser>
          <c:idx val="1"/>
          <c:order val="1"/>
          <c:tx>
            <c:v>Placebo + statin row 1 minus</c:v>
          </c:tx>
          <c:spPr>
            <a:solidFill xmlns:a="http://schemas.openxmlformats.org/drawingml/2006/main">
              <a:srgbClr val="253B53"/>
            </a:solidFill>
            <a:ln xmlns:a="http://schemas.openxmlformats.org/drawingml/2006/main" w="23813">
              <a:noFill/>
            </a:ln>
          </c:spPr>
          <c:marker>
            <c:symbol val="circle"/>
            <c:size val="8"/>
            <c:spPr>
              <ns2:solidFill xmlns:ns2="http://schemas.openxmlformats.org/drawingml/2006/main">
                <ns2:srgbClr val="253B53"/>
              </ns2:solidFill>
              <ns3:ln xmlns:ns3="http://schemas.openxmlformats.org/drawingml/2006/main" w="0">
                <ns3:noFill/>
              </ns3:ln>
            </c:spPr>
          </c:marker>
          <c:errBars>
            <c:errDir val="x"/>
            <c:errBarType val="minus"/>
            <c:errValType val="fixedVal"/>
            <c:noEndCap val="0"/>
            <c:val val="4"/>
            <c:spPr>
              <ns1:ln xmlns:ns1="http://schemas.openxmlformats.org/drawingml/2006/main" w="19050">
                <ns1:solidFill>
                  <ns1:srgbClr val="253B53"/>
                </ns1:solidFill>
              </ns1:ln>
            </c:spPr>
          </c:errBars>
          <c:xVal>
            <c:numRef>
              <c:f>'Chart Data'!$C$2:$C$2</c:f>
              <c:numCache>
                <c:formatCode>General</c:formatCode>
                <c:ptCount val="1"/>
                <c:pt idx="0">
                  <c:v>38</c:v>
                </c:pt>
              </c:numCache>
            </c:numRef>
          </c:xVal>
          <c:yVal>
            <c:numRef>
              <c:f>'Chart Data'!$D$2:$D$2</c:f>
              <c:numCache>
                <c:formatCode>0.##</c:formatCode>
                <c:ptCount val="1"/>
                <c:pt idx="0">
                  <c:v>1</c:v>
                </c:pt>
              </c:numCache>
            </c:numRef>
          </c:yVal>
          <c:smooth val="0"/>
        </c:ser>
        <c:ser>
          <c:idx val="2"/>
          <c:order val="2"/>
          <c:tx>
            <c:v>Niacin + statin row 1 plus</c:v>
          </c:tx>
          <c:spPr>
            <a:solidFill xmlns:a="http://schemas.openxmlformats.org/drawingml/2006/main">
              <a:srgbClr val="7657A0"/>
            </a:solidFill>
            <a:ln xmlns:a="http://schemas.openxmlformats.org/drawingml/2006/main" w="23813">
              <a:noFill/>
            </a:ln>
          </c:spPr>
          <c:marker>
            <c:symbol val="circle"/>
            <c:size val="8"/>
            <c:spPr>
              <ns4:solidFill xmlns:ns4="http://schemas.openxmlformats.org/drawingml/2006/main">
                <ns4:srgbClr val="7657A0"/>
              </ns4:solidFill>
              <ns5:ln xmlns:ns5="http://schemas.openxmlformats.org/drawingml/2006/main" w="0">
                <ns5:noFill/>
              </ns5:ln>
            </c:spPr>
          </c:marker>
          <c:errBars>
            <c:errDir val="x"/>
            <c:errBarType val="plus"/>
            <c:errValType val="fixedVal"/>
            <c:noEndCap val="0"/>
            <c:val val="8"/>
            <c:spPr>
              <ns1:ln xmlns:ns1="http://schemas.openxmlformats.org/drawingml/2006/main" w="19050">
                <ns1:solidFill>
                  <ns1:srgbClr val="7657A0"/>
                </ns1:solidFill>
              </ns1:ln>
            </c:spPr>
          </c:errBars>
          <c:xVal>
            <c:numRef>
              <c:f>'Chart Data'!$E$2:$E$2</c:f>
              <c:numCache>
                <c:formatCode>General</c:formatCode>
                <c:ptCount val="1"/>
                <c:pt idx="0">
                  <c:v>42</c:v>
                </c:pt>
              </c:numCache>
            </c:numRef>
          </c:xVal>
          <c:yVal>
            <c:numRef>
              <c:f>'Chart Data'!$F$2:$F$2</c:f>
              <c:numCache>
                <c:formatCode>0.##</c:formatCode>
                <c:ptCount val="1"/>
                <c:pt idx="0">
                  <c:v>0</c:v>
                </c:pt>
              </c:numCache>
            </c:numRef>
          </c:yVal>
          <c:smooth val="0"/>
        </c:ser>
        <c:ser>
          <c:idx val="3"/>
          <c:order val="3"/>
          <c:tx>
            <c:v>Niacin + statin row 1 minus</c:v>
          </c:tx>
          <c:spPr>
            <a:solidFill xmlns:a="http://schemas.openxmlformats.org/drawingml/2006/main">
              <a:srgbClr val="7657A0"/>
            </a:solidFill>
            <a:ln xmlns:a="http://schemas.openxmlformats.org/drawingml/2006/main" w="23813">
              <a:noFill/>
            </a:ln>
          </c:spPr>
          <c:marker>
            <c:symbol val="circle"/>
            <c:size val="8"/>
            <c:spPr>
              <ns6:solidFill xmlns:ns6="http://schemas.openxmlformats.org/drawingml/2006/main">
                <ns6:srgbClr val="7657A0"/>
              </ns6:solidFill>
              <ns7:ln xmlns:ns7="http://schemas.openxmlformats.org/drawingml/2006/main" w="0">
                <ns7:noFill/>
              </ns7:ln>
            </c:spPr>
          </c:marker>
          <c:errBars>
            <c:errDir val="x"/>
            <c:errBarType val="minus"/>
            <c:errValType val="fixedVal"/>
            <c:noEndCap val="0"/>
            <c:val val="5"/>
            <c:spPr>
              <ns1:ln xmlns:ns1="http://schemas.openxmlformats.org/drawingml/2006/main" w="19050">
                <ns1:solidFill>
                  <ns1:srgbClr val="7657A0"/>
                </ns1:solidFill>
              </ns1:ln>
            </c:spPr>
          </c:errBars>
          <c:xVal>
            <c:numRef>
              <c:f>'Chart Data'!$G$2:$G$2</c:f>
              <c:numCache>
                <c:formatCode>General</c:formatCode>
                <c:ptCount val="1"/>
                <c:pt idx="0">
                  <c:v>42</c:v>
                </c:pt>
              </c:numCache>
            </c:numRef>
          </c:xVal>
          <c:yVal>
            <c:numRef>
              <c:f>'Chart Data'!$H$2:$H$2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6"/>
        </c:scaling>
        <c:delete val="0"/>
        <c:axPos val="l"/>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55"/>
          <c:min val="2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HDL-C at year two (mg/dL)</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tickLblPos val="nextTo"/>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Niacin arm at year two</c:v>
          </c:tx>
          <c:spPr>
            <a:solidFill xmlns:a="http://schemas.openxmlformats.org/drawingml/2006/main">
              <a:srgbClr val="7657A0"/>
            </a:solidFill>
          </c:spPr>
          <c:cat>
            <c:strRef>
              <c:f>'Chart Data'!$A$2:$A$3</c:f>
              <c:strCache>
                <c:ptCount val="2"/>
                <c:pt idx="0">
                  <c:v>Change between group medians</c:v>
                </c:pt>
                <c:pt idx="1">
                  <c:v>Median individual change</c:v>
                </c:pt>
              </c:strCache>
            </c:strRef>
          </c:cat>
          <c:val>
            <c:numRef>
              <c:f>'Chart Data'!$B$2:$B$3</c:f>
              <c:numCache>
                <c:formatCode>0.0</c:formatCode>
                <c:ptCount val="2"/>
                <c:pt idx="0">
                  <c:v>20</c:v>
                </c:pt>
                <c:pt idx="1">
                  <c:v>25</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32"/>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HDL change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Placebo + statin</c:v>
          </c:tx>
          <c:spPr>
            <a:solidFill xmlns:a="http://schemas.openxmlformats.org/drawingml/2006/main">
              <a:srgbClr val="253B53"/>
            </a:solidFill>
            <a:ln xmlns:a="http://schemas.openxmlformats.org/drawingml/2006/main" w="23813">
              <a:solidFill>
                <a:srgbClr val="253B53"/>
              </a:solid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Data'!$A$2:$A$5</c:f>
              <c:numCache>
                <c:formatCode>General</c:formatCode>
                <c:ptCount val="4"/>
                <c:pt idx="0">
                  <c:v>0</c:v>
                </c:pt>
                <c:pt idx="1">
                  <c:v>1</c:v>
                </c:pt>
                <c:pt idx="2">
                  <c:v>2</c:v>
                </c:pt>
                <c:pt idx="3">
                  <c:v>3</c:v>
                </c:pt>
              </c:numCache>
            </c:numRef>
          </c:xVal>
          <c:yVal>
            <c:numRef>
              <c:f>'Chart Data'!$B$2:$B$5</c:f>
              <c:numCache>
                <c:formatCode>0.##</c:formatCode>
                <c:ptCount val="4"/>
                <c:pt idx="0">
                  <c:v>1696</c:v>
                </c:pt>
                <c:pt idx="1">
                  <c:v>1554</c:v>
                </c:pt>
                <c:pt idx="2">
                  <c:v>1326</c:v>
                </c:pt>
                <c:pt idx="3">
                  <c:v>873</c:v>
                </c:pt>
              </c:numCache>
            </c:numRef>
          </c:yVal>
          <c:smooth val="0"/>
        </c:ser>
        <c:ser>
          <c:idx val="1"/>
          <c:order val="1"/>
          <c:tx>
            <c:v>Niacin + statin</c:v>
          </c:tx>
          <c:spPr>
            <a:solidFill xmlns:a="http://schemas.openxmlformats.org/drawingml/2006/main">
              <a:srgbClr val="7657A0"/>
            </a:solidFill>
            <a:ln xmlns:a="http://schemas.openxmlformats.org/drawingml/2006/main" w="23813">
              <a:solidFill>
                <a:srgbClr val="7657A0"/>
              </a:solidFill>
            </a:ln>
          </c:spPr>
          <c:marker>
            <c:symbol val="circle"/>
            <c:size val="8"/>
            <c:spPr>
              <ns2:solidFill xmlns:ns2="http://schemas.openxmlformats.org/drawingml/2006/main">
                <ns2:srgbClr val="7657A0"/>
              </ns2:solidFill>
              <ns3:ln xmlns:ns3="http://schemas.openxmlformats.org/drawingml/2006/main" w="0">
                <ns3:noFill/>
              </ns3:ln>
            </c:spPr>
          </c:marker>
          <c:xVal>
            <c:numRef>
              <c:f>'Chart Data'!$C$2:$C$5</c:f>
              <c:numCache>
                <c:formatCode>General</c:formatCode>
                <c:ptCount val="4"/>
                <c:pt idx="0">
                  <c:v>0</c:v>
                </c:pt>
                <c:pt idx="1">
                  <c:v>1</c:v>
                </c:pt>
                <c:pt idx="2">
                  <c:v>2</c:v>
                </c:pt>
                <c:pt idx="3">
                  <c:v>3</c:v>
                </c:pt>
              </c:numCache>
            </c:numRef>
          </c:xVal>
          <c:yVal>
            <c:numRef>
              <c:f>'Chart Data'!$D$2:$D$5</c:f>
              <c:numCache>
                <c:formatCode>0.##</c:formatCode>
                <c:ptCount val="4"/>
                <c:pt idx="0">
                  <c:v>1718</c:v>
                </c:pt>
                <c:pt idx="1">
                  <c:v>1561</c:v>
                </c:pt>
                <c:pt idx="2">
                  <c:v>1329</c:v>
                </c:pt>
                <c:pt idx="3">
                  <c:v>865</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90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Participants with reported measurements</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3"/>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Year after randomization</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majorUnit val="1"/>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 risk</c:v>
          </c:tx>
          <c:spPr>
            <a:solidFill xmlns:a="http://schemas.openxmlformats.org/drawingml/2006/main">
              <a:srgbClr val="253B53"/>
            </a:solidFill>
          </c:spPr>
          <c:dPt>
            <c:idx val="0"/>
            <c:invertIfNegative val="0"/>
            <c:spPr>
              <a:solidFill xmlns:a="http://schemas.openxmlformats.org/drawingml/2006/main">
                <a:srgbClr val="253B53"/>
              </a:solidFill>
            </c:spPr>
          </c:dPt>
          <c:dPt>
            <c:idx val="1"/>
            <c:invertIfNegative val="0"/>
            <c:spPr>
              <a:solidFill xmlns:a="http://schemas.openxmlformats.org/drawingml/2006/main">
                <a:srgbClr val="7657A0"/>
              </a:solidFill>
            </c:spPr>
          </c:dPt>
          <c:cat>
            <c:strRef>
              <c:f>'Chart Data'!$A$2:$A$3</c:f>
              <c:strCache>
                <c:ptCount val="2"/>
                <c:pt idx="0">
                  <c:v>Placebo + statin</c:v>
                </c:pt>
                <c:pt idx="1">
                  <c:v>Niacin + statin</c:v>
                </c:pt>
              </c:strCache>
            </c:strRef>
          </c:cat>
          <c:val>
            <c:numRef>
              <c:f>'Chart Data'!$B$2:$B$3</c:f>
              <c:numCache>
                <c:formatCode>0.0</c:formatCode>
                <c:ptCount val="2"/>
                <c:pt idx="0">
                  <c:v>16.1556603774</c:v>
                </c:pt>
                <c:pt idx="1">
                  <c:v>16.41443539</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22"/>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Primary cardiovascular outcome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04"/>
          <c:y val="0.08"/>
          <c:w val="0.93"/>
          <c:h val="0.67"/>
        </c:manualLayout>
      </c:layout>
      <c:scatterChart>
        <c:scatterStyle val="lineMarker"/>
        <c:ser>
          <c:idx val="0"/>
          <c:order val="0"/>
          <c:tx>
            <c:v>Cumulative count-based RR row 1 plus</c:v>
          </c:tx>
          <c:spPr>
            <a:solidFill xmlns:a="http://schemas.openxmlformats.org/drawingml/2006/main">
              <a:srgbClr val="253B53"/>
            </a:solidFill>
            <a:ln xmlns:a="http://schemas.openxmlformats.org/drawingml/2006/main" w="23813">
              <a:noFill/>
            </a:ln>
          </c:spPr>
          <c:marker>
            <c:symbol val="circle"/>
            <c:size val="8"/>
            <c:spPr>
              <ns0:solidFill xmlns:ns0="http://schemas.openxmlformats.org/drawingml/2006/main">
                <ns0:srgbClr val="253B53"/>
              </ns0:solidFill>
              <ns1:ln xmlns:ns1="http://schemas.openxmlformats.org/drawingml/2006/main" w="0">
                <ns1:noFill/>
              </ns1:ln>
            </c:spPr>
          </c:marker>
          <c:errBars>
            <c:errDir val="x"/>
            <c:errBarType val="plus"/>
            <c:errValType val="fixedVal"/>
            <c:noEndCap val="0"/>
            <c:val val="0.166937296207"/>
            <c:spPr>
              <ns1:ln xmlns:ns1="http://schemas.openxmlformats.org/drawingml/2006/main" w="19050">
                <ns1:solidFill>
                  <ns1:srgbClr val="253B53"/>
                </ns1:solidFill>
              </ns1:ln>
            </c:spPr>
          </c:errBars>
          <c:xVal>
            <c:numRef>
              <c:f>'Chart Data'!$A$2:$A$2</c:f>
              <c:numCache>
                <c:formatCode>General</c:formatCode>
                <c:ptCount val="1"/>
                <c:pt idx="0">
                  <c:v>1.01601760662</c:v>
                </c:pt>
              </c:numCache>
            </c:numRef>
          </c:xVal>
          <c:yVal>
            <c:numRef>
              <c:f>'Chart Data'!$B$2:$B$2</c:f>
              <c:numCache>
                <c:formatCode>0.##</c:formatCode>
                <c:ptCount val="1"/>
                <c:pt idx="0">
                  <c:v>1</c:v>
                </c:pt>
              </c:numCache>
            </c:numRef>
          </c:yVal>
          <c:smooth val="0"/>
        </c:ser>
        <c:ser>
          <c:idx val="1"/>
          <c:order val="1"/>
          <c:tx>
            <c:v>Cumulative count-based RR row 1 minus</c:v>
          </c:tx>
          <c:spPr>
            <a:solidFill xmlns:a="http://schemas.openxmlformats.org/drawingml/2006/main">
              <a:srgbClr val="253B53"/>
            </a:solidFill>
            <a:ln xmlns:a="http://schemas.openxmlformats.org/drawingml/2006/main" w="23813">
              <a:noFill/>
            </a:ln>
          </c:spPr>
          <c:marker>
            <c:symbol val="circle"/>
            <c:size val="8"/>
            <c:spPr>
              <ns2:solidFill xmlns:ns2="http://schemas.openxmlformats.org/drawingml/2006/main">
                <ns2:srgbClr val="253B53"/>
              </ns2:solidFill>
              <ns3:ln xmlns:ns3="http://schemas.openxmlformats.org/drawingml/2006/main" w="0">
                <ns3:noFill/>
              </ns3:ln>
            </c:spPr>
          </c:marker>
          <c:errBars>
            <c:errDir val="x"/>
            <c:errBarType val="minus"/>
            <c:errValType val="fixedVal"/>
            <c:noEndCap val="0"/>
            <c:val val="0.143379288376"/>
            <c:spPr>
              <ns1:ln xmlns:ns1="http://schemas.openxmlformats.org/drawingml/2006/main" w="19050">
                <ns1:solidFill>
                  <ns1:srgbClr val="253B53"/>
                </ns1:solidFill>
              </ns1:ln>
            </c:spPr>
          </c:errBars>
          <c:xVal>
            <c:numRef>
              <c:f>'Chart Data'!$C$2:$C$2</c:f>
              <c:numCache>
                <c:formatCode>General</c:formatCode>
                <c:ptCount val="1"/>
                <c:pt idx="0">
                  <c:v>1.01601760662</c:v>
                </c:pt>
              </c:numCache>
            </c:numRef>
          </c:xVal>
          <c:yVal>
            <c:numRef>
              <c:f>'Chart Data'!$D$2:$D$2</c:f>
              <c:numCache>
                <c:formatCode>0.##</c:formatCode>
                <c:ptCount val="1"/>
                <c:pt idx="0">
                  <c:v>1</c:v>
                </c:pt>
              </c:numCache>
            </c:numRef>
          </c:yVal>
          <c:smooth val="0"/>
        </c:ser>
        <c:ser>
          <c:idx val="2"/>
          <c:order val="2"/>
          <c:tx>
            <c:v>Published adjusted HR row 1 plus</c:v>
          </c:tx>
          <c:spPr>
            <a:solidFill xmlns:a="http://schemas.openxmlformats.org/drawingml/2006/main">
              <a:srgbClr val="7657A0"/>
            </a:solidFill>
            <a:ln xmlns:a="http://schemas.openxmlformats.org/drawingml/2006/main" w="23813">
              <a:noFill/>
            </a:ln>
          </c:spPr>
          <c:marker>
            <c:symbol val="circle"/>
            <c:size val="8"/>
            <c:spPr>
              <ns4:solidFill xmlns:ns4="http://schemas.openxmlformats.org/drawingml/2006/main">
                <ns4:srgbClr val="7657A0"/>
              </ns4:solidFill>
              <ns5:ln xmlns:ns5="http://schemas.openxmlformats.org/drawingml/2006/main" w="0">
                <ns5:noFill/>
              </ns5:ln>
            </c:spPr>
          </c:marker>
          <c:errBars>
            <c:errDir val="x"/>
            <c:errBarType val="plus"/>
            <c:errValType val="fixedVal"/>
            <c:noEndCap val="0"/>
            <c:val val="0.19"/>
            <c:spPr>
              <ns1:ln xmlns:ns1="http://schemas.openxmlformats.org/drawingml/2006/main" w="19050">
                <ns1:solidFill>
                  <ns1:srgbClr val="7657A0"/>
                </ns1:solidFill>
              </ns1:ln>
            </c:spPr>
          </c:errBars>
          <c:xVal>
            <c:numRef>
              <c:f>'Chart Data'!$E$2:$E$2</c:f>
              <c:numCache>
                <c:formatCode>General</c:formatCode>
                <c:ptCount val="1"/>
                <c:pt idx="0">
                  <c:v>1.02</c:v>
                </c:pt>
              </c:numCache>
            </c:numRef>
          </c:xVal>
          <c:yVal>
            <c:numRef>
              <c:f>'Chart Data'!$F$2:$F$2</c:f>
              <c:numCache>
                <c:formatCode>0.##</c:formatCode>
                <c:ptCount val="1"/>
                <c:pt idx="0">
                  <c:v>0</c:v>
                </c:pt>
              </c:numCache>
            </c:numRef>
          </c:yVal>
          <c:smooth val="0"/>
        </c:ser>
        <c:ser>
          <c:idx val="3"/>
          <c:order val="3"/>
          <c:tx>
            <c:v>Published adjusted HR row 1 minus</c:v>
          </c:tx>
          <c:spPr>
            <a:solidFill xmlns:a="http://schemas.openxmlformats.org/drawingml/2006/main">
              <a:srgbClr val="7657A0"/>
            </a:solidFill>
            <a:ln xmlns:a="http://schemas.openxmlformats.org/drawingml/2006/main" w="23813">
              <a:noFill/>
            </a:ln>
          </c:spPr>
          <c:marker>
            <c:symbol val="circle"/>
            <c:size val="8"/>
            <c:spPr>
              <ns6:solidFill xmlns:ns6="http://schemas.openxmlformats.org/drawingml/2006/main">
                <ns6:srgbClr val="7657A0"/>
              </ns6:solidFill>
              <ns7:ln xmlns:ns7="http://schemas.openxmlformats.org/drawingml/2006/main" w="0">
                <ns7:noFill/>
              </ns7:ln>
            </c:spPr>
          </c:marker>
          <c:errBars>
            <c:errDir val="x"/>
            <c:errBarType val="minus"/>
            <c:errValType val="fixedVal"/>
            <c:noEndCap val="0"/>
            <c:val val="0.15"/>
            <c:spPr>
              <ns1:ln xmlns:ns1="http://schemas.openxmlformats.org/drawingml/2006/main" w="19050">
                <ns1:solidFill>
                  <ns1:srgbClr val="7657A0"/>
                </ns1:solidFill>
              </ns1:ln>
            </c:spPr>
          </c:errBars>
          <c:xVal>
            <c:numRef>
              <c:f>'Chart Data'!$G$2:$G$2</c:f>
              <c:numCache>
                <c:formatCode>General</c:formatCode>
                <c:ptCount val="1"/>
                <c:pt idx="0">
                  <c:v>1.02</c:v>
                </c:pt>
              </c:numCache>
            </c:numRef>
          </c:xVal>
          <c:yVal>
            <c:numRef>
              <c:f>'Chart Data'!$H$2:$H$2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6"/>
        </c:scaling>
        <c:delete val="0"/>
        <c:axPos val="l"/>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logBase val="2"/>
          <c:orientation val="minMax"/>
          <c:max val="1.4"/>
          <c:min val="0.7"/>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Ratio estimate</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tickLblPos val="none"/>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04"/>
          <c:y val="0.08"/>
          <c:w val="0.93"/>
          <c:h val="0.67"/>
        </c:manualLayout>
      </c:layout>
      <c:scatterChart>
        <c:scatterStyle val="lineMarker"/>
        <c:ser>
          <c:idx val="0"/>
          <c:order val="0"/>
          <c:tx>
            <c:v>Published 95% CI row 1 plus</c:v>
          </c:tx>
          <c:spPr>
            <a:solidFill xmlns:a="http://schemas.openxmlformats.org/drawingml/2006/main">
              <a:srgbClr val="7657A0"/>
            </a:solidFill>
            <a:ln xmlns:a="http://schemas.openxmlformats.org/drawingml/2006/main" w="23813">
              <a:noFill/>
            </a:ln>
          </c:spPr>
          <c:marker>
            <c:symbol val="circle"/>
            <c:size val="8"/>
            <c:spPr>
              <ns0:solidFill xmlns:ns0="http://schemas.openxmlformats.org/drawingml/2006/main">
                <ns0:srgbClr val="7657A0"/>
              </ns0:solidFill>
              <ns1:ln xmlns:ns1="http://schemas.openxmlformats.org/drawingml/2006/main" w="0">
                <ns1:noFill/>
              </ns1:ln>
            </c:spPr>
          </c:marker>
          <c:errBars>
            <c:errDir val="x"/>
            <c:errBarType val="plus"/>
            <c:errValType val="fixedVal"/>
            <c:noEndCap val="0"/>
            <c:val val="0.19"/>
            <c:spPr>
              <ns1:ln xmlns:ns1="http://schemas.openxmlformats.org/drawingml/2006/main" w="19050">
                <ns1:solidFill>
                  <ns1:srgbClr val="7657A0"/>
                </ns1:solidFill>
              </ns1:ln>
            </c:spPr>
          </c:errBars>
          <c:xVal>
            <c:numRef>
              <c:f>'Chart Data'!$A$2:$A$2</c:f>
              <c:numCache>
                <c:formatCode>General</c:formatCode>
                <c:ptCount val="1"/>
                <c:pt idx="0">
                  <c:v>1.02</c:v>
                </c:pt>
              </c:numCache>
            </c:numRef>
          </c:xVal>
          <c:yVal>
            <c:numRef>
              <c:f>'Chart Data'!$B$2:$B$2</c:f>
              <c:numCache>
                <c:formatCode>0.##</c:formatCode>
                <c:ptCount val="1"/>
                <c:pt idx="0">
                  <c:v>0</c:v>
                </c:pt>
              </c:numCache>
            </c:numRef>
          </c:yVal>
          <c:smooth val="0"/>
        </c:ser>
        <c:ser>
          <c:idx val="1"/>
          <c:order val="1"/>
          <c:tx>
            <c:v>Published 95% CI row 1 minus</c:v>
          </c:tx>
          <c:spPr>
            <a:solidFill xmlns:a="http://schemas.openxmlformats.org/drawingml/2006/main">
              <a:srgbClr val="7657A0"/>
            </a:solidFill>
            <a:ln xmlns:a="http://schemas.openxmlformats.org/drawingml/2006/main" w="23813">
              <a:noFill/>
            </a:ln>
          </c:spPr>
          <c:marker>
            <c:symbol val="circle"/>
            <c:size val="8"/>
            <c:spPr>
              <ns2:solidFill xmlns:ns2="http://schemas.openxmlformats.org/drawingml/2006/main">
                <ns2:srgbClr val="7657A0"/>
              </ns2:solidFill>
              <ns3:ln xmlns:ns3="http://schemas.openxmlformats.org/drawingml/2006/main" w="0">
                <ns3:noFill/>
              </ns3:ln>
            </c:spPr>
          </c:marker>
          <c:errBars>
            <c:errDir val="x"/>
            <c:errBarType val="minus"/>
            <c:errValType val="fixedVal"/>
            <c:noEndCap val="0"/>
            <c:val val="0.15"/>
            <c:spPr>
              <ns1:ln xmlns:ns1="http://schemas.openxmlformats.org/drawingml/2006/main" w="19050">
                <ns1:solidFill>
                  <ns1:srgbClr val="7657A0"/>
                </ns1:solidFill>
              </ns1:ln>
            </c:spPr>
          </c:errBars>
          <c:xVal>
            <c:numRef>
              <c:f>'Chart Data'!$C$2:$C$2</c:f>
              <c:numCache>
                <c:formatCode>General</c:formatCode>
                <c:ptCount val="1"/>
                <c:pt idx="0">
                  <c:v>1.02</c:v>
                </c:pt>
              </c:numCache>
            </c:numRef>
          </c:xVal>
          <c:yVal>
            <c:numRef>
              <c:f>'Chart Data'!$D$2:$D$2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logBase val="2"/>
          <c:orientation val="minMax"/>
          <c:max val="1.4"/>
          <c:min val="0.7"/>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Reported hazard ratio: niacin add-on / placebo add-on</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tickLblPos val="none"/>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Placebo + statin</c:v>
          </c:tx>
          <c:spPr>
            <a:solidFill xmlns:a="http://schemas.openxmlformats.org/drawingml/2006/main">
              <a:srgbClr val="253B53"/>
            </a:solidFill>
            <a:ln xmlns:a="http://schemas.openxmlformats.org/drawingml/2006/main" w="23813">
              <a:solidFill>
                <a:srgbClr val="253B53"/>
              </a:solid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Data'!$A$2:$A$5</c:f>
              <c:numCache>
                <c:formatCode>General</c:formatCode>
                <c:ptCount val="4"/>
                <c:pt idx="0">
                  <c:v>0</c:v>
                </c:pt>
                <c:pt idx="1">
                  <c:v>1</c:v>
                </c:pt>
                <c:pt idx="2">
                  <c:v>2</c:v>
                </c:pt>
                <c:pt idx="3">
                  <c:v>3</c:v>
                </c:pt>
              </c:numCache>
            </c:numRef>
          </c:xVal>
          <c:yVal>
            <c:numRef>
              <c:f>'Chart Data'!$B$2:$B$5</c:f>
              <c:numCache>
                <c:formatCode>0.##</c:formatCode>
                <c:ptCount val="4"/>
                <c:pt idx="0">
                  <c:v>35</c:v>
                </c:pt>
                <c:pt idx="1">
                  <c:v>38</c:v>
                </c:pt>
                <c:pt idx="2">
                  <c:v>38</c:v>
                </c:pt>
                <c:pt idx="3">
                  <c:v>38</c:v>
                </c:pt>
              </c:numCache>
            </c:numRef>
          </c:yVal>
          <c:smooth val="0"/>
        </c:ser>
        <c:ser>
          <c:idx val="1"/>
          <c:order val="1"/>
          <c:tx>
            <c:v>Niacin + statin</c:v>
          </c:tx>
          <c:spPr>
            <a:solidFill xmlns:a="http://schemas.openxmlformats.org/drawingml/2006/main">
              <a:srgbClr val="7657A0"/>
            </a:solidFill>
            <a:ln xmlns:a="http://schemas.openxmlformats.org/drawingml/2006/main" w="23813">
              <a:solidFill>
                <a:srgbClr val="7657A0"/>
              </a:solidFill>
            </a:ln>
          </c:spPr>
          <c:marker>
            <c:symbol val="circle"/>
            <c:size val="8"/>
            <c:spPr>
              <ns2:solidFill xmlns:ns2="http://schemas.openxmlformats.org/drawingml/2006/main">
                <ns2:srgbClr val="7657A0"/>
              </ns2:solidFill>
              <ns3:ln xmlns:ns3="http://schemas.openxmlformats.org/drawingml/2006/main" w="0">
                <ns3:noFill/>
              </ns3:ln>
            </c:spPr>
          </c:marker>
          <c:xVal>
            <c:numRef>
              <c:f>'Chart Data'!$C$2:$C$5</c:f>
              <c:numCache>
                <c:formatCode>General</c:formatCode>
                <c:ptCount val="4"/>
                <c:pt idx="0">
                  <c:v>0</c:v>
                </c:pt>
                <c:pt idx="1">
                  <c:v>1</c:v>
                </c:pt>
                <c:pt idx="2">
                  <c:v>2</c:v>
                </c:pt>
                <c:pt idx="3">
                  <c:v>3</c:v>
                </c:pt>
              </c:numCache>
            </c:numRef>
          </c:xVal>
          <c:yVal>
            <c:numRef>
              <c:f>'Chart Data'!$D$2:$D$5</c:f>
              <c:numCache>
                <c:formatCode>0.##</c:formatCode>
                <c:ptCount val="4"/>
                <c:pt idx="0">
                  <c:v>35</c:v>
                </c:pt>
                <c:pt idx="1">
                  <c:v>42</c:v>
                </c:pt>
                <c:pt idx="2">
                  <c:v>42</c:v>
                </c:pt>
                <c:pt idx="3">
                  <c:v>42</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2.84"/>
          <c:min val="34.16"/>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Median (mg/dL)</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es val="min"/>
      </c:valAx>
      <c:valAx>
        <c:axId val="48650112"/>
        <c:scaling>
          <c:orientation val="minMax"/>
          <c:max val="3"/>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Year</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majorUnit val="1"/>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9.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Placebo + statin</c:v>
          </c:tx>
          <c:spPr>
            <a:solidFill xmlns:a="http://schemas.openxmlformats.org/drawingml/2006/main">
              <a:srgbClr val="253B53"/>
            </a:solidFill>
            <a:ln xmlns:a="http://schemas.openxmlformats.org/drawingml/2006/main" w="23813">
              <a:solidFill>
                <a:srgbClr val="253B53"/>
              </a:solid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Data'!$A$2:$A$5</c:f>
              <c:numCache>
                <c:formatCode>General</c:formatCode>
                <c:ptCount val="4"/>
                <c:pt idx="0">
                  <c:v>0</c:v>
                </c:pt>
                <c:pt idx="1">
                  <c:v>1</c:v>
                </c:pt>
                <c:pt idx="2">
                  <c:v>2</c:v>
                </c:pt>
                <c:pt idx="3">
                  <c:v>3</c:v>
                </c:pt>
              </c:numCache>
            </c:numRef>
          </c:xVal>
          <c:yVal>
            <c:numRef>
              <c:f>'Chart Data'!$B$2:$B$5</c:f>
              <c:numCache>
                <c:formatCode>0.##</c:formatCode>
                <c:ptCount val="4"/>
                <c:pt idx="0">
                  <c:v>74</c:v>
                </c:pt>
                <c:pt idx="1">
                  <c:v>69</c:v>
                </c:pt>
                <c:pt idx="2">
                  <c:v>68</c:v>
                </c:pt>
                <c:pt idx="3">
                  <c:v>67</c:v>
                </c:pt>
              </c:numCache>
            </c:numRef>
          </c:yVal>
          <c:smooth val="0"/>
        </c:ser>
        <c:ser>
          <c:idx val="1"/>
          <c:order val="1"/>
          <c:tx>
            <c:v>Niacin + statin</c:v>
          </c:tx>
          <c:spPr>
            <a:solidFill xmlns:a="http://schemas.openxmlformats.org/drawingml/2006/main">
              <a:srgbClr val="7657A0"/>
            </a:solidFill>
            <a:ln xmlns:a="http://schemas.openxmlformats.org/drawingml/2006/main" w="23813">
              <a:solidFill>
                <a:srgbClr val="7657A0"/>
              </a:solidFill>
            </a:ln>
          </c:spPr>
          <c:marker>
            <c:symbol val="circle"/>
            <c:size val="8"/>
            <c:spPr>
              <ns2:solidFill xmlns:ns2="http://schemas.openxmlformats.org/drawingml/2006/main">
                <ns2:srgbClr val="7657A0"/>
              </ns2:solidFill>
              <ns3:ln xmlns:ns3="http://schemas.openxmlformats.org/drawingml/2006/main" w="0">
                <ns3:noFill/>
              </ns3:ln>
            </c:spPr>
          </c:marker>
          <c:xVal>
            <c:numRef>
              <c:f>'Chart Data'!$C$2:$C$5</c:f>
              <c:numCache>
                <c:formatCode>General</c:formatCode>
                <c:ptCount val="4"/>
                <c:pt idx="0">
                  <c:v>0</c:v>
                </c:pt>
                <c:pt idx="1">
                  <c:v>1</c:v>
                </c:pt>
                <c:pt idx="2">
                  <c:v>2</c:v>
                </c:pt>
                <c:pt idx="3">
                  <c:v>3</c:v>
                </c:pt>
              </c:numCache>
            </c:numRef>
          </c:xVal>
          <c:yVal>
            <c:numRef>
              <c:f>'Chart Data'!$D$2:$D$5</c:f>
              <c:numCache>
                <c:formatCode>0.##</c:formatCode>
                <c:ptCount val="4"/>
                <c:pt idx="0">
                  <c:v>74</c:v>
                </c:pt>
                <c:pt idx="1">
                  <c:v>64</c:v>
                </c:pt>
                <c:pt idx="2">
                  <c:v>62</c:v>
                </c:pt>
                <c:pt idx="3">
                  <c:v>62</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75.44"/>
          <c:min val="60.56"/>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Median (mg/dL)</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es val="min"/>
      </c:valAx>
      <c:valAx>
        <c:axId val="48650112"/>
        <c:scaling>
          <c:orientation val="minMax"/>
          <c:max val="3"/>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Year</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majorUnit val="1"/>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0.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Placebo + statin</c:v>
          </c:tx>
          <c:spPr>
            <a:solidFill xmlns:a="http://schemas.openxmlformats.org/drawingml/2006/main">
              <a:srgbClr val="253B53"/>
            </a:solidFill>
            <a:ln xmlns:a="http://schemas.openxmlformats.org/drawingml/2006/main" w="23813">
              <a:solidFill>
                <a:srgbClr val="253B53"/>
              </a:solid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Data'!$A$2:$A$5</c:f>
              <c:numCache>
                <c:formatCode>General</c:formatCode>
                <c:ptCount val="4"/>
                <c:pt idx="0">
                  <c:v>0</c:v>
                </c:pt>
                <c:pt idx="1">
                  <c:v>1</c:v>
                </c:pt>
                <c:pt idx="2">
                  <c:v>2</c:v>
                </c:pt>
                <c:pt idx="3">
                  <c:v>3</c:v>
                </c:pt>
              </c:numCache>
            </c:numRef>
          </c:xVal>
          <c:yVal>
            <c:numRef>
              <c:f>'Chart Data'!$B$2:$B$5</c:f>
              <c:numCache>
                <c:formatCode>0.##</c:formatCode>
                <c:ptCount val="4"/>
                <c:pt idx="0">
                  <c:v>162</c:v>
                </c:pt>
                <c:pt idx="1">
                  <c:v>155</c:v>
                </c:pt>
                <c:pt idx="2">
                  <c:v>153</c:v>
                </c:pt>
                <c:pt idx="3">
                  <c:v>152</c:v>
                </c:pt>
              </c:numCache>
            </c:numRef>
          </c:yVal>
          <c:smooth val="0"/>
        </c:ser>
        <c:ser>
          <c:idx val="1"/>
          <c:order val="1"/>
          <c:tx>
            <c:v>Niacin + statin</c:v>
          </c:tx>
          <c:spPr>
            <a:solidFill xmlns:a="http://schemas.openxmlformats.org/drawingml/2006/main">
              <a:srgbClr val="7657A0"/>
            </a:solidFill>
            <a:ln xmlns:a="http://schemas.openxmlformats.org/drawingml/2006/main" w="23813">
              <a:solidFill>
                <a:srgbClr val="7657A0"/>
              </a:solidFill>
            </a:ln>
          </c:spPr>
          <c:marker>
            <c:symbol val="circle"/>
            <c:size val="8"/>
            <c:spPr>
              <ns2:solidFill xmlns:ns2="http://schemas.openxmlformats.org/drawingml/2006/main">
                <ns2:srgbClr val="7657A0"/>
              </ns2:solidFill>
              <ns3:ln xmlns:ns3="http://schemas.openxmlformats.org/drawingml/2006/main" w="0">
                <ns3:noFill/>
              </ns3:ln>
            </c:spPr>
          </c:marker>
          <c:xVal>
            <c:numRef>
              <c:f>'Chart Data'!$C$2:$C$5</c:f>
              <c:numCache>
                <c:formatCode>General</c:formatCode>
                <c:ptCount val="4"/>
                <c:pt idx="0">
                  <c:v>0</c:v>
                </c:pt>
                <c:pt idx="1">
                  <c:v>1</c:v>
                </c:pt>
                <c:pt idx="2">
                  <c:v>2</c:v>
                </c:pt>
                <c:pt idx="3">
                  <c:v>3</c:v>
                </c:pt>
              </c:numCache>
            </c:numRef>
          </c:xVal>
          <c:yVal>
            <c:numRef>
              <c:f>'Chart Data'!$D$2:$D$5</c:f>
              <c:numCache>
                <c:formatCode>0.##</c:formatCode>
                <c:ptCount val="4"/>
                <c:pt idx="0">
                  <c:v>164</c:v>
                </c:pt>
                <c:pt idx="1">
                  <c:v>121</c:v>
                </c:pt>
                <c:pt idx="2">
                  <c:v>122</c:v>
                </c:pt>
                <c:pt idx="3">
                  <c:v>120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169.28"/>
          <c:min val="114.72"/>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Median (mg/dL)</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es val="min"/>
      </c:valAx>
      <c:valAx>
        <c:axId val="48650112"/>
        <c:scaling>
          <c:orientation val="minMax"/>
          <c:max val="3"/>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Year</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majorUnit val="1"/>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1.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Illustrative ratios</c:v>
          </c:tx>
          <c:spPr>
            <a:solidFill xmlns:a="http://schemas.openxmlformats.org/drawingml/2006/main">
              <a:srgbClr val="253B53"/>
            </a:solidFill>
            <a:ln xmlns:a="http://schemas.openxmlformats.org/drawingml/2006/main" w="23813">
              <a:no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Data'!$A$2:$A$4</c:f>
              <c:numCache>
                <c:formatCode>General</c:formatCode>
                <c:ptCount val="3"/>
                <c:pt idx="0">
                  <c:v>0.5</c:v>
                </c:pt>
                <c:pt idx="1">
                  <c:v>1</c:v>
                </c:pt>
                <c:pt idx="2">
                  <c:v>2</c:v>
                </c:pt>
              </c:numCache>
            </c:numRef>
          </c:xVal>
          <c:yVal>
            <c:numRef>
              <c:f>'Chart Data'!$B$2:$B$4</c:f>
              <c:numCache>
                <c:formatCode>0.##</c:formatCode>
                <c:ptCount val="3"/>
                <c:pt idx="0">
                  <c:v>0</c:v>
                </c:pt>
                <c:pt idx="1">
                  <c:v>0</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0.5"/>
        </c:scaling>
        <c:delete val="0"/>
        <c:axPos val="l"/>
        <c:majorGridlines>
          <c:spPr>
            <a:ln xmlns:a="http://schemas.openxmlformats.org/drawingml/2006/main" w="9525">
              <a:solidFill>
                <a:srgbClr val="E5EBF0"/>
              </a:solidFill>
            </a:ln>
          </c:spPr>
        </c:majorGridlines>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es val="min"/>
      </c:valAx>
      <c:valAx>
        <c:axId val="48650112"/>
        <c:scaling>
          <c:orientation val="minMax"/>
          <c:max val="2.1"/>
          <c:min val="0.4"/>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Ratio</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2.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Illustrative ratios</c:v>
          </c:tx>
          <c:spPr>
            <a:solidFill xmlns:a="http://schemas.openxmlformats.org/drawingml/2006/main">
              <a:srgbClr val="253B53"/>
            </a:solidFill>
            <a:ln xmlns:a="http://schemas.openxmlformats.org/drawingml/2006/main" w="23813">
              <a:noFill/>
            </a:ln>
          </c:spPr>
          <c:marker>
            <c:symbol val="circle"/>
            <c:size val="8"/>
            <c:spPr>
              <ns0:solidFill xmlns:ns0="http://schemas.openxmlformats.org/drawingml/2006/main">
                <ns0:srgbClr val="253B53"/>
              </ns0:solidFill>
              <ns1:ln xmlns:ns1="http://schemas.openxmlformats.org/drawingml/2006/main" w="0">
                <ns1:noFill/>
              </ns1:ln>
            </c:spPr>
          </c:marker>
          <c:xVal>
            <c:numRef>
              <c:f>'Chart Data'!$A$2:$A$4</c:f>
              <c:numCache>
                <c:formatCode>General</c:formatCode>
                <c:ptCount val="3"/>
                <c:pt idx="0">
                  <c:v>0.5</c:v>
                </c:pt>
                <c:pt idx="1">
                  <c:v>1</c:v>
                </c:pt>
                <c:pt idx="2">
                  <c:v>2</c:v>
                </c:pt>
              </c:numCache>
            </c:numRef>
          </c:xVal>
          <c:yVal>
            <c:numRef>
              <c:f>'Chart Data'!$B$2:$B$4</c:f>
              <c:numCache>
                <c:formatCode>0.##</c:formatCode>
                <c:ptCount val="3"/>
                <c:pt idx="0">
                  <c:v>0</c:v>
                </c:pt>
                <c:pt idx="1">
                  <c:v>0</c:v>
                </c:pt>
                <c:pt idx="2">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5"/>
          <c:min val="-0.5"/>
        </c:scaling>
        <c:delete val="0"/>
        <c:axPos val="l"/>
        <c:majorGridlines>
          <c:spPr>
            <a:ln xmlns:a="http://schemas.openxmlformats.org/drawingml/2006/main" w="9525">
              <a:solidFill>
                <a:srgbClr val="E5EBF0"/>
              </a:solidFill>
            </a:ln>
          </c:spPr>
        </c:majorGridlines>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es val="min"/>
      </c:valAx>
      <c:valAx>
        <c:axId val="48650112"/>
        <c:scaling>
          <c:logBase val="2"/>
          <c:orientation val="minMax"/>
          <c:max val="2.1"/>
          <c:min val="0.4"/>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Ratio</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rosses val="min"/>
        <c:tickLblPos val="none"/>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Illustrative diets</c:v>
          </c:tx>
          <c:spPr>
            <a:solidFill xmlns:a="http://schemas.openxmlformats.org/drawingml/2006/main">
              <a:srgbClr val="D37D24"/>
            </a:solidFill>
          </c:spPr>
          <c:cat>
            <c:strRef>
              <c:f>'Chart Data'!$A$2:$A$3</c:f>
              <c:strCache>
                <c:ptCount val="2"/>
                <c:pt idx="0">
                  <c:v>Example A</c:v>
                </c:pt>
                <c:pt idx="1">
                  <c:v>Example B</c:v>
                </c:pt>
              </c:strCache>
            </c:strRef>
          </c:cat>
          <c:val>
            <c:numRef>
              <c:f>'Chart Data'!$B$2:$B$3</c:f>
              <c:numCache>
                <c:formatCode>0.0</c:formatCode>
                <c:ptCount val="2"/>
                <c:pt idx="0">
                  <c:v>50</c:v>
                </c:pt>
                <c:pt idx="1">
                  <c:v>100</c:v>
                </c:pt>
              </c:numCache>
            </c:numRef>
          </c:val>
        </c:ser>
        <c:dLbls>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atAx>
      <c:valAx>
        <c:axId val="48672768"/>
        <c:scaling>
          <c:orientation val="minMax"/>
          <c:max val="12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Added sugar (g)</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Illustrative diets</c:v>
          </c:tx>
          <c:spPr>
            <a:solidFill xmlns:a="http://schemas.openxmlformats.org/drawingml/2006/main">
              <a:srgbClr val="D37D24"/>
            </a:solidFill>
          </c:spPr>
          <c:cat>
            <c:strRef>
              <c:f>'Chart Data'!$A$2:$A$3</c:f>
              <c:strCache>
                <c:ptCount val="2"/>
                <c:pt idx="0">
                  <c:v>Example A</c:v>
                </c:pt>
                <c:pt idx="1">
                  <c:v>Example B</c:v>
                </c:pt>
              </c:strCache>
            </c:strRef>
          </c:cat>
          <c:val>
            <c:numRef>
              <c:f>'Chart Data'!$B$2:$B$3</c:f>
              <c:numCache>
                <c:formatCode>0.0</c:formatCode>
                <c:ptCount val="2"/>
                <c:pt idx="0">
                  <c:v>10</c:v>
                </c:pt>
                <c:pt idx="1">
                  <c:v>10</c:v>
                </c:pt>
              </c:numCache>
            </c:numRef>
          </c:val>
        </c:ser>
        <c:dLbls>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atAx>
      <c:valAx>
        <c:axId val="48672768"/>
        <c:scaling>
          <c:orientation val="minMax"/>
          <c:max val="15"/>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Energy from added sugar (%)</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Selected endpoints</c:v>
          </c:tx>
          <c:spPr>
            <a:solidFill xmlns:a="http://schemas.openxmlformats.org/drawingml/2006/main">
              <a:srgbClr val="D37D24"/>
            </a:solidFill>
          </c:spPr>
          <c:cat>
            <c:strRef>
              <c:f>'Chart Data'!$A$2:$A$3</c:f>
              <c:strCache>
                <c:ptCount val="2"/>
                <c:pt idx="0">
                  <c:v>Q1 reference</c:v>
                </c:pt>
                <c:pt idx="1">
                  <c:v>Q5 highest</c:v>
                </c:pt>
              </c:strCache>
            </c:strRef>
          </c:cat>
          <c:val>
            <c:numRef>
              <c:f>'Chart Data'!$B$2:$B$3</c:f>
              <c:numCache>
                <c:formatCode>0.0</c:formatCode>
                <c:ptCount val="2"/>
                <c:pt idx="0">
                  <c:v>1</c:v>
                </c:pt>
                <c:pt idx="1">
                  <c:v>2.03</c:v>
                </c:pt>
              </c:numCache>
            </c:numRef>
          </c:val>
        </c:ser>
        <c:dLbls>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atAx>
      <c:valAx>
        <c:axId val="48672768"/>
        <c:scaling>
          <c:orientation val="minMax"/>
          <c:max val="2.6"/>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Adjusted hazard ratio</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6.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Full reported adjustment</c:v>
          </c:tx>
          <c:spPr>
            <a:solidFill xmlns:a="http://schemas.openxmlformats.org/drawingml/2006/main">
              <a:srgbClr val="D37D24"/>
            </a:solidFill>
            <a:ln xmlns:a="http://schemas.openxmlformats.org/drawingml/2006/main" w="23813">
              <a:noFill/>
            </a:ln>
          </c:spPr>
          <c:marker>
            <c:symbol val="circle"/>
            <c:size val="8"/>
            <c:spPr>
              <ns0:solidFill xmlns:ns0="http://schemas.openxmlformats.org/drawingml/2006/main">
                <ns0:srgbClr val="D37D24"/>
              </ns0:solidFill>
              <ns1:ln xmlns:ns1="http://schemas.openxmlformats.org/drawingml/2006/main" w="0">
                <ns1:noFill/>
              </ns1:ln>
            </c:spPr>
          </c:marker>
          <c:xVal>
            <c:numRef>
              <c:f>'Chart Data'!$A$2:$A$6</c:f>
              <c:numCache>
                <c:formatCode>General</c:formatCode>
                <c:ptCount val="5"/>
                <c:pt idx="0">
                  <c:v>7.4</c:v>
                </c:pt>
                <c:pt idx="1">
                  <c:v>11.4</c:v>
                </c:pt>
                <c:pt idx="2">
                  <c:v>14.8</c:v>
                </c:pt>
                <c:pt idx="3">
                  <c:v>18.7</c:v>
                </c:pt>
                <c:pt idx="4">
                  <c:v>25.2</c:v>
                </c:pt>
              </c:numCache>
            </c:numRef>
          </c:xVal>
          <c:yVal>
            <c:numRef>
              <c:f>'Chart Data'!$B$2:$B$6</c:f>
              <c:numCache>
                <c:formatCode>0.##</c:formatCode>
                <c:ptCount val="5"/>
                <c:pt idx="0">
                  <c:v>1</c:v>
                </c:pt>
                <c:pt idx="1">
                  <c:v>1.07</c:v>
                </c:pt>
                <c:pt idx="2">
                  <c:v>1.18</c:v>
                </c:pt>
                <c:pt idx="3">
                  <c:v>1.38</c:v>
                </c:pt>
                <c:pt idx="4">
                  <c:v>2.03</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4"/>
          <c:min val="0.7"/>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Adjusted cardiovascular-mortality HR</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28"/>
          <c:min val="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Usual energy from added sugar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majorUnit val="5"/>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7.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Q2–Q5</c:v>
          </c:tx>
          <c:spPr>
            <a:solidFill xmlns:a="http://schemas.openxmlformats.org/drawingml/2006/main">
              <a:srgbClr val="D37D24"/>
            </a:solidFill>
            <a:ln xmlns:a="http://schemas.openxmlformats.org/drawingml/2006/main" w="23813">
              <a:noFill/>
            </a:ln>
          </c:spPr>
          <c:marker>
            <c:symbol val="circle"/>
            <c:size val="8"/>
            <c:spPr>
              <ns0:solidFill xmlns:ns0="http://schemas.openxmlformats.org/drawingml/2006/main">
                <ns0:srgbClr val="D37D24"/>
              </ns0:solidFill>
              <ns1:ln xmlns:ns1="http://schemas.openxmlformats.org/drawingml/2006/main" w="0">
                <ns1:noFill/>
              </ns1:ln>
            </c:spPr>
          </c:marker>
          <c:errBars>
            <c:errDir val="y"/>
            <c:errBarType val="both"/>
            <c:errValType val="cust"/>
            <c:noEndCap val="0"/>
            <c:plus>
              <c:numRef>
                <c:f>'Chart Data'!$E$2:$E$5</c:f>
                <c:numCache>
                  <c:formatCode>General</c:formatCode>
                  <c:ptCount val="4"/>
                  <c:pt idx="0">
                    <c:v>0.05</c:v>
                  </c:pt>
                  <c:pt idx="1">
                    <c:v>0.13</c:v>
                  </c:pt>
                  <c:pt idx="2">
                    <c:v>0.32</c:v>
                  </c:pt>
                  <c:pt idx="3">
                    <c:v>1.24</c:v>
                  </c:pt>
                </c:numCache>
              </c:numRef>
            </c:plus>
            <c:minus>
              <c:numRef>
                <c:f>'Chart Data'!$F$2:$F$5</c:f>
                <c:numCache>
                  <c:formatCode>General</c:formatCode>
                  <c:ptCount val="4"/>
                  <c:pt idx="0">
                    <c:v>0.05</c:v>
                  </c:pt>
                  <c:pt idx="1">
                    <c:v>0.12</c:v>
                  </c:pt>
                  <c:pt idx="2">
                    <c:v>0.27</c:v>
                  </c:pt>
                  <c:pt idx="3">
                    <c:v>0.77</c:v>
                  </c:pt>
                </c:numCache>
              </c:numRef>
            </c:minus>
            <c:spPr>
              <ns1:ln xmlns:ns1="http://schemas.openxmlformats.org/drawingml/2006/main" w="19050">
                <ns1:solidFill>
                  <ns1:srgbClr val="D37D24"/>
                </ns1:solidFill>
              </ns1:ln>
            </c:spPr>
          </c:errBars>
          <c:xVal>
            <c:numRef>
              <c:f>'Chart Data'!$A$2:$A$5</c:f>
              <c:numCache>
                <c:formatCode>General</c:formatCode>
                <c:ptCount val="4"/>
                <c:pt idx="0">
                  <c:v>11.4</c:v>
                </c:pt>
                <c:pt idx="1">
                  <c:v>14.8</c:v>
                </c:pt>
                <c:pt idx="2">
                  <c:v>18.7</c:v>
                </c:pt>
                <c:pt idx="3">
                  <c:v>25.2</c:v>
                </c:pt>
              </c:numCache>
            </c:numRef>
          </c:xVal>
          <c:yVal>
            <c:numRef>
              <c:f>'Chart Data'!$B$2:$B$5</c:f>
              <c:numCache>
                <c:formatCode>0.##</c:formatCode>
                <c:ptCount val="4"/>
                <c:pt idx="0">
                  <c:v>1.07</c:v>
                </c:pt>
                <c:pt idx="1">
                  <c:v>1.18</c:v>
                </c:pt>
                <c:pt idx="2">
                  <c:v>1.38</c:v>
                </c:pt>
                <c:pt idx="3">
                  <c:v>2.03</c:v>
                </c:pt>
              </c:numCache>
            </c:numRef>
          </c:yVal>
          <c:smooth val="0"/>
        </c:ser>
        <c:ser>
          <c:idx val="1"/>
          <c:order val="1"/>
          <c:tx>
            <c:v>Q1 reference</c:v>
          </c:tx>
          <c:spPr>
            <a:solidFill xmlns:a="http://schemas.openxmlformats.org/drawingml/2006/main">
              <a:srgbClr val="253B53"/>
            </a:solidFill>
            <a:ln xmlns:a="http://schemas.openxmlformats.org/drawingml/2006/main" w="23813">
              <a:noFill/>
            </a:ln>
          </c:spPr>
          <c:marker>
            <c:symbol val="circle"/>
            <c:size val="8"/>
            <c:spPr>
              <ns2:solidFill xmlns:ns2="http://schemas.openxmlformats.org/drawingml/2006/main">
                <ns2:srgbClr val="253B53"/>
              </ns2:solidFill>
              <ns3:ln xmlns:ns3="http://schemas.openxmlformats.org/drawingml/2006/main" w="0">
                <ns3:noFill/>
              </ns3:ln>
            </c:spPr>
          </c:marker>
          <c:xVal>
            <c:numRef>
              <c:f>'Chart Data'!$C$2:$C$2</c:f>
              <c:numCache>
                <c:formatCode>General</c:formatCode>
                <c:ptCount val="1"/>
                <c:pt idx="0">
                  <c:v>7.4</c:v>
                </c:pt>
              </c:numCache>
            </c:numRef>
          </c:xVal>
          <c:yVal>
            <c:numRef>
              <c:f>'Chart Data'!$D$2:$D$2</c:f>
              <c:numCache>
                <c:formatCode>0.##</c:formatCode>
                <c:ptCount val="1"/>
                <c:pt idx="0">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3.6"/>
          <c:min val="0.7"/>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Adjusted cardiovascular-mortality HR</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28"/>
          <c:min val="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Usual energy from added sugar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majorUnit val="5"/>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8.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Demographic adjustment</c:v>
          </c:tx>
          <c:spPr>
            <a:solidFill xmlns:a="http://schemas.openxmlformats.org/drawingml/2006/main">
              <a:srgbClr val="253B53"/>
            </a:solidFill>
            <a:ln xmlns:a="http://schemas.openxmlformats.org/drawingml/2006/main" w="23813">
              <a:noFill/>
            </a:ln>
          </c:spPr>
          <c:marker>
            <c:symbol val="circle"/>
            <c:size val="8"/>
            <c:spPr>
              <ns0:solidFill xmlns:ns0="http://schemas.openxmlformats.org/drawingml/2006/main">
                <ns0:srgbClr val="253B53"/>
              </ns0:solidFill>
              <ns1:ln xmlns:ns1="http://schemas.openxmlformats.org/drawingml/2006/main" w="0">
                <ns1:noFill/>
              </ns1:ln>
            </c:spPr>
          </c:marker>
          <c:errBars>
            <c:errDir val="y"/>
            <c:errBarType val="both"/>
            <c:errValType val="cust"/>
            <c:noEndCap val="0"/>
            <c:plus>
              <c:numRef>
                <c:f>'Chart Data'!$E$2:$E$5</c:f>
                <c:numCache>
                  <c:formatCode>General</c:formatCode>
                  <c:ptCount val="4"/>
                  <c:pt idx="0">
                    <c:v>0.04</c:v>
                  </c:pt>
                  <c:pt idx="1">
                    <c:v>0.11</c:v>
                  </c:pt>
                  <c:pt idx="2">
                    <c:v>0.29</c:v>
                  </c:pt>
                  <c:pt idx="3">
                    <c:v>1.19</c:v>
                  </c:pt>
                </c:numCache>
              </c:numRef>
            </c:plus>
            <c:minus>
              <c:numRef>
                <c:f>'Chart Data'!$F$2:$F$5</c:f>
                <c:numCache>
                  <c:formatCode>General</c:formatCode>
                  <c:ptCount val="4"/>
                  <c:pt idx="0">
                    <c:v>0.04</c:v>
                  </c:pt>
                  <c:pt idx="1">
                    <c:v>0.11</c:v>
                  </c:pt>
                  <c:pt idx="2">
                    <c:v>0.25</c:v>
                  </c:pt>
                  <c:pt idx="3">
                    <c:v>0.8</c:v>
                  </c:pt>
                </c:numCache>
              </c:numRef>
            </c:minus>
            <c:spPr>
              <ns1:ln xmlns:ns1="http://schemas.openxmlformats.org/drawingml/2006/main" w="19050">
                <ns1:solidFill>
                  <ns1:srgbClr val="253B53"/>
                </ns1:solidFill>
              </ns1:ln>
            </c:spPr>
          </c:errBars>
          <c:xVal>
            <c:numRef>
              <c:f>'Chart Data'!$A$2:$A$5</c:f>
              <c:numCache>
                <c:formatCode>General</c:formatCode>
                <c:ptCount val="4"/>
                <c:pt idx="0">
                  <c:v>11.1</c:v>
                </c:pt>
                <c:pt idx="1">
                  <c:v>14.5</c:v>
                </c:pt>
                <c:pt idx="2">
                  <c:v>18.4</c:v>
                </c:pt>
                <c:pt idx="3">
                  <c:v>24.9</c:v>
                </c:pt>
              </c:numCache>
            </c:numRef>
          </c:xVal>
          <c:yVal>
            <c:numRef>
              <c:f>'Chart Data'!$B$2:$B$5</c:f>
              <c:numCache>
                <c:formatCode>0.##</c:formatCode>
                <c:ptCount val="4"/>
                <c:pt idx="0">
                  <c:v>1.09</c:v>
                </c:pt>
                <c:pt idx="1">
                  <c:v>1.23</c:v>
                </c:pt>
                <c:pt idx="2">
                  <c:v>1.49</c:v>
                </c:pt>
                <c:pt idx="3">
                  <c:v>2.43</c:v>
                </c:pt>
              </c:numCache>
            </c:numRef>
          </c:yVal>
          <c:smooth val="0"/>
        </c:ser>
        <c:ser>
          <c:idx val="1"/>
          <c:order val="1"/>
          <c:tx>
            <c:v>Full reported adjustment</c:v>
          </c:tx>
          <c:spPr>
            <a:solidFill xmlns:a="http://schemas.openxmlformats.org/drawingml/2006/main">
              <a:srgbClr val="D37D24"/>
            </a:solidFill>
            <a:ln xmlns:a="http://schemas.openxmlformats.org/drawingml/2006/main" w="23813">
              <a:noFill/>
            </a:ln>
          </c:spPr>
          <c:marker>
            <c:symbol val="circle"/>
            <c:size val="8"/>
            <c:spPr>
              <ns2:solidFill xmlns:ns2="http://schemas.openxmlformats.org/drawingml/2006/main">
                <ns2:srgbClr val="D37D24"/>
              </ns2:solidFill>
              <ns3:ln xmlns:ns3="http://schemas.openxmlformats.org/drawingml/2006/main" w="0">
                <ns3:noFill/>
              </ns3:ln>
            </c:spPr>
          </c:marker>
          <c:errBars>
            <c:errDir val="y"/>
            <c:errBarType val="both"/>
            <c:errValType val="cust"/>
            <c:noEndCap val="0"/>
            <c:plus>
              <c:numRef>
                <c:f>'Chart Data'!$G$2:$G$5</c:f>
                <c:numCache>
                  <c:formatCode>General</c:formatCode>
                  <c:ptCount val="4"/>
                  <c:pt idx="0">
                    <c:v>0.05</c:v>
                  </c:pt>
                  <c:pt idx="1">
                    <c:v>0.13</c:v>
                  </c:pt>
                  <c:pt idx="2">
                    <c:v>0.32</c:v>
                  </c:pt>
                  <c:pt idx="3">
                    <c:v>1.24</c:v>
                  </c:pt>
                </c:numCache>
              </c:numRef>
            </c:plus>
            <c:minus>
              <c:numRef>
                <c:f>'Chart Data'!$H$2:$H$5</c:f>
                <c:numCache>
                  <c:formatCode>General</c:formatCode>
                  <c:ptCount val="4"/>
                  <c:pt idx="0">
                    <c:v>0.05</c:v>
                  </c:pt>
                  <c:pt idx="1">
                    <c:v>0.12</c:v>
                  </c:pt>
                  <c:pt idx="2">
                    <c:v>0.27</c:v>
                  </c:pt>
                  <c:pt idx="3">
                    <c:v>0.77</c:v>
                  </c:pt>
                </c:numCache>
              </c:numRef>
            </c:minus>
            <c:spPr>
              <ns1:ln xmlns:ns1="http://schemas.openxmlformats.org/drawingml/2006/main" w="19050">
                <ns1:solidFill>
                  <ns1:srgbClr val="D37D24"/>
                </ns1:solidFill>
              </ns1:ln>
            </c:spPr>
          </c:errBars>
          <c:xVal>
            <c:numRef>
              <c:f>'Chart Data'!$C$2:$C$5</c:f>
              <c:numCache>
                <c:formatCode>General</c:formatCode>
                <c:ptCount val="4"/>
                <c:pt idx="0">
                  <c:v>11.7</c:v>
                </c:pt>
                <c:pt idx="1">
                  <c:v>15.1</c:v>
                </c:pt>
                <c:pt idx="2">
                  <c:v>19</c:v>
                </c:pt>
                <c:pt idx="3">
                  <c:v>25.5</c:v>
                </c:pt>
              </c:numCache>
            </c:numRef>
          </c:xVal>
          <c:yVal>
            <c:numRef>
              <c:f>'Chart Data'!$D$2:$D$5</c:f>
              <c:numCache>
                <c:formatCode>0.##</c:formatCode>
                <c:ptCount val="4"/>
                <c:pt idx="0">
                  <c:v>1.07</c:v>
                </c:pt>
                <c:pt idx="1">
                  <c:v>1.18</c:v>
                </c:pt>
                <c:pt idx="2">
                  <c:v>1.38</c:v>
                </c:pt>
                <c:pt idx="3">
                  <c:v>2.03</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2"/>
          <c:min val="0.7"/>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Cardiovascular-mortality HR</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28"/>
          <c:min val="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FFFFFF"/>
                    </a:solidFill>
                    <a:latin typeface="Noto Sans"/>
                    <a:ea typeface="Noto Sans"/>
                    <a:cs typeface="Noto Sans"/>
                  </a:rPr>
                  <a:t>Usual energy from added sugar (%)</a:t>
                </a:r>
              </a:p>
            </c:rich>
          </c:tx>
          <c:overlay val="0"/>
          <c:txPr>
            <a:bodyPr xmlns:a="http://schemas.openxmlformats.org/drawingml/2006/main" anchorCtr="1"/>
            <a:lstStyle xmlns:a="http://schemas.openxmlformats.org/drawingml/2006/main"/>
            <a:p xmlns:a="http://schemas.openxmlformats.org/drawingml/2006/main">
              <a:pPr>
                <a:defRPr sz="1650">
                  <a:solidFill>
                    <a:srgbClr val="FFFFFF"/>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majorUnit val="5"/>
        <c:crosses val="min"/>
        <c:tickLblPos val="none"/>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9.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Full reported adjustment</c:v>
          </c:tx>
          <c:spPr>
            <a:solidFill xmlns:a="http://schemas.openxmlformats.org/drawingml/2006/main">
              <a:srgbClr val="D37D24"/>
            </a:solidFill>
            <a:ln xmlns:a="http://schemas.openxmlformats.org/drawingml/2006/main" w="23813">
              <a:noFill/>
            </a:ln>
          </c:spPr>
          <c:marker>
            <c:symbol val="circle"/>
            <c:size val="8"/>
            <c:spPr>
              <ns0:solidFill xmlns:ns0="http://schemas.openxmlformats.org/drawingml/2006/main">
                <ns0:srgbClr val="D37D24"/>
              </ns0:solidFill>
              <ns1:ln xmlns:ns1="http://schemas.openxmlformats.org/drawingml/2006/main" w="0">
                <ns1:noFill/>
              </ns1:ln>
            </c:spPr>
          </c:marker>
          <c:errBars>
            <c:errDir val="y"/>
            <c:errBarType val="both"/>
            <c:errValType val="cust"/>
            <c:noEndCap val="0"/>
            <c:plus>
              <c:numRef>
                <c:f>'Chart Data'!$C$2:$C$5</c:f>
                <c:numCache>
                  <c:formatCode>General</c:formatCode>
                  <c:ptCount val="4"/>
                  <c:pt idx="0">
                    <c:v>0.05</c:v>
                  </c:pt>
                  <c:pt idx="1">
                    <c:v>0.13</c:v>
                  </c:pt>
                  <c:pt idx="2">
                    <c:v>0.32</c:v>
                  </c:pt>
                  <c:pt idx="3">
                    <c:v>1.24</c:v>
                  </c:pt>
                </c:numCache>
              </c:numRef>
            </c:plus>
            <c:minus>
              <c:numRef>
                <c:f>'Chart Data'!$D$2:$D$5</c:f>
                <c:numCache>
                  <c:formatCode>General</c:formatCode>
                  <c:ptCount val="4"/>
                  <c:pt idx="0">
                    <c:v>0.05</c:v>
                  </c:pt>
                  <c:pt idx="1">
                    <c:v>0.12</c:v>
                  </c:pt>
                  <c:pt idx="2">
                    <c:v>0.27</c:v>
                  </c:pt>
                  <c:pt idx="3">
                    <c:v>0.77</c:v>
                  </c:pt>
                </c:numCache>
              </c:numRef>
            </c:minus>
            <c:spPr>
              <ns1:ln xmlns:ns1="http://schemas.openxmlformats.org/drawingml/2006/main" w="19050">
                <ns1:solidFill>
                  <ns1:srgbClr val="D37D24"/>
                </ns1:solidFill>
              </ns1:ln>
            </c:spPr>
          </c:errBars>
          <c:xVal>
            <c:numRef>
              <c:f>'Chart Data'!$A$2:$A$5</c:f>
              <c:numCache>
                <c:formatCode>General</c:formatCode>
                <c:ptCount val="4"/>
                <c:pt idx="0">
                  <c:v>11.4</c:v>
                </c:pt>
                <c:pt idx="1">
                  <c:v>14.8</c:v>
                </c:pt>
                <c:pt idx="2">
                  <c:v>18.7</c:v>
                </c:pt>
                <c:pt idx="3">
                  <c:v>25.2</c:v>
                </c:pt>
              </c:numCache>
            </c:numRef>
          </c:xVal>
          <c:yVal>
            <c:numRef>
              <c:f>'Chart Data'!$B$2:$B$5</c:f>
              <c:numCache>
                <c:formatCode>0.##</c:formatCode>
                <c:ptCount val="4"/>
                <c:pt idx="0">
                  <c:v>1.07</c:v>
                </c:pt>
                <c:pt idx="1">
                  <c:v>1.18</c:v>
                </c:pt>
                <c:pt idx="2">
                  <c:v>1.38</c:v>
                </c:pt>
                <c:pt idx="3">
                  <c:v>2.03</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logBase val="2"/>
          <c:orientation val="minMax"/>
          <c:max val="4"/>
          <c:min val="0.8"/>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Cardiovascular-mortality HR (log scale)</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tickLblPos val="none"/>
      </c:valAx>
      <c:valAx>
        <c:axId val="48650112"/>
        <c:scaling>
          <c:orientation val="minMax"/>
          <c:max val="28"/>
          <c:min val="5"/>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Usual energy from added sugar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majorUnit val="5"/>
        <c:crosses val="mi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0.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14"/>
          <c:y val="0.06"/>
          <c:w val="0.82"/>
          <c:h val="0.67"/>
        </c:manualLayout>
      </c:layout>
      <c:scatterChart>
        <c:scatterStyle val="lineMarker"/>
        <c:ser>
          <c:idx val="0"/>
          <c:order val="0"/>
          <c:tx>
            <c:v>PH illustration, HR = 2.03</c:v>
          </c:tx>
          <c:spPr>
            <a:solidFill xmlns:a="http://schemas.openxmlformats.org/drawingml/2006/main">
              <a:srgbClr val="D37D24"/>
            </a:solidFill>
            <a:ln xmlns:a="http://schemas.openxmlformats.org/drawingml/2006/main" w="23813">
              <a:solidFill>
                <a:srgbClr val="D37D24"/>
              </a:solidFill>
            </a:ln>
          </c:spPr>
          <c:marker>
            <c:symbol val="none"/>
            <c:size val="8"/>
          </c:marker>
          <c:xVal>
            <c:numRef>
              <c:f>'Chart Data'!$A$2:$A$81</c:f>
              <c:numCache>
                <c:formatCode>General</c:formatCode>
                <c:ptCount val="80"/>
                <c:pt idx="0">
                  <c:v>1</c:v>
                </c:pt>
                <c:pt idx="1">
                  <c:v>1.62025316456</c:v>
                </c:pt>
                <c:pt idx="2">
                  <c:v>2.24050632911</c:v>
                </c:pt>
                <c:pt idx="3">
                  <c:v>2.86075949367</c:v>
                </c:pt>
                <c:pt idx="4">
                  <c:v>3.48101265823</c:v>
                </c:pt>
                <c:pt idx="5">
                  <c:v>4.10126582278</c:v>
                </c:pt>
                <c:pt idx="6">
                  <c:v>4.72151898734</c:v>
                </c:pt>
                <c:pt idx="7">
                  <c:v>5.3417721519</c:v>
                </c:pt>
                <c:pt idx="8">
                  <c:v>5.96202531646</c:v>
                </c:pt>
                <c:pt idx="9">
                  <c:v>6.58227848101</c:v>
                </c:pt>
                <c:pt idx="10">
                  <c:v>7.20253164557</c:v>
                </c:pt>
                <c:pt idx="11">
                  <c:v>7.82278481013</c:v>
                </c:pt>
                <c:pt idx="12">
                  <c:v>8.44303797468</c:v>
                </c:pt>
                <c:pt idx="13">
                  <c:v>9.06329113924</c:v>
                </c:pt>
                <c:pt idx="14">
                  <c:v>9.6835443038</c:v>
                </c:pt>
                <c:pt idx="15">
                  <c:v>10.3037974684</c:v>
                </c:pt>
                <c:pt idx="16">
                  <c:v>10.9240506329</c:v>
                </c:pt>
                <c:pt idx="17">
                  <c:v>11.5443037975</c:v>
                </c:pt>
                <c:pt idx="18">
                  <c:v>12.164556962</c:v>
                </c:pt>
                <c:pt idx="19">
                  <c:v>12.7848101266</c:v>
                </c:pt>
                <c:pt idx="20">
                  <c:v>13.4050632911</c:v>
                </c:pt>
                <c:pt idx="21">
                  <c:v>14.0253164557</c:v>
                </c:pt>
                <c:pt idx="22">
                  <c:v>14.6455696203</c:v>
                </c:pt>
                <c:pt idx="23">
                  <c:v>15.2658227848</c:v>
                </c:pt>
                <c:pt idx="24">
                  <c:v>15.8860759494</c:v>
                </c:pt>
                <c:pt idx="25">
                  <c:v>16.5063291139</c:v>
                </c:pt>
                <c:pt idx="26">
                  <c:v>17.1265822785</c:v>
                </c:pt>
                <c:pt idx="27">
                  <c:v>17.746835443</c:v>
                </c:pt>
                <c:pt idx="28">
                  <c:v>18.3670886076</c:v>
                </c:pt>
                <c:pt idx="29">
                  <c:v>18.9873417722</c:v>
                </c:pt>
                <c:pt idx="30">
                  <c:v>19.6075949367</c:v>
                </c:pt>
                <c:pt idx="31">
                  <c:v>20.2278481013</c:v>
                </c:pt>
                <c:pt idx="32">
                  <c:v>20.8481012658</c:v>
                </c:pt>
                <c:pt idx="33">
                  <c:v>21.4683544304</c:v>
                </c:pt>
                <c:pt idx="34">
                  <c:v>22.0886075949</c:v>
                </c:pt>
                <c:pt idx="35">
                  <c:v>22.7088607595</c:v>
                </c:pt>
                <c:pt idx="36">
                  <c:v>23.3291139241</c:v>
                </c:pt>
                <c:pt idx="37">
                  <c:v>23.9493670886</c:v>
                </c:pt>
                <c:pt idx="38">
                  <c:v>24.5696202532</c:v>
                </c:pt>
                <c:pt idx="39">
                  <c:v>25.1898734177</c:v>
                </c:pt>
                <c:pt idx="40">
                  <c:v>25.8101265823</c:v>
                </c:pt>
                <c:pt idx="41">
                  <c:v>26.4303797468</c:v>
                </c:pt>
                <c:pt idx="42">
                  <c:v>27.0506329114</c:v>
                </c:pt>
                <c:pt idx="43">
                  <c:v>27.6708860759</c:v>
                </c:pt>
                <c:pt idx="44">
                  <c:v>28.2911392405</c:v>
                </c:pt>
                <c:pt idx="45">
                  <c:v>28.9113924051</c:v>
                </c:pt>
                <c:pt idx="46">
                  <c:v>29.5316455696</c:v>
                </c:pt>
                <c:pt idx="47">
                  <c:v>30.1518987342</c:v>
                </c:pt>
                <c:pt idx="48">
                  <c:v>30.7721518987</c:v>
                </c:pt>
                <c:pt idx="49">
                  <c:v>31.3924050633</c:v>
                </c:pt>
                <c:pt idx="50">
                  <c:v>32.0126582278</c:v>
                </c:pt>
                <c:pt idx="51">
                  <c:v>32.6329113924</c:v>
                </c:pt>
                <c:pt idx="52">
                  <c:v>33.253164557</c:v>
                </c:pt>
                <c:pt idx="53">
                  <c:v>33.8734177215</c:v>
                </c:pt>
                <c:pt idx="54">
                  <c:v>34.4936708861</c:v>
                </c:pt>
                <c:pt idx="55">
                  <c:v>35.1139240506</c:v>
                </c:pt>
                <c:pt idx="56">
                  <c:v>35.7341772152</c:v>
                </c:pt>
                <c:pt idx="57">
                  <c:v>36.3544303797</c:v>
                </c:pt>
                <c:pt idx="58">
                  <c:v>36.9746835443</c:v>
                </c:pt>
                <c:pt idx="59">
                  <c:v>37.5949367089</c:v>
                </c:pt>
                <c:pt idx="60">
                  <c:v>38.2151898734</c:v>
                </c:pt>
                <c:pt idx="61">
                  <c:v>38.835443038</c:v>
                </c:pt>
                <c:pt idx="62">
                  <c:v>39.4556962025</c:v>
                </c:pt>
                <c:pt idx="63">
                  <c:v>40.0759493671</c:v>
                </c:pt>
                <c:pt idx="64">
                  <c:v>40.6962025316</c:v>
                </c:pt>
                <c:pt idx="65">
                  <c:v>41.3164556962</c:v>
                </c:pt>
                <c:pt idx="66">
                  <c:v>41.9367088608</c:v>
                </c:pt>
                <c:pt idx="67">
                  <c:v>42.5569620253</c:v>
                </c:pt>
                <c:pt idx="68">
                  <c:v>43.1772151899</c:v>
                </c:pt>
                <c:pt idx="69">
                  <c:v>43.7974683544</c:v>
                </c:pt>
                <c:pt idx="70">
                  <c:v>44.417721519</c:v>
                </c:pt>
                <c:pt idx="71">
                  <c:v>45.0379746835</c:v>
                </c:pt>
                <c:pt idx="72">
                  <c:v>45.6582278481</c:v>
                </c:pt>
                <c:pt idx="73">
                  <c:v>46.2784810127</c:v>
                </c:pt>
                <c:pt idx="74">
                  <c:v>46.8987341772</c:v>
                </c:pt>
                <c:pt idx="75">
                  <c:v>47.5189873418</c:v>
                </c:pt>
                <c:pt idx="76">
                  <c:v>48.1392405063</c:v>
                </c:pt>
                <c:pt idx="77">
                  <c:v>48.7594936709</c:v>
                </c:pt>
                <c:pt idx="78">
                  <c:v>49.3797468354</c:v>
                </c:pt>
                <c:pt idx="79">
                  <c:v>50</c:v>
                </c:pt>
              </c:numCache>
            </c:numRef>
          </c:xVal>
          <c:yVal>
            <c:numRef>
              <c:f>'Chart Data'!$B$2:$B$81</c:f>
              <c:numCache>
                <c:formatCode>0.##</c:formatCode>
                <c:ptCount val="80"/>
                <c:pt idx="0">
                  <c:v>2.019546548</c:v>
                </c:pt>
                <c:pt idx="1">
                  <c:v>3.26167302267</c:v>
                </c:pt>
                <c:pt idx="2">
                  <c:v>4.49575945439</c:v>
                </c:pt>
                <c:pt idx="3">
                  <c:v>5.72180736853</c:v>
                </c:pt>
                <c:pt idx="4">
                  <c:v>6.93981829987</c:v>
                </c:pt>
                <c:pt idx="5">
                  <c:v>8.14979379276</c:v>
                </c:pt>
                <c:pt idx="6">
                  <c:v>9.35173540118</c:v>
                </c:pt>
                <c:pt idx="7">
                  <c:v>10.5456446889</c:v>
                </c:pt>
                <c:pt idx="8">
                  <c:v>11.7315232296</c:v>
                </c:pt>
                <c:pt idx="9">
                  <c:v>12.9093726069</c:v>
                </c:pt>
                <c:pt idx="10">
                  <c:v>14.0791944148</c:v>
                </c:pt>
                <c:pt idx="11">
                  <c:v>15.2409902574</c:v>
                </c:pt>
                <c:pt idx="12">
                  <c:v>16.3947617494</c:v>
                </c:pt>
                <c:pt idx="13">
                  <c:v>17.5405105158</c:v>
                </c:pt>
                <c:pt idx="14">
                  <c:v>18.6782381926</c:v>
                </c:pt>
                <c:pt idx="15">
                  <c:v>19.8079464266</c:v>
                </c:pt>
                <c:pt idx="16">
                  <c:v>20.9296368755</c:v>
                </c:pt>
                <c:pt idx="17">
                  <c:v>22.0433112081</c:v>
                </c:pt>
                <c:pt idx="18">
                  <c:v>23.1489711049</c:v>
                </c:pt>
                <c:pt idx="19">
                  <c:v>24.2466182574</c:v>
                </c:pt>
                <c:pt idx="20">
                  <c:v>25.3362543689</c:v>
                </c:pt>
                <c:pt idx="21">
                  <c:v>26.4178811547</c:v>
                </c:pt>
                <c:pt idx="22">
                  <c:v>27.4915003417</c:v>
                </c:pt>
                <c:pt idx="23">
                  <c:v>28.5571136691</c:v>
                </c:pt>
                <c:pt idx="24">
                  <c:v>29.6147228885</c:v>
                </c:pt>
                <c:pt idx="25">
                  <c:v>30.6643297639</c:v>
                </c:pt>
                <c:pt idx="26">
                  <c:v>31.7059360718</c:v>
                </c:pt>
                <c:pt idx="27">
                  <c:v>32.7395436019</c:v>
                </c:pt>
                <c:pt idx="28">
                  <c:v>33.7651541565</c:v>
                </c:pt>
                <c:pt idx="29">
                  <c:v>34.7827695516</c:v>
                </c:pt>
                <c:pt idx="30">
                  <c:v>35.7923916163</c:v>
                </c:pt>
                <c:pt idx="31">
                  <c:v>36.7940221933</c:v>
                </c:pt>
                <c:pt idx="32">
                  <c:v>37.7876631396</c:v>
                </c:pt>
                <c:pt idx="33">
                  <c:v>38.7733163256</c:v>
                </c:pt>
                <c:pt idx="34">
                  <c:v>39.7509836365</c:v>
                </c:pt>
                <c:pt idx="35">
                  <c:v>40.7206669718</c:v>
                </c:pt>
                <c:pt idx="36">
                  <c:v>41.6823682457</c:v>
                </c:pt>
                <c:pt idx="37">
                  <c:v>42.6360893875</c:v>
                </c:pt>
                <c:pt idx="38">
                  <c:v>43.5818323414</c:v>
                </c:pt>
                <c:pt idx="39">
                  <c:v>44.5195990673</c:v>
                </c:pt>
                <c:pt idx="40">
                  <c:v>45.4493915409</c:v>
                </c:pt>
                <c:pt idx="41">
                  <c:v>46.3712117535</c:v>
                </c:pt>
                <c:pt idx="42">
                  <c:v>47.2850617128</c:v>
                </c:pt>
                <c:pt idx="43">
                  <c:v>48.1909434431</c:v>
                </c:pt>
                <c:pt idx="44">
                  <c:v>49.0888589853</c:v>
                </c:pt>
                <c:pt idx="45">
                  <c:v>49.9788103973</c:v>
                </c:pt>
                <c:pt idx="46">
                  <c:v>50.8607997547</c:v>
                </c:pt>
                <c:pt idx="47">
                  <c:v>51.7348291502</c:v>
                </c:pt>
                <c:pt idx="48">
                  <c:v>52.6009006949</c:v>
                </c:pt>
                <c:pt idx="49">
                  <c:v>53.4590165179</c:v>
                </c:pt>
                <c:pt idx="50">
                  <c:v>54.3091787671</c:v>
                </c:pt>
                <c:pt idx="51">
                  <c:v>55.151389609</c:v>
                </c:pt>
                <c:pt idx="52">
                  <c:v>55.9856512298</c:v>
                </c:pt>
                <c:pt idx="53">
                  <c:v>56.8119658348</c:v>
                </c:pt>
                <c:pt idx="54">
                  <c:v>57.6303356497</c:v>
                </c:pt>
                <c:pt idx="55">
                  <c:v>58.4407629204</c:v>
                </c:pt>
                <c:pt idx="56">
                  <c:v>59.2432499133</c:v>
                </c:pt>
                <c:pt idx="57">
                  <c:v>60.0377989164</c:v>
                </c:pt>
                <c:pt idx="58">
                  <c:v>60.8244122387</c:v>
                </c:pt>
                <c:pt idx="59">
                  <c:v>61.6030922116</c:v>
                </c:pt>
                <c:pt idx="60">
                  <c:v>62.3738411884</c:v>
                </c:pt>
                <c:pt idx="61">
                  <c:v>63.1366615455</c:v>
                </c:pt>
                <c:pt idx="62">
                  <c:v>63.8915556826</c:v>
                </c:pt>
                <c:pt idx="63">
                  <c:v>64.6385260229</c:v>
                </c:pt>
                <c:pt idx="64">
                  <c:v>65.3775750139</c:v>
                </c:pt>
                <c:pt idx="65">
                  <c:v>66.1087051279</c:v>
                </c:pt>
                <c:pt idx="66">
                  <c:v>66.8319188622</c:v>
                </c:pt>
                <c:pt idx="67">
                  <c:v>67.5472187401</c:v>
                </c:pt>
                <c:pt idx="68">
                  <c:v>68.254607311</c:v>
                </c:pt>
                <c:pt idx="69">
                  <c:v>68.9540871511</c:v>
                </c:pt>
                <c:pt idx="70">
                  <c:v>69.6456608642</c:v>
                </c:pt>
                <c:pt idx="71">
                  <c:v>70.329331082</c:v>
                </c:pt>
                <c:pt idx="72">
                  <c:v>71.0051004648</c:v>
                </c:pt>
                <c:pt idx="73">
                  <c:v>71.6729717024</c:v>
                </c:pt>
                <c:pt idx="74">
                  <c:v>72.3329475144</c:v>
                </c:pt>
                <c:pt idx="75">
                  <c:v>72.9850306509</c:v>
                </c:pt>
                <c:pt idx="76">
                  <c:v>73.6292238937</c:v>
                </c:pt>
                <c:pt idx="77">
                  <c:v>74.2655300562</c:v>
                </c:pt>
                <c:pt idx="78">
                  <c:v>74.893951985</c:v>
                </c:pt>
                <c:pt idx="79">
                  <c:v>75.5144925603</c:v>
                </c:pt>
              </c:numCache>
            </c:numRef>
          </c:yVal>
          <c:smooth val="0"/>
        </c:ser>
        <c:ser>
          <c:idx val="1"/>
          <c:order val="1"/>
          <c:tx>
            <c:v>Equal risk</c:v>
          </c:tx>
          <c:spPr>
            <a:solidFill xmlns:a="http://schemas.openxmlformats.org/drawingml/2006/main">
              <a:srgbClr val="CBD5DE"/>
            </a:solidFill>
            <a:ln xmlns:a="http://schemas.openxmlformats.org/drawingml/2006/main" w="23813">
              <a:solidFill>
                <a:srgbClr val="CBD5DE"/>
              </a:solidFill>
            </a:ln>
          </c:spPr>
          <c:marker>
            <c:symbol val="none"/>
            <c:size val="8"/>
          </c:marker>
          <c:xVal>
            <c:numRef>
              <c:f>'Chart Data'!$C$2:$C$81</c:f>
              <c:numCache>
                <c:formatCode>General</c:formatCode>
                <c:ptCount val="80"/>
                <c:pt idx="0">
                  <c:v>1</c:v>
                </c:pt>
                <c:pt idx="1">
                  <c:v>1.62025316456</c:v>
                </c:pt>
                <c:pt idx="2">
                  <c:v>2.24050632911</c:v>
                </c:pt>
                <c:pt idx="3">
                  <c:v>2.86075949367</c:v>
                </c:pt>
                <c:pt idx="4">
                  <c:v>3.48101265823</c:v>
                </c:pt>
                <c:pt idx="5">
                  <c:v>4.10126582278</c:v>
                </c:pt>
                <c:pt idx="6">
                  <c:v>4.72151898734</c:v>
                </c:pt>
                <c:pt idx="7">
                  <c:v>5.3417721519</c:v>
                </c:pt>
                <c:pt idx="8">
                  <c:v>5.96202531646</c:v>
                </c:pt>
                <c:pt idx="9">
                  <c:v>6.58227848101</c:v>
                </c:pt>
                <c:pt idx="10">
                  <c:v>7.20253164557</c:v>
                </c:pt>
                <c:pt idx="11">
                  <c:v>7.82278481013</c:v>
                </c:pt>
                <c:pt idx="12">
                  <c:v>8.44303797468</c:v>
                </c:pt>
                <c:pt idx="13">
                  <c:v>9.06329113924</c:v>
                </c:pt>
                <c:pt idx="14">
                  <c:v>9.6835443038</c:v>
                </c:pt>
                <c:pt idx="15">
                  <c:v>10.3037974684</c:v>
                </c:pt>
                <c:pt idx="16">
                  <c:v>10.9240506329</c:v>
                </c:pt>
                <c:pt idx="17">
                  <c:v>11.5443037975</c:v>
                </c:pt>
                <c:pt idx="18">
                  <c:v>12.164556962</c:v>
                </c:pt>
                <c:pt idx="19">
                  <c:v>12.7848101266</c:v>
                </c:pt>
                <c:pt idx="20">
                  <c:v>13.4050632911</c:v>
                </c:pt>
                <c:pt idx="21">
                  <c:v>14.0253164557</c:v>
                </c:pt>
                <c:pt idx="22">
                  <c:v>14.6455696203</c:v>
                </c:pt>
                <c:pt idx="23">
                  <c:v>15.2658227848</c:v>
                </c:pt>
                <c:pt idx="24">
                  <c:v>15.8860759494</c:v>
                </c:pt>
                <c:pt idx="25">
                  <c:v>16.5063291139</c:v>
                </c:pt>
                <c:pt idx="26">
                  <c:v>17.1265822785</c:v>
                </c:pt>
                <c:pt idx="27">
                  <c:v>17.746835443</c:v>
                </c:pt>
                <c:pt idx="28">
                  <c:v>18.3670886076</c:v>
                </c:pt>
                <c:pt idx="29">
                  <c:v>18.9873417722</c:v>
                </c:pt>
                <c:pt idx="30">
                  <c:v>19.6075949367</c:v>
                </c:pt>
                <c:pt idx="31">
                  <c:v>20.2278481013</c:v>
                </c:pt>
                <c:pt idx="32">
                  <c:v>20.8481012658</c:v>
                </c:pt>
                <c:pt idx="33">
                  <c:v>21.4683544304</c:v>
                </c:pt>
                <c:pt idx="34">
                  <c:v>22.0886075949</c:v>
                </c:pt>
                <c:pt idx="35">
                  <c:v>22.7088607595</c:v>
                </c:pt>
                <c:pt idx="36">
                  <c:v>23.3291139241</c:v>
                </c:pt>
                <c:pt idx="37">
                  <c:v>23.9493670886</c:v>
                </c:pt>
                <c:pt idx="38">
                  <c:v>24.5696202532</c:v>
                </c:pt>
                <c:pt idx="39">
                  <c:v>25.1898734177</c:v>
                </c:pt>
                <c:pt idx="40">
                  <c:v>25.8101265823</c:v>
                </c:pt>
                <c:pt idx="41">
                  <c:v>26.4303797468</c:v>
                </c:pt>
                <c:pt idx="42">
                  <c:v>27.0506329114</c:v>
                </c:pt>
                <c:pt idx="43">
                  <c:v>27.6708860759</c:v>
                </c:pt>
                <c:pt idx="44">
                  <c:v>28.2911392405</c:v>
                </c:pt>
                <c:pt idx="45">
                  <c:v>28.9113924051</c:v>
                </c:pt>
                <c:pt idx="46">
                  <c:v>29.5316455696</c:v>
                </c:pt>
                <c:pt idx="47">
                  <c:v>30.1518987342</c:v>
                </c:pt>
                <c:pt idx="48">
                  <c:v>30.7721518987</c:v>
                </c:pt>
                <c:pt idx="49">
                  <c:v>31.3924050633</c:v>
                </c:pt>
                <c:pt idx="50">
                  <c:v>32.0126582278</c:v>
                </c:pt>
                <c:pt idx="51">
                  <c:v>32.6329113924</c:v>
                </c:pt>
                <c:pt idx="52">
                  <c:v>33.253164557</c:v>
                </c:pt>
                <c:pt idx="53">
                  <c:v>33.8734177215</c:v>
                </c:pt>
                <c:pt idx="54">
                  <c:v>34.4936708861</c:v>
                </c:pt>
                <c:pt idx="55">
                  <c:v>35.1139240506</c:v>
                </c:pt>
                <c:pt idx="56">
                  <c:v>35.7341772152</c:v>
                </c:pt>
                <c:pt idx="57">
                  <c:v>36.3544303797</c:v>
                </c:pt>
                <c:pt idx="58">
                  <c:v>36.9746835443</c:v>
                </c:pt>
                <c:pt idx="59">
                  <c:v>37.5949367089</c:v>
                </c:pt>
                <c:pt idx="60">
                  <c:v>38.2151898734</c:v>
                </c:pt>
                <c:pt idx="61">
                  <c:v>38.835443038</c:v>
                </c:pt>
                <c:pt idx="62">
                  <c:v>39.4556962025</c:v>
                </c:pt>
                <c:pt idx="63">
                  <c:v>40.0759493671</c:v>
                </c:pt>
                <c:pt idx="64">
                  <c:v>40.6962025316</c:v>
                </c:pt>
                <c:pt idx="65">
                  <c:v>41.3164556962</c:v>
                </c:pt>
                <c:pt idx="66">
                  <c:v>41.9367088608</c:v>
                </c:pt>
                <c:pt idx="67">
                  <c:v>42.5569620253</c:v>
                </c:pt>
                <c:pt idx="68">
                  <c:v>43.1772151899</c:v>
                </c:pt>
                <c:pt idx="69">
                  <c:v>43.7974683544</c:v>
                </c:pt>
                <c:pt idx="70">
                  <c:v>44.417721519</c:v>
                </c:pt>
                <c:pt idx="71">
                  <c:v>45.0379746835</c:v>
                </c:pt>
                <c:pt idx="72">
                  <c:v>45.6582278481</c:v>
                </c:pt>
                <c:pt idx="73">
                  <c:v>46.2784810127</c:v>
                </c:pt>
                <c:pt idx="74">
                  <c:v>46.8987341772</c:v>
                </c:pt>
                <c:pt idx="75">
                  <c:v>47.5189873418</c:v>
                </c:pt>
                <c:pt idx="76">
                  <c:v>48.1392405063</c:v>
                </c:pt>
                <c:pt idx="77">
                  <c:v>48.7594936709</c:v>
                </c:pt>
                <c:pt idx="78">
                  <c:v>49.3797468354</c:v>
                </c:pt>
                <c:pt idx="79">
                  <c:v>50</c:v>
                </c:pt>
              </c:numCache>
            </c:numRef>
          </c:xVal>
          <c:yVal>
            <c:numRef>
              <c:f>'Chart Data'!$D$2:$D$81</c:f>
              <c:numCache>
                <c:formatCode>0.##</c:formatCode>
                <c:ptCount val="80"/>
                <c:pt idx="0">
                  <c:v>1</c:v>
                </c:pt>
                <c:pt idx="1">
                  <c:v>1.62025316456</c:v>
                </c:pt>
                <c:pt idx="2">
                  <c:v>2.24050632911</c:v>
                </c:pt>
                <c:pt idx="3">
                  <c:v>2.86075949367</c:v>
                </c:pt>
                <c:pt idx="4">
                  <c:v>3.48101265823</c:v>
                </c:pt>
                <c:pt idx="5">
                  <c:v>4.10126582278</c:v>
                </c:pt>
                <c:pt idx="6">
                  <c:v>4.72151898734</c:v>
                </c:pt>
                <c:pt idx="7">
                  <c:v>5.3417721519</c:v>
                </c:pt>
                <c:pt idx="8">
                  <c:v>5.96202531646</c:v>
                </c:pt>
                <c:pt idx="9">
                  <c:v>6.58227848101</c:v>
                </c:pt>
                <c:pt idx="10">
                  <c:v>7.20253164557</c:v>
                </c:pt>
                <c:pt idx="11">
                  <c:v>7.82278481013</c:v>
                </c:pt>
                <c:pt idx="12">
                  <c:v>8.44303797468</c:v>
                </c:pt>
                <c:pt idx="13">
                  <c:v>9.06329113924</c:v>
                </c:pt>
                <c:pt idx="14">
                  <c:v>9.6835443038</c:v>
                </c:pt>
                <c:pt idx="15">
                  <c:v>10.3037974684</c:v>
                </c:pt>
                <c:pt idx="16">
                  <c:v>10.9240506329</c:v>
                </c:pt>
                <c:pt idx="17">
                  <c:v>11.5443037975</c:v>
                </c:pt>
                <c:pt idx="18">
                  <c:v>12.164556962</c:v>
                </c:pt>
                <c:pt idx="19">
                  <c:v>12.7848101266</c:v>
                </c:pt>
                <c:pt idx="20">
                  <c:v>13.4050632911</c:v>
                </c:pt>
                <c:pt idx="21">
                  <c:v>14.0253164557</c:v>
                </c:pt>
                <c:pt idx="22">
                  <c:v>14.6455696203</c:v>
                </c:pt>
                <c:pt idx="23">
                  <c:v>15.2658227848</c:v>
                </c:pt>
                <c:pt idx="24">
                  <c:v>15.8860759494</c:v>
                </c:pt>
                <c:pt idx="25">
                  <c:v>16.5063291139</c:v>
                </c:pt>
                <c:pt idx="26">
                  <c:v>17.1265822785</c:v>
                </c:pt>
                <c:pt idx="27">
                  <c:v>17.746835443</c:v>
                </c:pt>
                <c:pt idx="28">
                  <c:v>18.3670886076</c:v>
                </c:pt>
                <c:pt idx="29">
                  <c:v>18.9873417722</c:v>
                </c:pt>
                <c:pt idx="30">
                  <c:v>19.6075949367</c:v>
                </c:pt>
                <c:pt idx="31">
                  <c:v>20.2278481013</c:v>
                </c:pt>
                <c:pt idx="32">
                  <c:v>20.8481012658</c:v>
                </c:pt>
                <c:pt idx="33">
                  <c:v>21.4683544304</c:v>
                </c:pt>
                <c:pt idx="34">
                  <c:v>22.0886075949</c:v>
                </c:pt>
                <c:pt idx="35">
                  <c:v>22.7088607595</c:v>
                </c:pt>
                <c:pt idx="36">
                  <c:v>23.3291139241</c:v>
                </c:pt>
                <c:pt idx="37">
                  <c:v>23.9493670886</c:v>
                </c:pt>
                <c:pt idx="38">
                  <c:v>24.5696202532</c:v>
                </c:pt>
                <c:pt idx="39">
                  <c:v>25.1898734177</c:v>
                </c:pt>
                <c:pt idx="40">
                  <c:v>25.8101265823</c:v>
                </c:pt>
                <c:pt idx="41">
                  <c:v>26.4303797468</c:v>
                </c:pt>
                <c:pt idx="42">
                  <c:v>27.0506329114</c:v>
                </c:pt>
                <c:pt idx="43">
                  <c:v>27.6708860759</c:v>
                </c:pt>
                <c:pt idx="44">
                  <c:v>28.2911392405</c:v>
                </c:pt>
                <c:pt idx="45">
                  <c:v>28.9113924051</c:v>
                </c:pt>
                <c:pt idx="46">
                  <c:v>29.5316455696</c:v>
                </c:pt>
                <c:pt idx="47">
                  <c:v>30.1518987342</c:v>
                </c:pt>
                <c:pt idx="48">
                  <c:v>30.7721518987</c:v>
                </c:pt>
                <c:pt idx="49">
                  <c:v>31.3924050633</c:v>
                </c:pt>
                <c:pt idx="50">
                  <c:v>32.0126582278</c:v>
                </c:pt>
                <c:pt idx="51">
                  <c:v>32.6329113924</c:v>
                </c:pt>
                <c:pt idx="52">
                  <c:v>33.253164557</c:v>
                </c:pt>
                <c:pt idx="53">
                  <c:v>33.8734177215</c:v>
                </c:pt>
                <c:pt idx="54">
                  <c:v>34.4936708861</c:v>
                </c:pt>
                <c:pt idx="55">
                  <c:v>35.1139240506</c:v>
                </c:pt>
                <c:pt idx="56">
                  <c:v>35.7341772152</c:v>
                </c:pt>
                <c:pt idx="57">
                  <c:v>36.3544303797</c:v>
                </c:pt>
                <c:pt idx="58">
                  <c:v>36.9746835443</c:v>
                </c:pt>
                <c:pt idx="59">
                  <c:v>37.5949367089</c:v>
                </c:pt>
                <c:pt idx="60">
                  <c:v>38.2151898734</c:v>
                </c:pt>
                <c:pt idx="61">
                  <c:v>38.835443038</c:v>
                </c:pt>
                <c:pt idx="62">
                  <c:v>39.4556962025</c:v>
                </c:pt>
                <c:pt idx="63">
                  <c:v>40.0759493671</c:v>
                </c:pt>
                <c:pt idx="64">
                  <c:v>40.6962025316</c:v>
                </c:pt>
                <c:pt idx="65">
                  <c:v>41.3164556962</c:v>
                </c:pt>
                <c:pt idx="66">
                  <c:v>41.9367088608</c:v>
                </c:pt>
                <c:pt idx="67">
                  <c:v>42.5569620253</c:v>
                </c:pt>
                <c:pt idx="68">
                  <c:v>43.1772151899</c:v>
                </c:pt>
                <c:pt idx="69">
                  <c:v>43.7974683544</c:v>
                </c:pt>
                <c:pt idx="70">
                  <c:v>44.417721519</c:v>
                </c:pt>
                <c:pt idx="71">
                  <c:v>45.0379746835</c:v>
                </c:pt>
                <c:pt idx="72">
                  <c:v>45.6582278481</c:v>
                </c:pt>
                <c:pt idx="73">
                  <c:v>46.2784810127</c:v>
                </c:pt>
                <c:pt idx="74">
                  <c:v>46.8987341772</c:v>
                </c:pt>
                <c:pt idx="75">
                  <c:v>47.5189873418</c:v>
                </c:pt>
                <c:pt idx="76">
                  <c:v>48.1392405063</c:v>
                </c:pt>
                <c:pt idx="77">
                  <c:v>48.7594936709</c:v>
                </c:pt>
                <c:pt idx="78">
                  <c:v>49.3797468354</c:v>
                </c:pt>
                <c:pt idx="79">
                  <c:v>50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Illustrative exposed cumulative risk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50112"/>
        <c:crosses val="min"/>
      </c:valAx>
      <c:valAx>
        <c:axId val="48650112"/>
        <c:scaling>
          <c:orientation val="minMax"/>
          <c:max val="50"/>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650">
                    <a:solidFill>
                      <a:srgbClr val="203247"/>
                    </a:solidFill>
                    <a:latin typeface="Noto Sans"/>
                    <a:ea typeface="Noto Sans"/>
                    <a:cs typeface="Noto Sans"/>
                  </a:rPr>
                  <a:t>Illustrative reference cumulative risk (%)</a:t>
                </a:r>
              </a:p>
            </c:rich>
          </c:tx>
          <c:overlay val="0"/>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650">
                <a:solidFill>
                  <a:srgbClr val="203247"/>
                </a:solidFill>
                <a:latin typeface="Noto Sans"/>
                <a:ea typeface="Noto Sans"/>
                <a:cs typeface="Noto Sans"/>
              </a:defRPr>
            </a:pPr>
          </a:p>
        </c:txPr>
        <c:crossAx val="48672768"/>
        <c:crosses val="min"/>
        <c:majorUnit val="1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 risk</c:v>
          </c:tx>
          <c:spPr>
            <a:solidFill xmlns:a="http://schemas.openxmlformats.org/drawingml/2006/main">
              <a:srgbClr val="087E8B"/>
            </a:solidFill>
          </c:spPr>
          <c:dPt>
            <c:idx val="0"/>
            <c:invertIfNegative val="0"/>
            <c:spPr>
              <a:solidFill xmlns:a="http://schemas.openxmlformats.org/drawingml/2006/main">
                <a:srgbClr val="087E8B"/>
              </a:solidFill>
            </c:spPr>
          </c:dPt>
          <c:dPt>
            <c:idx val="1"/>
            <c:invertIfNegative val="0"/>
            <c:spPr>
              <a:solidFill xmlns:a="http://schemas.openxmlformats.org/drawingml/2006/main">
                <a:srgbClr val="253B53"/>
              </a:solidFill>
            </c:spPr>
          </c:dPt>
          <c:cat>
            <c:strRef>
              <c:f>'Chart Data'!$A$2:$A$3</c:f>
              <c:strCache>
                <c:ptCount val="2"/>
                <c:pt idx="0">
                  <c:v>Simvastatin</c:v>
                </c:pt>
                <c:pt idx="1">
                  <c:v>Placebo</c:v>
                </c:pt>
              </c:strCache>
            </c:strRef>
          </c:cat>
          <c:val>
            <c:numRef>
              <c:f>'Chart Data'!$B$2:$B$3</c:f>
              <c:numCache>
                <c:formatCode>0.0</c:formatCode>
                <c:ptCount val="2"/>
                <c:pt idx="0">
                  <c:v>19.7974486318</c:v>
                </c:pt>
                <c:pt idx="1">
                  <c:v>25.177753969</c:v>
                </c:pt>
              </c:numCache>
            </c:numRef>
          </c:val>
        </c:ser>
        <c:dLbls>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atAx>
      <c:valAx>
        <c:axId val="48672768"/>
        <c:scaling>
          <c:orientation val="minMax"/>
          <c:max val="32"/>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Major vascular event (%)</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Event risk</c:v>
          </c:tx>
          <c:spPr>
            <a:solidFill xmlns:a="http://schemas.openxmlformats.org/drawingml/2006/main">
              <a:srgbClr val="253B53"/>
            </a:solidFill>
          </c:spPr>
          <c:dPt>
            <c:idx val="0"/>
            <c:invertIfNegative val="0"/>
            <c:spPr>
              <a:solidFill xmlns:a="http://schemas.openxmlformats.org/drawingml/2006/main">
                <a:srgbClr val="253B53"/>
              </a:solidFill>
            </c:spPr>
          </c:dPt>
          <c:dPt>
            <c:idx val="1"/>
            <c:invertIfNegative val="0"/>
            <c:spPr>
              <a:solidFill xmlns:a="http://schemas.openxmlformats.org/drawingml/2006/main">
                <a:srgbClr val="7657A0"/>
              </a:solidFill>
            </c:spPr>
          </c:dPt>
          <c:cat>
            <c:strRef>
              <c:f>'Chart Data'!$A$2:$A$3</c:f>
              <c:strCache>
                <c:ptCount val="2"/>
                <c:pt idx="0">
                  <c:v>Placebo add-on</c:v>
                </c:pt>
                <c:pt idx="1">
                  <c:v>Niacin add-on</c:v>
                </c:pt>
              </c:strCache>
            </c:strRef>
          </c:cat>
          <c:val>
            <c:numRef>
              <c:f>'Chart Data'!$B$2:$B$3</c:f>
              <c:numCache>
                <c:formatCode>0.0</c:formatCode>
                <c:ptCount val="2"/>
                <c:pt idx="0">
                  <c:v>16.1556603774</c:v>
                </c:pt>
                <c:pt idx="1">
                  <c:v>16.41443539</c:v>
                </c:pt>
              </c:numCache>
            </c:numRef>
          </c:val>
        </c:ser>
        <c:dLbls>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dLblPos val="outEnd"/>
          <c:showLegendKey val="0"/>
          <c:showVal val="1"/>
          <c:showCatName val="0"/>
          <c:showSerName val="0"/>
          <c:showPercent val="0"/>
          <c:showBubbleSize val="0"/>
          <c:showLeaderLines val="0"/>
        </c:dLbls>
        <c:gapWidth val="90"/>
        <c:overlap val="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atAx>
      <c:valAx>
        <c:axId val="48672768"/>
        <c:scaling>
          <c:orientation val="minMax"/>
          <c:max val="22"/>
          <c:min val="0"/>
        </c:scaling>
        <c:delete val="0"/>
        <c:axPos val="l"/>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Primary cardiovascular outcome (%)</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3.xml><?xml version="1.0" encoding="utf-8"?>
<c:chartSpace xmlns:c="http://schemas.openxmlformats.org/drawingml/2006/chart" xmlns:r="http://schemas.openxmlformats.org/officeDocument/2006/relationships">
  <c:lang val="en-US"/>
  <c:chart>
    <c:plotArea>
      <c:layout>
        <c:manualLayout>
          <c:layoutTarget val="inner"/>
          <c:xMode val="factor"/>
          <c:yMode val="factor"/>
          <c:wMode val="factor"/>
          <c:hMode val="factor"/>
          <c:x val="0.04"/>
          <c:y val="0.08"/>
          <c:w val="0.93"/>
          <c:h val="0.67"/>
        </c:manualLayout>
      </c:layout>
      <c:scatterChart>
        <c:scatterStyle val="lineMarker"/>
        <c:ser>
          <c:idx val="0"/>
          <c:order val="0"/>
          <c:tx>
            <c:v>Published 95% CI row 1 plus</c:v>
          </c:tx>
          <c:spPr>
            <a:solidFill xmlns:a="http://schemas.openxmlformats.org/drawingml/2006/main">
              <a:srgbClr val="D37D24"/>
            </a:solidFill>
            <a:ln xmlns:a="http://schemas.openxmlformats.org/drawingml/2006/main" w="23813">
              <a:noFill/>
            </a:ln>
          </c:spPr>
          <c:marker>
            <c:symbol val="circle"/>
            <c:size val="8"/>
            <c:spPr>
              <ns0:solidFill xmlns:ns0="http://schemas.openxmlformats.org/drawingml/2006/main">
                <ns0:srgbClr val="D37D24"/>
              </ns0:solidFill>
              <ns1:ln xmlns:ns1="http://schemas.openxmlformats.org/drawingml/2006/main" w="0">
                <ns1:noFill/>
              </ns1:ln>
            </c:spPr>
          </c:marker>
          <c:errBars>
            <c:errDir val="x"/>
            <c:errBarType val="plus"/>
            <c:errValType val="fixedVal"/>
            <c:noEndCap val="0"/>
            <c:val val="1.24"/>
            <c:spPr>
              <ns1:ln xmlns:ns1="http://schemas.openxmlformats.org/drawingml/2006/main" w="19050">
                <ns1:solidFill>
                  <ns1:srgbClr val="D37D24"/>
                </ns1:solidFill>
              </ns1:ln>
            </c:spPr>
          </c:errBars>
          <c:xVal>
            <c:numRef>
              <c:f>'Chart Data'!$A$2:$A$2</c:f>
              <c:numCache>
                <c:formatCode>General</c:formatCode>
                <c:ptCount val="1"/>
                <c:pt idx="0">
                  <c:v>2.03</c:v>
                </c:pt>
              </c:numCache>
            </c:numRef>
          </c:xVal>
          <c:yVal>
            <c:numRef>
              <c:f>'Chart Data'!$B$2:$B$2</c:f>
              <c:numCache>
                <c:formatCode>0.##</c:formatCode>
                <c:ptCount val="1"/>
                <c:pt idx="0">
                  <c:v>0</c:v>
                </c:pt>
              </c:numCache>
            </c:numRef>
          </c:yVal>
          <c:smooth val="0"/>
        </c:ser>
        <c:ser>
          <c:idx val="1"/>
          <c:order val="1"/>
          <c:tx>
            <c:v>Published 95% CI row 1 minus</c:v>
          </c:tx>
          <c:spPr>
            <a:solidFill xmlns:a="http://schemas.openxmlformats.org/drawingml/2006/main">
              <a:srgbClr val="D37D24"/>
            </a:solidFill>
            <a:ln xmlns:a="http://schemas.openxmlformats.org/drawingml/2006/main" w="23813">
              <a:noFill/>
            </a:ln>
          </c:spPr>
          <c:marker>
            <c:symbol val="circle"/>
            <c:size val="8"/>
            <c:spPr>
              <ns2:solidFill xmlns:ns2="http://schemas.openxmlformats.org/drawingml/2006/main">
                <ns2:srgbClr val="D37D24"/>
              </ns2:solidFill>
              <ns3:ln xmlns:ns3="http://schemas.openxmlformats.org/drawingml/2006/main" w="0">
                <ns3:noFill/>
              </ns3:ln>
            </c:spPr>
          </c:marker>
          <c:errBars>
            <c:errDir val="x"/>
            <c:errBarType val="minus"/>
            <c:errValType val="fixedVal"/>
            <c:noEndCap val="0"/>
            <c:val val="0.77"/>
            <c:spPr>
              <ns1:ln xmlns:ns1="http://schemas.openxmlformats.org/drawingml/2006/main" w="19050">
                <ns1:solidFill>
                  <ns1:srgbClr val="D37D24"/>
                </ns1:solidFill>
              </ns1:ln>
            </c:spPr>
          </c:errBars>
          <c:xVal>
            <c:numRef>
              <c:f>'Chart Data'!$C$2:$C$2</c:f>
              <c:numCache>
                <c:formatCode>General</c:formatCode>
                <c:ptCount val="1"/>
                <c:pt idx="0">
                  <c:v>2.03</c:v>
                </c:pt>
              </c:numCache>
            </c:numRef>
          </c:xVal>
          <c:yVal>
            <c:numRef>
              <c:f>'Chart Data'!$D$2:$D$2</c:f>
              <c:numCache>
                <c:formatCode>0.##</c:formatCode>
                <c:ptCount val="1"/>
                <c:pt idx="0">
                  <c:v>0</c:v>
                </c:pt>
              </c:numCache>
            </c:numRef>
          </c:yVal>
          <c:smooth val="0"/>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0.6"/>
          <c:min val="-0.6"/>
        </c:scaling>
        <c:delete val="0"/>
        <c:axPos val="l"/>
        <c:numFmt formatCode="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50112"/>
        <c:crosses val="min"/>
      </c:valAx>
      <c:valAx>
        <c:axId val="48650112"/>
        <c:scaling>
          <c:logBase val="2"/>
          <c:orientation val="minMax"/>
          <c:max val="4"/>
          <c:min val="0.8"/>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203247"/>
                    </a:solidFill>
                    <a:latin typeface="Noto Sans"/>
                    <a:ea typeface="Noto Sans"/>
                    <a:cs typeface="Noto Sans"/>
                  </a:rPr>
                  <a:t>Q5 / Q1 mortality HR</a:t>
                </a:r>
              </a:p>
            </c:rich>
          </c:tx>
          <c:overlay val="0"/>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title>
        <c:numFmt formatCode="0.##"/>
        <c:majorTickMark val="none"/>
        <c:minorTickMark val="none"/>
        <c:spPr>
          <a:ln xmlns:a="http://schemas.openxmlformats.org/drawingml/2006/main" w="9525">
            <a:solidFill>
              <a:srgbClr val="94A5B2"/>
            </a:solidFill>
          </a:ln>
        </c:spPr>
        <c:txPr>
          <a:bodyPr xmlns:a="http://schemas.openxmlformats.org/drawingml/2006/main" anchorCtr="1"/>
          <a:lstStyle xmlns:a="http://schemas.openxmlformats.org/drawingml/2006/main"/>
          <a:p xmlns:a="http://schemas.openxmlformats.org/drawingml/2006/main">
            <a:pPr>
              <a:defRPr sz="1350">
                <a:solidFill>
                  <a:srgbClr val="203247"/>
                </a:solidFill>
                <a:latin typeface="Noto Sans"/>
                <a:ea typeface="Noto Sans"/>
                <a:cs typeface="Noto Sans"/>
              </a:defRPr>
            </a:pPr>
          </a:p>
        </c:txPr>
        <c:crossAx val="48672768"/>
        <c:crosses val="min"/>
        <c:tickLblPos val="none"/>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FB7B57-35D6-4A06-8237-0EB31361BDF0}"/>
              </a:ext>
            </a:extLst>
          </p:cNvPr>
          <p:cNvSpPr>
            <a:spLocks xmlns:a="http://schemas.openxmlformats.org/drawingml/2006/main" noGrp="1"/>
          </p:cNvSpPr>
          <p:nvPr/>
        </p:nvSpPr>
        <p:spPr>
          <a:xfrm xmlns:a="http://schemas.openxmlformats.org/drawingml/2006/main">
            <a:off x="685800" y="1619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203247"/>
                </a:solidFill>
                <a:latin typeface="Noto Sans"/>
                <a:ea typeface="Noto Sans"/>
                <a:cs typeface="Noto Sans"/>
              </a:defRPr>
            </a:pPr>
            <a:r>
              <a:rPr sz="4800" b="1">
                <a:solidFill>
                  <a:srgbClr val="203247"/>
                </a:solidFill>
                <a:latin typeface="Noto Sans"/>
                <a:ea typeface="Noto Sans"/>
                <a:cs typeface="Noto Sans"/>
              </a:rPr>
              <a:t>Medical Evidence</a:t>
            </a:r>
          </a:p>
        </p:txBody>
      </p:sp>
      <p:sp>
        <p:nvSpPr>
          <p:cNvPr id="2" name="">
            <a:extLst xmlns:a="http://schemas.openxmlformats.org/drawingml/2006/main">
              <a:ext uri="{FF2B5EF4-FFF2-40B4-BE49-F238E27FC236}">
                <a16:creationId xmlns:a16="http://schemas.microsoft.com/office/drawing/2014/main" id="{F709008F-A90F-4B5A-8C0C-3C469B1EC3A3}"/>
              </a:ext>
            </a:extLst>
          </p:cNvPr>
          <p:cNvSpPr>
            <a:spLocks xmlns:a="http://schemas.openxmlformats.org/drawingml/2006/main" noGrp="1"/>
          </p:cNvSpPr>
          <p:nvPr/>
        </p:nvSpPr>
        <p:spPr>
          <a:xfrm xmlns:a="http://schemas.openxmlformats.org/drawingml/2006/main">
            <a:off x="685800" y="26193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0">
                <a:solidFill>
                  <a:srgbClr val="087E8B"/>
                </a:solidFill>
                <a:latin typeface="Noto Sans"/>
                <a:ea typeface="Noto Sans"/>
                <a:cs typeface="Noto Sans"/>
              </a:defRPr>
            </a:pPr>
            <a:r>
              <a:rPr sz="3300" b="0">
                <a:solidFill>
                  <a:srgbClr val="087E8B"/>
                </a:solidFill>
                <a:latin typeface="Noto Sans"/>
                <a:ea typeface="Noto Sans"/>
                <a:cs typeface="Noto Sans"/>
              </a:rPr>
              <a:t>The Mathematics Behind the Chart</a:t>
            </a:r>
          </a:p>
        </p:txBody>
      </p:sp>
      <p:sp>
        <p:nvSpPr>
          <p:cNvPr id="3" name="">
            <a:extLst xmlns:a="http://schemas.openxmlformats.org/drawingml/2006/main">
              <a:ext uri="{FF2B5EF4-FFF2-40B4-BE49-F238E27FC236}">
                <a16:creationId xmlns:a16="http://schemas.microsoft.com/office/drawing/2014/main" id="{40C23A65-DB02-4871-BE81-9F0BC4019C3A}"/>
              </a:ext>
            </a:extLst>
          </p:cNvPr>
          <p:cNvSpPr>
            <a:spLocks xmlns:a="http://schemas.openxmlformats.org/drawingml/2006/main" noGrp="1"/>
          </p:cNvSpPr>
          <p:nvPr/>
        </p:nvSpPr>
        <p:spPr>
          <a:xfrm xmlns:a="http://schemas.openxmlformats.org/drawingml/2006/main">
            <a:off x="685800" y="37147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0">
                <a:solidFill>
                  <a:srgbClr val="203247"/>
                </a:solidFill>
                <a:latin typeface="Noto Sans"/>
                <a:ea typeface="Noto Sans"/>
                <a:cs typeface="Noto Sans"/>
              </a:defRPr>
            </a:pPr>
            <a:r>
              <a:rPr sz="2250" b="0">
                <a:solidFill>
                  <a:srgbClr val="203247"/>
                </a:solidFill>
                <a:latin typeface="Noto Sans"/>
                <a:ea typeface="Noto Sans"/>
                <a:cs typeface="Noto Sans"/>
              </a:rPr>
              <a:t>Cholesterol, HDL/LDL, and added sugar</a:t>
            </a:r>
          </a:p>
        </p:txBody>
      </p:sp>
      <p:sp>
        <p:nvSpPr>
          <p:cNvPr id="4" name="">
            <a:extLst xmlns:a="http://schemas.openxmlformats.org/drawingml/2006/main">
              <a:ext uri="{FF2B5EF4-FFF2-40B4-BE49-F238E27FC236}">
                <a16:creationId xmlns:a16="http://schemas.microsoft.com/office/drawing/2014/main" id="{8E1F02CA-6D9C-448B-A997-D5048AB8AB0F}"/>
              </a:ext>
            </a:extLst>
          </p:cNvPr>
          <p:cNvSpPr>
            <a:spLocks xmlns:a="http://schemas.openxmlformats.org/drawingml/2006/main" noGrp="1"/>
          </p:cNvSpPr>
          <p:nvPr/>
        </p:nvSpPr>
        <p:spPr>
          <a:xfrm xmlns:a="http://schemas.openxmlformats.org/drawingml/2006/main">
            <a:off x="685800" y="5667375"/>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5C6E80"/>
                </a:solidFill>
                <a:latin typeface="Noto Sans"/>
                <a:ea typeface="Noto Sans"/>
                <a:cs typeface="Noto Sans"/>
              </a:defRPr>
            </a:pPr>
            <a:r>
              <a:rPr sz="1800" b="0">
                <a:solidFill>
                  <a:srgbClr val="5C6E80"/>
                </a:solidFill>
                <a:latin typeface="Noto Sans"/>
                <a:ea typeface="Noto Sans"/>
                <a:cs typeface="Noto Sans"/>
              </a:rPr>
              <a:t>Lecture 5 · Data Analysis and Visualization</a:t>
            </a:r>
          </a:p>
        </p:txBody>
      </p:sp>
      <p:sp>
        <p:nvSpPr>
          <p:cNvPr id="5" name="">
            <a:extLst xmlns:a="http://schemas.openxmlformats.org/drawingml/2006/main">
              <a:ext uri="{FF2B5EF4-FFF2-40B4-BE49-F238E27FC236}">
                <a16:creationId xmlns:a16="http://schemas.microsoft.com/office/drawing/2014/main" id="{DB20AB1E-33F9-488A-A26D-8DDE104E597C}"/>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01</a:t>
            </a:r>
          </a:p>
        </p:txBody>
      </p:sp>
    </p:spTree>
    <p:extLst>
      <p:ext uri="{BB962C8B-B14F-4D97-AF65-F5344CB8AC3E}">
        <p14:creationId xmlns:p14="http://schemas.microsoft.com/office/powerpoint/2010/main" val="3077280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2A05E2-42D5-46A0-98EB-02EED7A6A514}"/>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health editor’s brief</a:t>
            </a:r>
          </a:p>
        </p:txBody>
      </p:sp>
      <p:sp>
        <p:nvSpPr>
          <p:cNvPr id="2" name="">
            <a:extLst xmlns:a="http://schemas.openxmlformats.org/drawingml/2006/main">
              <a:ext uri="{FF2B5EF4-FFF2-40B4-BE49-F238E27FC236}">
                <a16:creationId xmlns:a16="http://schemas.microsoft.com/office/drawing/2014/main" id="{332B52F3-F591-48B1-BABB-003A93F7AC33}"/>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Three pitches arrive at the health desk.</a:t>
            </a:r>
          </a:p>
        </p:txBody>
      </p:sp>
      <p:sp>
        <p:nvSpPr>
          <p:cNvPr id="3" name="">
            <a:extLst xmlns:a="http://schemas.openxmlformats.org/drawingml/2006/main">
              <a:ext uri="{FF2B5EF4-FFF2-40B4-BE49-F238E27FC236}">
                <a16:creationId xmlns:a16="http://schemas.microsoft.com/office/drawing/2014/main" id="{58FF3695-4BD8-4663-A359-49EBA5C8B2B9}"/>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Your job: calculate what each study establishes and decide what the editor can publish.</a:t>
            </a:r>
          </a:p>
        </p:txBody>
      </p:sp>
      <p:sp>
        <p:nvSpPr>
          <p:cNvPr id="4" name="">
            <a:extLst xmlns:a="http://schemas.openxmlformats.org/drawingml/2006/main">
              <a:ext uri="{FF2B5EF4-FFF2-40B4-BE49-F238E27FC236}">
                <a16:creationId xmlns:a16="http://schemas.microsoft.com/office/drawing/2014/main" id="{823CA677-FC2B-46D0-9DF4-22D28BAE15E3}"/>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Deliver a repaired figure and a quantitative evidence brief.</a:t>
            </a:r>
          </a:p>
        </p:txBody>
      </p:sp>
      <p:sp>
        <p:nvSpPr>
          <p:cNvPr id="5" name="">
            <a:extLst xmlns:a="http://schemas.openxmlformats.org/drawingml/2006/main">
              <a:ext uri="{FF2B5EF4-FFF2-40B4-BE49-F238E27FC236}">
                <a16:creationId xmlns:a16="http://schemas.microsoft.com/office/drawing/2014/main" id="{1C7F0842-4FEF-423B-811F-AECB06A0BD31}"/>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4068F536-C7E4-427C-AD73-5EA214D684A8}"/>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02</a:t>
            </a:r>
          </a:p>
        </p:txBody>
      </p:sp>
    </p:spTree>
    <p:extLst>
      <p:ext uri="{BB962C8B-B14F-4D97-AF65-F5344CB8AC3E}">
        <p14:creationId xmlns:p14="http://schemas.microsoft.com/office/powerpoint/2010/main" val="9869994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A4C438-6D5E-4413-BC47-86461482AF0A}"/>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Three pitches to investigate</a:t>
            </a:r>
          </a:p>
        </p:txBody>
      </p:sp>
      <p:sp>
        <p:nvSpPr>
          <p:cNvPr id="2" name="">
            <a:extLst xmlns:a="http://schemas.openxmlformats.org/drawingml/2006/main">
              <a:ext uri="{FF2B5EF4-FFF2-40B4-BE49-F238E27FC236}">
                <a16:creationId xmlns:a16="http://schemas.microsoft.com/office/drawing/2014/main" id="{31B0C429-E7D8-4EB0-AEA0-5549EFDB6F91}"/>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“Cholesterol causes heart disease.”</a:t>
            </a:r>
          </a:p>
        </p:txBody>
      </p:sp>
      <p:sp>
        <p:nvSpPr>
          <p:cNvPr id="3" name="">
            <a:extLst xmlns:a="http://schemas.openxmlformats.org/drawingml/2006/main">
              <a:ext uri="{FF2B5EF4-FFF2-40B4-BE49-F238E27FC236}">
                <a16:creationId xmlns:a16="http://schemas.microsoft.com/office/drawing/2014/main" id="{865B7FFD-1D6F-4584-819F-FB5F552315BD}"/>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“Raising good cholesterol protects the heart.”</a:t>
            </a:r>
          </a:p>
        </p:txBody>
      </p:sp>
      <p:sp>
        <p:nvSpPr>
          <p:cNvPr id="4" name="">
            <a:extLst xmlns:a="http://schemas.openxmlformats.org/drawingml/2006/main">
              <a:ext uri="{FF2B5EF4-FFF2-40B4-BE49-F238E27FC236}">
                <a16:creationId xmlns:a16="http://schemas.microsoft.com/office/drawing/2014/main" id="{01230C17-5E39-408C-B4E0-98B0C171EB0D}"/>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“Sugar is the real culprit, so cholesterol was wrongly blamed.”</a:t>
            </a:r>
          </a:p>
        </p:txBody>
      </p:sp>
      <p:sp>
        <p:nvSpPr>
          <p:cNvPr id="5" name="">
            <a:extLst xmlns:a="http://schemas.openxmlformats.org/drawingml/2006/main">
              <a:ext uri="{FF2B5EF4-FFF2-40B4-BE49-F238E27FC236}">
                <a16:creationId xmlns:a16="http://schemas.microsoft.com/office/drawing/2014/main" id="{6766B4D5-C00E-4728-8B34-55067F2D8720}"/>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B3D8FA70-733B-48F9-B5E6-35AC76B55D93}"/>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03</a:t>
            </a:r>
          </a:p>
        </p:txBody>
      </p:sp>
    </p:spTree>
    <p:extLst>
      <p:ext uri="{BB962C8B-B14F-4D97-AF65-F5344CB8AC3E}">
        <p14:creationId xmlns:p14="http://schemas.microsoft.com/office/powerpoint/2010/main" val="600520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F7630CD-0971-44E5-BF8C-F2972D289737}"/>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 documented history of selected evidence</a:t>
            </a:r>
          </a:p>
        </p:txBody>
      </p:sp>
      <p:sp>
        <p:nvSpPr>
          <p:cNvPr id="2" name="">
            <a:extLst xmlns:a="http://schemas.openxmlformats.org/drawingml/2006/main">
              <a:ext uri="{FF2B5EF4-FFF2-40B4-BE49-F238E27FC236}">
                <a16:creationId xmlns:a16="http://schemas.microsoft.com/office/drawing/2014/main" id="{26D67FA3-C1D0-4C14-9F9C-EB73ACB94FD6}"/>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A historical analysis examined Sugar Research Foundation internal documents.</a:t>
            </a:r>
          </a:p>
        </p:txBody>
      </p:sp>
      <p:sp>
        <p:nvSpPr>
          <p:cNvPr id="3" name="">
            <a:extLst xmlns:a="http://schemas.openxmlformats.org/drawingml/2006/main">
              <a:ext uri="{FF2B5EF4-FFF2-40B4-BE49-F238E27FC236}">
                <a16:creationId xmlns:a16="http://schemas.microsoft.com/office/drawing/2014/main" id="{854364A5-64BE-4292-B66E-396B0ECF5112}"/>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It described sponsorship that shaped a 1967 review’s treatment of sugar and fat evidence.</a:t>
            </a:r>
          </a:p>
        </p:txBody>
      </p:sp>
      <p:sp>
        <p:nvSpPr>
          <p:cNvPr id="4" name="">
            <a:extLst xmlns:a="http://schemas.openxmlformats.org/drawingml/2006/main">
              <a:ext uri="{FF2B5EF4-FFF2-40B4-BE49-F238E27FC236}">
                <a16:creationId xmlns:a16="http://schemas.microsoft.com/office/drawing/2014/main" id="{F599915D-9773-4E1C-A337-BAE616665A7B}"/>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Funding history gives us a reason to inspect the evidence and disclosures.</a:t>
            </a:r>
          </a:p>
        </p:txBody>
      </p:sp>
      <p:sp>
        <p:nvSpPr>
          <p:cNvPr id="5" name="">
            <a:extLst xmlns:a="http://schemas.openxmlformats.org/drawingml/2006/main">
              <a:ext uri="{FF2B5EF4-FFF2-40B4-BE49-F238E27FC236}">
                <a16:creationId xmlns:a16="http://schemas.microsoft.com/office/drawing/2014/main" id="{C542C3EE-80ED-4EAE-B2E3-9BAA0A14CA44}"/>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58E48A75-021B-417C-85A3-0AB37A1E9AF7}"/>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04</a:t>
            </a:r>
          </a:p>
        </p:txBody>
      </p:sp>
    </p:spTree>
    <p:extLst>
      <p:ext uri="{BB962C8B-B14F-4D97-AF65-F5344CB8AC3E}">
        <p14:creationId xmlns:p14="http://schemas.microsoft.com/office/powerpoint/2010/main" val="4258824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D9E2B1-6C80-450E-9DF6-BAD1B76AAEDF}"/>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measurements behind the headlines</a:t>
            </a:r>
          </a:p>
        </p:txBody>
      </p:sp>
      <p:graphicFrame>
        <p:nvGraphicFramePr>
          <p:cNvPr id="7" name=""/>
          <p:cNvGraphicFramePr/>
          <p:nvPr/>
        </p:nvGraphicFramePr>
        <p:xfrm>
          <a:off xmlns:a="http://schemas.openxmlformats.org/drawingml/2006/main" x="685800" y="1714500"/>
          <a:ext xmlns:a="http://schemas.openxmlformats.org/drawingml/2006/main" cx="10820400" cy="2857500"/>
        </p:xfrm>
        <a:graphic xmlns:a="http://schemas.openxmlformats.org/drawingml/2006/main">
          <a:graphicData uri="http://schemas.openxmlformats.org/drawingml/2006/table">
            <a:tbl>
              <a:tblPr/>
              <a:tblGrid>
                <a:gridCol w="3810000"/>
                <a:gridCol w="7010400"/>
              </a:tblGrid>
              <a:tr h="571500">
                <a:tc>
                  <a:txBody>
                    <a:bodyPr/>
                    <a:lstStyle/>
                    <a:p>
                      <a:r>
                        <a:rPr sz="1875" b="1">
                          <a:solidFill>
                            <a:srgbClr val="FFFFFF"/>
                          </a:solidFill>
                          <a:latin typeface="Noto Sans"/>
                          <a:ea typeface="Noto Sans"/>
                          <a:cs typeface="Noto Sans"/>
                        </a:rPr>
                        <a:t>Measurement</a:t>
                      </a:r>
                    </a:p>
                  </a:txBody>
                  <a:tcPr marL="142875" marR="142875" marT="114300" marB="114300">
                    <a:solidFill>
                      <a:srgbClr val="203247"/>
                    </a:solidFill>
                  </a:tcPr>
                </a:tc>
                <a:tc>
                  <a:txBody>
                    <a:bodyPr/>
                    <a:lstStyle/>
                    <a:p>
                      <a:r>
                        <a:rPr sz="1875" b="1">
                          <a:solidFill>
                            <a:srgbClr val="FFFFFF"/>
                          </a:solidFill>
                          <a:latin typeface="Noto Sans"/>
                          <a:ea typeface="Noto Sans"/>
                          <a:cs typeface="Noto Sans"/>
                        </a:rPr>
                        <a:t>What it measures</a:t>
                      </a:r>
                    </a:p>
                  </a:txBody>
                  <a:tcPr marL="142875" marR="142875" marT="114300" marB="114300">
                    <a:solidFill>
                      <a:srgbClr val="203247"/>
                    </a:solidFill>
                  </a:tcPr>
                </a:tc>
              </a:tr>
              <a:tr h="571500">
                <a:tc>
                  <a:txBody>
                    <a:bodyPr/>
                    <a:lstStyle/>
                    <a:p>
                      <a:r>
                        <a:rPr sz="1875">
                          <a:solidFill>
                            <a:srgbClr val="203247"/>
                          </a:solidFill>
                          <a:latin typeface="Noto Sans"/>
                          <a:ea typeface="Noto Sans"/>
                          <a:cs typeface="Noto Sans"/>
                        </a:rPr>
                        <a:t>Total cholesterol</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Cholesterol across circulating fractions</a:t>
                      </a:r>
                    </a:p>
                  </a:txBody>
                  <a:tcPr marL="142875" marR="142875" marT="114300" marB="114300">
                    <a:solidFill>
                      <a:srgbClr val="FFFFFF"/>
                    </a:solidFill>
                  </a:tcPr>
                </a:tc>
              </a:tr>
              <a:tr h="571500">
                <a:tc>
                  <a:txBody>
                    <a:bodyPr/>
                    <a:lstStyle/>
                    <a:p>
                      <a:r>
                        <a:rPr sz="1875">
                          <a:solidFill>
                            <a:srgbClr val="203247"/>
                          </a:solidFill>
                          <a:latin typeface="Noto Sans"/>
                          <a:ea typeface="Noto Sans"/>
                          <a:cs typeface="Noto Sans"/>
                        </a:rPr>
                        <a:t>LDL-C / HDL-C</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Cholesterol carried in LDL / HDL</a:t>
                      </a:r>
                    </a:p>
                  </a:txBody>
                  <a:tcPr marL="142875" marR="142875" marT="114300" marB="114300">
                    <a:solidFill>
                      <a:srgbClr val="FFFFFF"/>
                    </a:solidFill>
                  </a:tcPr>
                </a:tc>
              </a:tr>
              <a:tr h="571500">
                <a:tc>
                  <a:txBody>
                    <a:bodyPr/>
                    <a:lstStyle/>
                    <a:p>
                      <a:r>
                        <a:rPr sz="1875">
                          <a:solidFill>
                            <a:srgbClr val="203247"/>
                          </a:solidFill>
                          <a:latin typeface="Noto Sans"/>
                          <a:ea typeface="Noto Sans"/>
                          <a:cs typeface="Noto Sans"/>
                        </a:rPr>
                        <a:t>Added sugar</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Dietary sugar added during preparation</a:t>
                      </a:r>
                    </a:p>
                  </a:txBody>
                  <a:tcPr marL="142875" marR="142875" marT="114300" marB="114300">
                    <a:solidFill>
                      <a:srgbClr val="FFFFFF"/>
                    </a:solidFill>
                  </a:tcPr>
                </a:tc>
              </a:tr>
              <a:tr h="571500">
                <a:tc>
                  <a:txBody>
                    <a:bodyPr/>
                    <a:lstStyle/>
                    <a:p>
                      <a:r>
                        <a:rPr sz="1875">
                          <a:solidFill>
                            <a:srgbClr val="203247"/>
                          </a:solidFill>
                          <a:latin typeface="Noto Sans"/>
                          <a:ea typeface="Noto Sans"/>
                          <a:cs typeface="Noto Sans"/>
                        </a:rPr>
                        <a:t>Blood glucose / HbA1c</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Measures related to blood glucose</a:t>
                      </a:r>
                    </a:p>
                  </a:txBody>
                  <a:tcPr marL="142875" marR="142875" marT="1143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B70C5C2-B0AA-452E-8EA7-F92189F70FB7}"/>
              </a:ext>
            </a:extLst>
          </p:cNvPr>
          <p:cNvSpPr>
            <a:spLocks xmlns:a="http://schemas.openxmlformats.org/drawingml/2006/main" noGrp="1"/>
          </p:cNvSpPr>
          <p:nvPr/>
        </p:nvSpPr>
        <p:spPr>
          <a:xfrm xmlns:a="http://schemas.openxmlformats.org/drawingml/2006/main">
            <a:off x="685800" y="5143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87E8B"/>
                </a:solidFill>
                <a:latin typeface="Noto Sans"/>
                <a:ea typeface="Noto Sans"/>
                <a:cs typeface="Noto Sans"/>
              </a:defRPr>
            </a:pPr>
            <a:r>
              <a:rPr sz="2025" b="1">
                <a:solidFill>
                  <a:srgbClr val="087E8B"/>
                </a:solidFill>
                <a:latin typeface="Noto Sans"/>
                <a:ea typeface="Noto Sans"/>
                <a:cs typeface="Noto Sans"/>
              </a:rPr>
              <a:t>Non-HDL-C = total cholesterol − HDL-C</a:t>
            </a:r>
          </a:p>
        </p:txBody>
      </p:sp>
      <p:sp>
        <p:nvSpPr>
          <p:cNvPr id="4" name="">
            <a:extLst xmlns:a="http://schemas.openxmlformats.org/drawingml/2006/main">
              <a:ext uri="{FF2B5EF4-FFF2-40B4-BE49-F238E27FC236}">
                <a16:creationId xmlns:a16="http://schemas.microsoft.com/office/drawing/2014/main" id="{CBA43C73-EAFF-479F-98B0-6D5667B77CC9}"/>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5" name="">
            <a:extLst xmlns:a="http://schemas.openxmlformats.org/drawingml/2006/main">
              <a:ext uri="{FF2B5EF4-FFF2-40B4-BE49-F238E27FC236}">
                <a16:creationId xmlns:a16="http://schemas.microsoft.com/office/drawing/2014/main" id="{8B805097-D4CE-4EFD-93B1-55152809B257}"/>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05</a:t>
            </a:r>
          </a:p>
        </p:txBody>
      </p:sp>
    </p:spTree>
    <p:extLst>
      <p:ext uri="{BB962C8B-B14F-4D97-AF65-F5344CB8AC3E}">
        <p14:creationId xmlns:p14="http://schemas.microsoft.com/office/powerpoint/2010/main" val="21057079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9764A0-D0AE-423C-92F4-5BD7AC20B288}"/>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Three studies, three distinct comparisons</a:t>
            </a:r>
          </a:p>
        </p:txBody>
      </p:sp>
      <p:graphicFrame>
        <p:nvGraphicFramePr>
          <p:cNvPr id="7" name=""/>
          <p:cNvGraphicFramePr/>
          <p:nvPr/>
        </p:nvGraphicFramePr>
        <p:xfrm>
          <a:off xmlns:a="http://schemas.openxmlformats.org/drawingml/2006/main" x="685800" y="1714500"/>
          <a:ext xmlns:a="http://schemas.openxmlformats.org/drawingml/2006/main" cx="10820400" cy="2857500"/>
        </p:xfrm>
        <a:graphic xmlns:a="http://schemas.openxmlformats.org/drawingml/2006/main">
          <a:graphicData uri="http://schemas.openxmlformats.org/drawingml/2006/table">
            <a:tbl>
              <a:tblPr/>
              <a:tblGrid>
                <a:gridCol w="3048000"/>
                <a:gridCol w="3905250"/>
                <a:gridCol w="3867150"/>
              </a:tblGrid>
              <a:tr h="714375">
                <a:tc>
                  <a:txBody>
                    <a:bodyPr/>
                    <a:lstStyle/>
                    <a:p>
                      <a:r>
                        <a:rPr sz="1875" b="1">
                          <a:solidFill>
                            <a:srgbClr val="FFFFFF"/>
                          </a:solidFill>
                          <a:latin typeface="Noto Sans"/>
                          <a:ea typeface="Noto Sans"/>
                          <a:cs typeface="Noto Sans"/>
                        </a:rPr>
                        <a:t>Study / design</a:t>
                      </a:r>
                    </a:p>
                  </a:txBody>
                  <a:tcPr marL="142875" marR="142875" marT="114300" marB="114300">
                    <a:solidFill>
                      <a:srgbClr val="203247"/>
                    </a:solidFill>
                  </a:tcPr>
                </a:tc>
                <a:tc>
                  <a:txBody>
                    <a:bodyPr/>
                    <a:lstStyle/>
                    <a:p>
                      <a:r>
                        <a:rPr sz="1875" b="1">
                          <a:solidFill>
                            <a:srgbClr val="FFFFFF"/>
                          </a:solidFill>
                          <a:latin typeface="Noto Sans"/>
                          <a:ea typeface="Noto Sans"/>
                          <a:cs typeface="Noto Sans"/>
                        </a:rPr>
                        <a:t>Comparison</a:t>
                      </a:r>
                    </a:p>
                  </a:txBody>
                  <a:tcPr marL="142875" marR="142875" marT="114300" marB="114300">
                    <a:solidFill>
                      <a:srgbClr val="203247"/>
                    </a:solidFill>
                  </a:tcPr>
                </a:tc>
                <a:tc>
                  <a:txBody>
                    <a:bodyPr/>
                    <a:lstStyle/>
                    <a:p>
                      <a:r>
                        <a:rPr sz="1875" b="1">
                          <a:solidFill>
                            <a:srgbClr val="FFFFFF"/>
                          </a:solidFill>
                          <a:latin typeface="Noto Sans"/>
                          <a:ea typeface="Noto Sans"/>
                          <a:cs typeface="Noto Sans"/>
                        </a:rPr>
                        <a:t>Outcome</a:t>
                      </a:r>
                    </a:p>
                  </a:txBody>
                  <a:tcPr marL="142875" marR="142875" marT="114300" marB="114300">
                    <a:solidFill>
                      <a:srgbClr val="203247"/>
                    </a:solidFill>
                  </a:tcPr>
                </a:tc>
              </a:tr>
              <a:tr h="714375">
                <a:tc>
                  <a:txBody>
                    <a:bodyPr/>
                    <a:lstStyle/>
                    <a:p>
                      <a:r>
                        <a:rPr sz="1875">
                          <a:solidFill>
                            <a:srgbClr val="203247"/>
                          </a:solidFill>
                          <a:latin typeface="Noto Sans"/>
                          <a:ea typeface="Noto Sans"/>
                          <a:cs typeface="Noto Sans"/>
                        </a:rPr>
                        <a:t>HPS / randomized</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Simvastatin vs placebo</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Major vascular event</a:t>
                      </a:r>
                    </a:p>
                  </a:txBody>
                  <a:tcPr marL="142875" marR="142875" marT="114300" marB="114300">
                    <a:solidFill>
                      <a:srgbClr val="FFFFFF"/>
                    </a:solidFill>
                  </a:tcPr>
                </a:tc>
              </a:tr>
              <a:tr h="714375">
                <a:tc>
                  <a:txBody>
                    <a:bodyPr/>
                    <a:lstStyle/>
                    <a:p>
                      <a:r>
                        <a:rPr sz="1875">
                          <a:solidFill>
                            <a:srgbClr val="203247"/>
                          </a:solidFill>
                          <a:latin typeface="Noto Sans"/>
                          <a:ea typeface="Noto Sans"/>
                          <a:cs typeface="Noto Sans"/>
                        </a:rPr>
                        <a:t>AIM-HIGH / randomized</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Niacin vs placebo, both on statin</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Primary cardiovascular composite</a:t>
                      </a:r>
                    </a:p>
                  </a:txBody>
                  <a:tcPr marL="142875" marR="142875" marT="114300" marB="114300">
                    <a:solidFill>
                      <a:srgbClr val="FFFFFF"/>
                    </a:solidFill>
                  </a:tcPr>
                </a:tc>
              </a:tr>
              <a:tr h="714375">
                <a:tc>
                  <a:txBody>
                    <a:bodyPr/>
                    <a:lstStyle/>
                    <a:p>
                      <a:r>
                        <a:rPr sz="1875">
                          <a:solidFill>
                            <a:srgbClr val="203247"/>
                          </a:solidFill>
                          <a:latin typeface="Noto Sans"/>
                          <a:ea typeface="Noto Sans"/>
                          <a:cs typeface="Noto Sans"/>
                        </a:rPr>
                        <a:t>NHANES / linked cohort</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Added-sugar quintiles</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Cardiovascular mortality</a:t>
                      </a:r>
                    </a:p>
                  </a:txBody>
                  <a:tcPr marL="142875" marR="142875" marT="1143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C8940A9-BA6A-4CA3-AA36-091747033C92}"/>
              </a:ext>
            </a:extLst>
          </p:cNvPr>
          <p:cNvSpPr>
            <a:spLocks xmlns:a="http://schemas.openxmlformats.org/drawingml/2006/main" noGrp="1"/>
          </p:cNvSpPr>
          <p:nvPr/>
        </p:nvSpPr>
        <p:spPr>
          <a:xfrm xmlns:a="http://schemas.openxmlformats.org/drawingml/2006/main">
            <a:off x="685800" y="5143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087E8B"/>
                </a:solidFill>
                <a:latin typeface="Noto Sans"/>
                <a:ea typeface="Noto Sans"/>
                <a:cs typeface="Noto Sans"/>
              </a:defRPr>
            </a:pPr>
            <a:r>
              <a:rPr sz="2025" b="1">
                <a:solidFill>
                  <a:srgbClr val="087E8B"/>
                </a:solidFill>
                <a:latin typeface="Noto Sans"/>
                <a:ea typeface="Noto Sans"/>
                <a:cs typeface="Noto Sans"/>
              </a:rPr>
              <a:t>Each finding keeps its population, endpoint, and time frame.</a:t>
            </a:r>
          </a:p>
        </p:txBody>
      </p:sp>
      <p:sp>
        <p:nvSpPr>
          <p:cNvPr id="4" name="">
            <a:extLst xmlns:a="http://schemas.openxmlformats.org/drawingml/2006/main">
              <a:ext uri="{FF2B5EF4-FFF2-40B4-BE49-F238E27FC236}">
                <a16:creationId xmlns:a16="http://schemas.microsoft.com/office/drawing/2014/main" id="{3AA2FB28-6599-4532-A533-7C5A8154989D}"/>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5" name="">
            <a:extLst xmlns:a="http://schemas.openxmlformats.org/drawingml/2006/main">
              <a:ext uri="{FF2B5EF4-FFF2-40B4-BE49-F238E27FC236}">
                <a16:creationId xmlns:a16="http://schemas.microsoft.com/office/drawing/2014/main" id="{C158713F-5F02-4CCB-BB93-9021DF4D3690}"/>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06</a:t>
            </a:r>
          </a:p>
        </p:txBody>
      </p:sp>
    </p:spTree>
    <p:extLst>
      <p:ext uri="{BB962C8B-B14F-4D97-AF65-F5344CB8AC3E}">
        <p14:creationId xmlns:p14="http://schemas.microsoft.com/office/powerpoint/2010/main" val="7154779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15ACD9-2C68-40BF-BB33-C40954CF1DA0}"/>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source audit</a:t>
            </a:r>
          </a:p>
        </p:txBody>
      </p:sp>
      <p:sp>
        <p:nvSpPr>
          <p:cNvPr id="2" name="">
            <a:extLst xmlns:a="http://schemas.openxmlformats.org/drawingml/2006/main">
              <a:ext uri="{FF2B5EF4-FFF2-40B4-BE49-F238E27FC236}">
                <a16:creationId xmlns:a16="http://schemas.microsoft.com/office/drawing/2014/main" id="{A3433BF3-C5C2-46DC-99E6-807198D5B709}"/>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Rows represent published group summaries or model estimates.</a:t>
            </a:r>
          </a:p>
        </p:txBody>
      </p:sp>
      <p:sp>
        <p:nvSpPr>
          <p:cNvPr id="3" name="">
            <a:extLst xmlns:a="http://schemas.openxmlformats.org/drawingml/2006/main">
              <a:ext uri="{FF2B5EF4-FFF2-40B4-BE49-F238E27FC236}">
                <a16:creationId xmlns:a16="http://schemas.microsoft.com/office/drawing/2014/main" id="{CE16DE0E-2D87-40FA-8E67-ED0F0909296F}"/>
              </a:ext>
            </a:extLst>
          </p:cNvPr>
          <p:cNvSpPr>
            <a:spLocks xmlns:a="http://schemas.openxmlformats.org/drawingml/2006/main" noGrp="1"/>
          </p:cNvSpPr>
          <p:nvPr/>
        </p:nvSpPr>
        <p:spPr>
          <a:xfrm xmlns:a="http://schemas.openxmlformats.org/drawingml/2006/main">
            <a:off x="685800" y="2743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Check unique keys, positive denominators, events ≤ participants, and ordered interval bounds.</a:t>
            </a:r>
          </a:p>
        </p:txBody>
      </p:sp>
      <p:sp>
        <p:nvSpPr>
          <p:cNvPr id="4" name="">
            <a:extLst xmlns:a="http://schemas.openxmlformats.org/drawingml/2006/main">
              <a:ext uri="{FF2B5EF4-FFF2-40B4-BE49-F238E27FC236}">
                <a16:creationId xmlns:a16="http://schemas.microsoft.com/office/drawing/2014/main" id="{782F275D-55B6-4615-9735-45B0AFE3EDEC}"/>
              </a:ext>
            </a:extLst>
          </p:cNvPr>
          <p:cNvSpPr>
            <a:spLocks xmlns:a="http://schemas.openxmlformats.org/drawingml/2006/main" noGrp="1"/>
          </p:cNvSpPr>
          <p:nvPr/>
        </p:nvSpPr>
        <p:spPr>
          <a:xfrm xmlns:a="http://schemas.openxmlformats.org/drawingml/2006/main">
            <a:off x="685800" y="3676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Keep extracted values separate from calculated values.</a:t>
            </a:r>
          </a:p>
        </p:txBody>
      </p:sp>
      <p:sp>
        <p:nvSpPr>
          <p:cNvPr id="5" name="">
            <a:extLst xmlns:a="http://schemas.openxmlformats.org/drawingml/2006/main">
              <a:ext uri="{FF2B5EF4-FFF2-40B4-BE49-F238E27FC236}">
                <a16:creationId xmlns:a16="http://schemas.microsoft.com/office/drawing/2014/main" id="{1A12C390-B87C-410B-850D-EAA4ED900FC1}"/>
              </a:ext>
            </a:extLst>
          </p:cNvPr>
          <p:cNvSpPr>
            <a:spLocks xmlns:a="http://schemas.openxmlformats.org/drawingml/2006/main" noGrp="1"/>
          </p:cNvSpPr>
          <p:nvPr/>
        </p:nvSpPr>
        <p:spPr>
          <a:xfrm xmlns:a="http://schemas.openxmlformats.org/drawingml/2006/main">
            <a:off x="685800" y="4610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Overlapping outcome components cannot be added.</a:t>
            </a:r>
          </a:p>
        </p:txBody>
      </p:sp>
      <p:sp>
        <p:nvSpPr>
          <p:cNvPr id="6" name="">
            <a:extLst xmlns:a="http://schemas.openxmlformats.org/drawingml/2006/main">
              <a:ext uri="{FF2B5EF4-FFF2-40B4-BE49-F238E27FC236}">
                <a16:creationId xmlns:a16="http://schemas.microsoft.com/office/drawing/2014/main" id="{30F62426-5249-4887-A0B4-E05A6216F94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95349CE6-7637-4C4C-B912-AE16B10440C2}"/>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07</a:t>
            </a:r>
          </a:p>
        </p:txBody>
      </p:sp>
    </p:spTree>
    <p:extLst>
      <p:ext uri="{BB962C8B-B14F-4D97-AF65-F5344CB8AC3E}">
        <p14:creationId xmlns:p14="http://schemas.microsoft.com/office/powerpoint/2010/main" val="204604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3D25FA-B31F-4C42-9287-FE0C4E7AD48B}"/>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HPS event counts</a:t>
            </a:r>
          </a:p>
        </p:txBody>
      </p:sp>
      <p:sp>
        <p:nvSpPr>
          <p:cNvPr id="2" name="">
            <a:extLst xmlns:a="http://schemas.openxmlformats.org/drawingml/2006/main">
              <a:ext uri="{FF2B5EF4-FFF2-40B4-BE49-F238E27FC236}">
                <a16:creationId xmlns:a16="http://schemas.microsoft.com/office/drawing/2014/main" id="{FB59BA72-44C7-4F1F-9042-4FF18EC58CAA}"/>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 count comparison needs the assigned-arm denominators.</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7e0dab2cdaa04f5f"/>
          </a:graphicData>
        </a:graphic>
      </p:graphicFrame>
      <p:sp>
        <p:nvSpPr>
          <p:cNvPr id="4" name="">
            <a:extLst xmlns:a="http://schemas.openxmlformats.org/drawingml/2006/main">
              <a:ext uri="{FF2B5EF4-FFF2-40B4-BE49-F238E27FC236}">
                <a16:creationId xmlns:a16="http://schemas.microsoft.com/office/drawing/2014/main" id="{D77F5108-94ED-42AB-B9CD-5149A40958BA}"/>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Denominators: 10,269 assigned simvastatin and 10,267 assigned placebo. Scheduled five-year period.</a:t>
            </a:r>
          </a:p>
        </p:txBody>
      </p:sp>
      <p:sp>
        <p:nvSpPr>
          <p:cNvPr id="5" name="">
            <a:extLst xmlns:a="http://schemas.openxmlformats.org/drawingml/2006/main">
              <a:ext uri="{FF2B5EF4-FFF2-40B4-BE49-F238E27FC236}">
                <a16:creationId xmlns:a16="http://schemas.microsoft.com/office/drawing/2014/main" id="{947220ED-9FAC-46E7-9DE6-6F34D45FF541}"/>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26E25266-43FB-40E3-A635-3E9E5C076328}"/>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08</a:t>
            </a:r>
          </a:p>
        </p:txBody>
      </p:sp>
    </p:spTree>
    <p:extLst>
      <p:ext uri="{BB962C8B-B14F-4D97-AF65-F5344CB8AC3E}">
        <p14:creationId xmlns:p14="http://schemas.microsoft.com/office/powerpoint/2010/main" val="7278236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75BB92-CDCA-4FB1-B1EC-2AA6A361745F}"/>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Binary outcomes and estimated risk</a:t>
            </a:r>
          </a:p>
        </p:txBody>
      </p:sp>
      <p:sp>
        <p:nvSpPr>
          <p:cNvPr id="2" name="">
            <a:extLst xmlns:a="http://schemas.openxmlformats.org/drawingml/2006/main">
              <a:ext uri="{FF2B5EF4-FFF2-40B4-BE49-F238E27FC236}">
                <a16:creationId xmlns:a16="http://schemas.microsoft.com/office/drawing/2014/main" id="{F205B423-7CB0-4A2E-978E-5000BB93BB06}"/>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Yᵢ ∈ {0, 1},     P(Yᵢ = 1) = p</a:t>
            </a:r>
          </a:p>
        </p:txBody>
      </p:sp>
      <p:sp>
        <p:nvSpPr>
          <p:cNvPr id="3" name="">
            <a:extLst xmlns:a="http://schemas.openxmlformats.org/drawingml/2006/main">
              <a:ext uri="{FF2B5EF4-FFF2-40B4-BE49-F238E27FC236}">
                <a16:creationId xmlns:a16="http://schemas.microsoft.com/office/drawing/2014/main" id="{BC110313-DA0D-4F32-8314-B3DE647C60EE}"/>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p̂ = (1/n) ΣYᵢ = e/n</a:t>
            </a:r>
          </a:p>
        </p:txBody>
      </p:sp>
      <p:sp>
        <p:nvSpPr>
          <p:cNvPr id="4" name="">
            <a:extLst xmlns:a="http://schemas.openxmlformats.org/drawingml/2006/main">
              <a:ext uri="{FF2B5EF4-FFF2-40B4-BE49-F238E27FC236}">
                <a16:creationId xmlns:a16="http://schemas.microsoft.com/office/drawing/2014/main" id="{547AC680-E4B9-47C2-9942-82FA27CD13F7}"/>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E(p̂) = (1/n) ΣE(Yᵢ) = p</a:t>
            </a:r>
          </a:p>
        </p:txBody>
      </p:sp>
      <p:sp>
        <p:nvSpPr>
          <p:cNvPr id="5" name="">
            <a:extLst xmlns:a="http://schemas.openxmlformats.org/drawingml/2006/main">
              <a:ext uri="{FF2B5EF4-FFF2-40B4-BE49-F238E27FC236}">
                <a16:creationId xmlns:a16="http://schemas.microsoft.com/office/drawing/2014/main" id="{D1AFA8C8-6C3B-447D-ACB2-B71B977852B9}"/>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One participant, one indicator for the defined endpoint.</a:t>
            </a:r>
          </a:p>
        </p:txBody>
      </p:sp>
      <p:sp>
        <p:nvSpPr>
          <p:cNvPr id="6" name="">
            <a:extLst xmlns:a="http://schemas.openxmlformats.org/drawingml/2006/main">
              <a:ext uri="{FF2B5EF4-FFF2-40B4-BE49-F238E27FC236}">
                <a16:creationId xmlns:a16="http://schemas.microsoft.com/office/drawing/2014/main" id="{5A757AB7-4A86-4E8F-9E21-5D8AE700B867}"/>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26870817-5EFA-40DB-9CB3-AA1EADB07460}"/>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09</a:t>
            </a:r>
          </a:p>
        </p:txBody>
      </p:sp>
    </p:spTree>
    <p:extLst>
      <p:ext uri="{BB962C8B-B14F-4D97-AF65-F5344CB8AC3E}">
        <p14:creationId xmlns:p14="http://schemas.microsoft.com/office/powerpoint/2010/main" val="1511673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AADC82-5248-417B-AD8F-7952EE8D6F50}"/>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Variance of the estimated risk</a:t>
            </a:r>
          </a:p>
        </p:txBody>
      </p:sp>
      <p:sp>
        <p:nvSpPr>
          <p:cNvPr id="2" name="">
            <a:extLst xmlns:a="http://schemas.openxmlformats.org/drawingml/2006/main">
              <a:ext uri="{FF2B5EF4-FFF2-40B4-BE49-F238E27FC236}">
                <a16:creationId xmlns:a16="http://schemas.microsoft.com/office/drawing/2014/main" id="{BEA16EA2-9521-40ED-84DC-DCFC1AB90408}"/>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Var(Yᵢ) = E(Yᵢ²) − [E(Yᵢ)]² = p(1 − p)</a:t>
            </a:r>
          </a:p>
        </p:txBody>
      </p:sp>
      <p:sp>
        <p:nvSpPr>
          <p:cNvPr id="3" name="">
            <a:extLst xmlns:a="http://schemas.openxmlformats.org/drawingml/2006/main">
              <a:ext uri="{FF2B5EF4-FFF2-40B4-BE49-F238E27FC236}">
                <a16:creationId xmlns:a16="http://schemas.microsoft.com/office/drawing/2014/main" id="{CFB00E85-71E7-44AB-8C71-BBA60E70AA80}"/>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Var(p̂) = (1/n²) ΣVar(Yᵢ)</a:t>
            </a:r>
          </a:p>
        </p:txBody>
      </p:sp>
      <p:sp>
        <p:nvSpPr>
          <p:cNvPr id="4" name="">
            <a:extLst xmlns:a="http://schemas.openxmlformats.org/drawingml/2006/main">
              <a:ext uri="{FF2B5EF4-FFF2-40B4-BE49-F238E27FC236}">
                <a16:creationId xmlns:a16="http://schemas.microsoft.com/office/drawing/2014/main" id="{9E26CEA9-58FC-431E-90F9-79A0E2735FE9}"/>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Var(p̂) = p(1 − p)/n</a:t>
            </a:r>
          </a:p>
        </p:txBody>
      </p:sp>
      <p:sp>
        <p:nvSpPr>
          <p:cNvPr id="5" name="">
            <a:extLst xmlns:a="http://schemas.openxmlformats.org/drawingml/2006/main">
              <a:ext uri="{FF2B5EF4-FFF2-40B4-BE49-F238E27FC236}">
                <a16:creationId xmlns:a16="http://schemas.microsoft.com/office/drawing/2014/main" id="{B6CA01AF-6192-4913-A7AA-D7CD292F0B27}"/>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Independence removes the cross-person covariance terms.</a:t>
            </a:r>
          </a:p>
        </p:txBody>
      </p:sp>
      <p:sp>
        <p:nvSpPr>
          <p:cNvPr id="6" name="">
            <a:extLst xmlns:a="http://schemas.openxmlformats.org/drawingml/2006/main">
              <a:ext uri="{FF2B5EF4-FFF2-40B4-BE49-F238E27FC236}">
                <a16:creationId xmlns:a16="http://schemas.microsoft.com/office/drawing/2014/main" id="{C1CD8124-12B2-4652-A2F6-68D7F71EDE1A}"/>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B2E51C2C-F59A-4163-BC1A-DA167BFA4D29}"/>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10</a:t>
            </a:r>
          </a:p>
        </p:txBody>
      </p:sp>
    </p:spTree>
    <p:extLst>
      <p:ext uri="{BB962C8B-B14F-4D97-AF65-F5344CB8AC3E}">
        <p14:creationId xmlns:p14="http://schemas.microsoft.com/office/powerpoint/2010/main" val="7735662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DFAC26-F6DA-4B03-A420-A93F32ADC6CE}"/>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Absolute and relative treatment effects</a:t>
            </a:r>
          </a:p>
        </p:txBody>
      </p:sp>
      <p:sp>
        <p:nvSpPr>
          <p:cNvPr id="2" name="">
            <a:extLst xmlns:a="http://schemas.openxmlformats.org/drawingml/2006/main">
              <a:ext uri="{FF2B5EF4-FFF2-40B4-BE49-F238E27FC236}">
                <a16:creationId xmlns:a16="http://schemas.microsoft.com/office/drawing/2014/main" id="{FC3AF2C1-C9A9-4EF5-8C46-DB74DEC3BCA5}"/>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ARR = p̂C − p̂T</a:t>
            </a:r>
          </a:p>
        </p:txBody>
      </p:sp>
      <p:sp>
        <p:nvSpPr>
          <p:cNvPr id="3" name="">
            <a:extLst xmlns:a="http://schemas.openxmlformats.org/drawingml/2006/main">
              <a:ext uri="{FF2B5EF4-FFF2-40B4-BE49-F238E27FC236}">
                <a16:creationId xmlns:a16="http://schemas.microsoft.com/office/drawing/2014/main" id="{6514371C-8DE0-493D-9011-A88523333D32}"/>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RR = p̂T / p̂C</a:t>
            </a:r>
          </a:p>
        </p:txBody>
      </p:sp>
      <p:sp>
        <p:nvSpPr>
          <p:cNvPr id="4" name="">
            <a:extLst xmlns:a="http://schemas.openxmlformats.org/drawingml/2006/main">
              <a:ext uri="{FF2B5EF4-FFF2-40B4-BE49-F238E27FC236}">
                <a16:creationId xmlns:a16="http://schemas.microsoft.com/office/drawing/2014/main" id="{AB37A8C3-F741-4969-9489-AB0108543EBE}"/>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RRR = 1 − RR</a:t>
            </a:r>
          </a:p>
        </p:txBody>
      </p:sp>
      <p:sp>
        <p:nvSpPr>
          <p:cNvPr id="5" name="">
            <a:extLst xmlns:a="http://schemas.openxmlformats.org/drawingml/2006/main">
              <a:ext uri="{FF2B5EF4-FFF2-40B4-BE49-F238E27FC236}">
                <a16:creationId xmlns:a16="http://schemas.microsoft.com/office/drawing/2014/main" id="{E3E1E82F-C25C-42AE-869C-88277B99B6A3}"/>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ARR uses probability units. RR and RRR are relative quantities.</a:t>
            </a:r>
          </a:p>
        </p:txBody>
      </p:sp>
      <p:sp>
        <p:nvSpPr>
          <p:cNvPr id="6" name="">
            <a:extLst xmlns:a="http://schemas.openxmlformats.org/drawingml/2006/main">
              <a:ext uri="{FF2B5EF4-FFF2-40B4-BE49-F238E27FC236}">
                <a16:creationId xmlns:a16="http://schemas.microsoft.com/office/drawing/2014/main" id="{7914FD11-8C97-4EE8-BA64-19460B9BB726}"/>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11910E93-E2FA-4691-B29F-3C1BF7F04049}"/>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11</a:t>
            </a:r>
          </a:p>
        </p:txBody>
      </p:sp>
    </p:spTree>
    <p:extLst>
      <p:ext uri="{BB962C8B-B14F-4D97-AF65-F5344CB8AC3E}">
        <p14:creationId xmlns:p14="http://schemas.microsoft.com/office/powerpoint/2010/main" val="14033251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8D7763-9837-466E-B2D4-B361692B17C6}"/>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HPS hand calculation</a:t>
            </a:r>
          </a:p>
        </p:txBody>
      </p:sp>
      <p:sp>
        <p:nvSpPr>
          <p:cNvPr id="2" name="">
            <a:extLst xmlns:a="http://schemas.openxmlformats.org/drawingml/2006/main">
              <a:ext uri="{FF2B5EF4-FFF2-40B4-BE49-F238E27FC236}">
                <a16:creationId xmlns:a16="http://schemas.microsoft.com/office/drawing/2014/main" id="{47E4AD2C-19C0-493F-8E35-EA57D187CD20}"/>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p̂T = 2,033 / 10,269 = 0.19797</a:t>
            </a:r>
          </a:p>
        </p:txBody>
      </p:sp>
      <p:sp>
        <p:nvSpPr>
          <p:cNvPr id="3" name="">
            <a:extLst xmlns:a="http://schemas.openxmlformats.org/drawingml/2006/main">
              <a:ext uri="{FF2B5EF4-FFF2-40B4-BE49-F238E27FC236}">
                <a16:creationId xmlns:a16="http://schemas.microsoft.com/office/drawing/2014/main" id="{B3F89029-B58D-4270-A9D5-A4F7CA1BFBD4}"/>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p̂C = 2,585 / 10,267 = 0.25178</a:t>
            </a:r>
          </a:p>
        </p:txBody>
      </p:sp>
      <p:sp>
        <p:nvSpPr>
          <p:cNvPr id="4" name="">
            <a:extLst xmlns:a="http://schemas.openxmlformats.org/drawingml/2006/main">
              <a:ext uri="{FF2B5EF4-FFF2-40B4-BE49-F238E27FC236}">
                <a16:creationId xmlns:a16="http://schemas.microsoft.com/office/drawing/2014/main" id="{32829A4B-10DE-4A98-AB50-DD066209ED5B}"/>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ARR = 0.05380     RR = 0.78631</a:t>
            </a:r>
          </a:p>
        </p:txBody>
      </p:sp>
      <p:sp>
        <p:nvSpPr>
          <p:cNvPr id="5" name="">
            <a:extLst xmlns:a="http://schemas.openxmlformats.org/drawingml/2006/main">
              <a:ext uri="{FF2B5EF4-FFF2-40B4-BE49-F238E27FC236}">
                <a16:creationId xmlns:a16="http://schemas.microsoft.com/office/drawing/2014/main" id="{26EE742B-0709-4BE9-9048-61515E3184A5}"/>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5.38 percentage points lower risk, or 21.4% count-based relative reduction.</a:t>
            </a:r>
          </a:p>
        </p:txBody>
      </p:sp>
      <p:sp>
        <p:nvSpPr>
          <p:cNvPr id="6" name="">
            <a:extLst xmlns:a="http://schemas.openxmlformats.org/drawingml/2006/main">
              <a:ext uri="{FF2B5EF4-FFF2-40B4-BE49-F238E27FC236}">
                <a16:creationId xmlns:a16="http://schemas.microsoft.com/office/drawing/2014/main" id="{981AE094-ADBD-4F36-8ACA-C8E4CD29A75D}"/>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A59BBB69-4C3E-4E6F-AEFA-B08643C04569}"/>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12</a:t>
            </a:r>
          </a:p>
        </p:txBody>
      </p:sp>
    </p:spTree>
    <p:extLst>
      <p:ext uri="{BB962C8B-B14F-4D97-AF65-F5344CB8AC3E}">
        <p14:creationId xmlns:p14="http://schemas.microsoft.com/office/powerpoint/2010/main" val="15424409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94C252-2531-48F5-96CA-D2E251D0E489}"/>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Incomplete exhibit: a restricted bar axis</a:t>
            </a:r>
          </a:p>
        </p:txBody>
      </p:sp>
      <p:sp>
        <p:nvSpPr>
          <p:cNvPr id="2" name="">
            <a:extLst xmlns:a="http://schemas.openxmlformats.org/drawingml/2006/main">
              <a:ext uri="{FF2B5EF4-FFF2-40B4-BE49-F238E27FC236}">
                <a16:creationId xmlns:a16="http://schemas.microsoft.com/office/drawing/2014/main" id="{4480AA9F-FF7A-4E1E-975D-72A7B905DEE5}"/>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Intentional chart clinic. The axis begins at 19%.</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e8cbfa97f3e9496e"/>
          </a:graphicData>
        </a:graphic>
      </p:graphicFrame>
      <p:sp>
        <p:nvSpPr>
          <p:cNvPr id="4" name="">
            <a:extLst xmlns:a="http://schemas.openxmlformats.org/drawingml/2006/main">
              <a:ext uri="{FF2B5EF4-FFF2-40B4-BE49-F238E27FC236}">
                <a16:creationId xmlns:a16="http://schemas.microsoft.com/office/drawing/2014/main" id="{1444330D-DB65-4DA8-B14A-C17934E087C9}"/>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Intentional chart-clinic exhibit. The vertical axis begins at 19%, which changes visible bar-height ratios.</a:t>
            </a:r>
          </a:p>
        </p:txBody>
      </p:sp>
      <p:sp>
        <p:nvSpPr>
          <p:cNvPr id="5" name="">
            <a:extLst xmlns:a="http://schemas.openxmlformats.org/drawingml/2006/main">
              <a:ext uri="{FF2B5EF4-FFF2-40B4-BE49-F238E27FC236}">
                <a16:creationId xmlns:a16="http://schemas.microsoft.com/office/drawing/2014/main" id="{A74DBA09-CF98-4168-AD98-546F99F37EC5}"/>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4869AC39-2E4D-403B-9293-4CF69AEFDE9A}"/>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13</a:t>
            </a:r>
          </a:p>
        </p:txBody>
      </p:sp>
    </p:spTree>
    <p:extLst>
      <p:ext uri="{BB962C8B-B14F-4D97-AF65-F5344CB8AC3E}">
        <p14:creationId xmlns:p14="http://schemas.microsoft.com/office/powerpoint/2010/main" val="10461135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0FB936-A1D8-44E5-84F7-C83EA4987A1B}"/>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mathematics of axis distortion</a:t>
            </a:r>
          </a:p>
        </p:txBody>
      </p:sp>
      <p:sp>
        <p:nvSpPr>
          <p:cNvPr id="2" name="">
            <a:extLst xmlns:a="http://schemas.openxmlformats.org/drawingml/2006/main">
              <a:ext uri="{FF2B5EF4-FFF2-40B4-BE49-F238E27FC236}">
                <a16:creationId xmlns:a16="http://schemas.microsoft.com/office/drawing/2014/main" id="{7F8A70D4-3C4C-4360-8973-8CED73E507DE}"/>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Visible height ratio = (pC − b)/(pT − b)</a:t>
            </a:r>
          </a:p>
        </p:txBody>
      </p:sp>
      <p:sp>
        <p:nvSpPr>
          <p:cNvPr id="3" name="">
            <a:extLst xmlns:a="http://schemas.openxmlformats.org/drawingml/2006/main">
              <a:ext uri="{FF2B5EF4-FFF2-40B4-BE49-F238E27FC236}">
                <a16:creationId xmlns:a16="http://schemas.microsoft.com/office/drawing/2014/main" id="{761432AD-1F4B-44C4-8B97-398C057C0D25}"/>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b = 19%:     6.1778 / 0.7974 ≈ 7.75</a:t>
            </a:r>
          </a:p>
        </p:txBody>
      </p:sp>
      <p:sp>
        <p:nvSpPr>
          <p:cNvPr id="4" name="">
            <a:extLst xmlns:a="http://schemas.openxmlformats.org/drawingml/2006/main">
              <a:ext uri="{FF2B5EF4-FFF2-40B4-BE49-F238E27FC236}">
                <a16:creationId xmlns:a16="http://schemas.microsoft.com/office/drawing/2014/main" id="{71C774C1-682F-40DC-96A6-86871139E7C6}"/>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Actual risk ratio C/T = 25.1778 / 19.7974 ≈ 1.27</a:t>
            </a:r>
          </a:p>
        </p:txBody>
      </p:sp>
      <p:sp>
        <p:nvSpPr>
          <p:cNvPr id="5" name="">
            <a:extLst xmlns:a="http://schemas.openxmlformats.org/drawingml/2006/main">
              <a:ext uri="{FF2B5EF4-FFF2-40B4-BE49-F238E27FC236}">
                <a16:creationId xmlns:a16="http://schemas.microsoft.com/office/drawing/2014/main" id="{B6471F47-3AC3-467A-A994-6EDC684FEBB4}"/>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Subtracting a baseline changes bar-length ratios.</a:t>
            </a:r>
          </a:p>
        </p:txBody>
      </p:sp>
      <p:sp>
        <p:nvSpPr>
          <p:cNvPr id="6" name="">
            <a:extLst xmlns:a="http://schemas.openxmlformats.org/drawingml/2006/main">
              <a:ext uri="{FF2B5EF4-FFF2-40B4-BE49-F238E27FC236}">
                <a16:creationId xmlns:a16="http://schemas.microsoft.com/office/drawing/2014/main" id="{AEFC89BF-1901-49C3-B8AE-369F3060CE7B}"/>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B4F881CE-5AFD-4119-8220-883F62BB2DA8}"/>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14</a:t>
            </a:r>
          </a:p>
        </p:txBody>
      </p:sp>
    </p:spTree>
    <p:extLst>
      <p:ext uri="{BB962C8B-B14F-4D97-AF65-F5344CB8AC3E}">
        <p14:creationId xmlns:p14="http://schemas.microsoft.com/office/powerpoint/2010/main" val="46338343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D0DCD8-7D03-4B8E-9FA4-B908125BE04C}"/>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repaired HPS risk comparison</a:t>
            </a:r>
          </a:p>
        </p:txBody>
      </p:sp>
      <p:sp>
        <p:nvSpPr>
          <p:cNvPr id="2" name="">
            <a:extLst xmlns:a="http://schemas.openxmlformats.org/drawingml/2006/main">
              <a:ext uri="{FF2B5EF4-FFF2-40B4-BE49-F238E27FC236}">
                <a16:creationId xmlns:a16="http://schemas.microsoft.com/office/drawing/2014/main" id="{7E2CFEF8-E55A-461A-B7ED-70E6379515F7}"/>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 common zero baseline preserves magnitude by bar length.</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bc288dff2f1e4338"/>
          </a:graphicData>
        </a:graphic>
      </p:graphicFrame>
      <p:sp>
        <p:nvSpPr>
          <p:cNvPr id="4" name="">
            <a:extLst xmlns:a="http://schemas.openxmlformats.org/drawingml/2006/main">
              <a:ext uri="{FF2B5EF4-FFF2-40B4-BE49-F238E27FC236}">
                <a16:creationId xmlns:a16="http://schemas.microsoft.com/office/drawing/2014/main" id="{A60067A7-6908-45FC-9815-3A4EDAB090C7}"/>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Calculated from the original assigned-arm counts. Count-based ARR = 5.38 percentage points.</a:t>
            </a:r>
          </a:p>
        </p:txBody>
      </p:sp>
      <p:sp>
        <p:nvSpPr>
          <p:cNvPr id="5" name="">
            <a:extLst xmlns:a="http://schemas.openxmlformats.org/drawingml/2006/main">
              <a:ext uri="{FF2B5EF4-FFF2-40B4-BE49-F238E27FC236}">
                <a16:creationId xmlns:a16="http://schemas.microsoft.com/office/drawing/2014/main" id="{36601341-4B25-432A-94C1-543186091000}"/>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529A5881-B1F5-4F24-95B9-3E64C1FE60E3}"/>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15</a:t>
            </a:r>
          </a:p>
        </p:txBody>
      </p:sp>
    </p:spTree>
    <p:extLst>
      <p:ext uri="{BB962C8B-B14F-4D97-AF65-F5344CB8AC3E}">
        <p14:creationId xmlns:p14="http://schemas.microsoft.com/office/powerpoint/2010/main" val="1455606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BEBFD4-1416-4DF9-8F0F-5451E60F8974}"/>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Event and event-free framing</a:t>
            </a:r>
          </a:p>
        </p:txBody>
      </p:sp>
      <p:sp>
        <p:nvSpPr>
          <p:cNvPr id="2" name="">
            <a:extLst xmlns:a="http://schemas.openxmlformats.org/drawingml/2006/main">
              <a:ext uri="{FF2B5EF4-FFF2-40B4-BE49-F238E27FC236}">
                <a16:creationId xmlns:a16="http://schemas.microsoft.com/office/drawing/2014/main" id="{201A8B74-5E3A-465D-A457-AF47EF02B56D}"/>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Complementary proportions describe the same endpoint.</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75e5b4ad49fd44cd"/>
          </a:graphicData>
        </a:graphic>
      </p:graphicFrame>
      <p:sp>
        <p:nvSpPr>
          <p:cNvPr id="4" name="">
            <a:extLst xmlns:a="http://schemas.openxmlformats.org/drawingml/2006/main">
              <a:ext uri="{FF2B5EF4-FFF2-40B4-BE49-F238E27FC236}">
                <a16:creationId xmlns:a16="http://schemas.microsoft.com/office/drawing/2014/main" id="{B6FF275F-4CD5-4AC7-A3BC-CBA03453DC59}"/>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Event-free means free of this composite endpoint during the trial period. It does not mean perfect health.</a:t>
            </a:r>
          </a:p>
        </p:txBody>
      </p:sp>
      <p:sp>
        <p:nvSpPr>
          <p:cNvPr id="5" name="">
            <a:extLst xmlns:a="http://schemas.openxmlformats.org/drawingml/2006/main">
              <a:ext uri="{FF2B5EF4-FFF2-40B4-BE49-F238E27FC236}">
                <a16:creationId xmlns:a16="http://schemas.microsoft.com/office/drawing/2014/main" id="{911C18A8-052C-4E79-BAC3-06197CF5D06B}"/>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3C21B744-72E9-4FE0-BB6D-34FB77A179F8}"/>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16</a:t>
            </a:r>
          </a:p>
        </p:txBody>
      </p:sp>
    </p:spTree>
    <p:extLst>
      <p:ext uri="{BB962C8B-B14F-4D97-AF65-F5344CB8AC3E}">
        <p14:creationId xmlns:p14="http://schemas.microsoft.com/office/powerpoint/2010/main" val="2109483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8" name="">
            <a:extLst xmlns:a="http://schemas.openxmlformats.org/drawingml/2006/main">
              <a:ext uri="{FF2B5EF4-FFF2-40B4-BE49-F238E27FC236}">
                <a16:creationId xmlns:a16="http://schemas.microsoft.com/office/drawing/2014/main" id="{5419F128-7BF7-4D4E-AE66-19584D0272FC}"/>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About 54 fewer affected people per 1,000</a:t>
            </a:r>
          </a:p>
        </p:txBody>
      </p:sp>
      <p:sp>
        <p:nvSpPr>
          <p:cNvPr id="2" name="">
            <a:extLst xmlns:a="http://schemas.openxmlformats.org/drawingml/2006/main">
              <a:ext uri="{FF2B5EF4-FFF2-40B4-BE49-F238E27FC236}">
                <a16:creationId xmlns:a16="http://schemas.microsoft.com/office/drawing/2014/main" id="{39193AA7-33DA-47BF-A425-F065D3F97292}"/>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Equal denominators turn the treatment difference into a count.</a:t>
            </a:r>
          </a:p>
        </p:txBody>
      </p:sp>
      <p:sp>
        <p:nvSpPr>
          <p:cNvPr id="3" name="">
            <a:extLst xmlns:a="http://schemas.openxmlformats.org/drawingml/2006/main">
              <a:ext uri="{FF2B5EF4-FFF2-40B4-BE49-F238E27FC236}">
                <a16:creationId xmlns:a16="http://schemas.microsoft.com/office/drawing/2014/main" id="{B95271D4-EFD4-4E57-AE52-7429F114680F}"/>
              </a:ext>
            </a:extLst>
          </p:cNvPr>
          <p:cNvSpPr>
            <a:spLocks xmlns:a="http://schemas.openxmlformats.org/drawingml/2006/main" noGrp="1"/>
          </p:cNvSpPr>
          <p:nvPr/>
        </p:nvSpPr>
        <p:spPr>
          <a:xfrm xmlns:a="http://schemas.openxmlformats.org/drawingml/2006/main">
            <a:off x="685800" y="1981200"/>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203247"/>
                </a:solidFill>
                <a:latin typeface="Noto Sans"/>
                <a:ea typeface="Noto Sans"/>
                <a:cs typeface="Noto Sans"/>
              </a:defRPr>
            </a:pPr>
            <a:r>
              <a:rPr sz="1950" b="1">
                <a:solidFill>
                  <a:srgbClr val="203247"/>
                </a:solidFill>
                <a:latin typeface="Noto Sans"/>
                <a:ea typeface="Noto Sans"/>
                <a:cs typeface="Noto Sans"/>
              </a:rPr>
              <a:t>Simvastatin: 198 per 1,000</a:t>
            </a:r>
          </a:p>
        </p:txBody>
      </p:sp>
      <p:sp>
        <p:nvSpPr>
          <p:cNvPr id="4" name="Standardized person 1: affected">
            <a:extLst xmlns:a="http://schemas.openxmlformats.org/drawingml/2006/main">
              <a:ext uri="{FF2B5EF4-FFF2-40B4-BE49-F238E27FC236}">
                <a16:creationId xmlns:a16="http://schemas.microsoft.com/office/drawing/2014/main" id="{9C35C77C-F501-47A1-BBBA-AE8474038931}"/>
              </a:ext>
            </a:extLst>
          </p:cNvPr>
          <p:cNvSpPr>
            <a:spLocks xmlns:a="http://schemas.openxmlformats.org/drawingml/2006/main" noGrp="1"/>
          </p:cNvSpPr>
          <p:nvPr/>
        </p:nvSpPr>
        <p:spPr>
          <a:xfrm xmlns:a="http://schemas.openxmlformats.org/drawingml/2006/main">
            <a:off x="68580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 name="Standardized person 2: affected">
            <a:extLst xmlns:a="http://schemas.openxmlformats.org/drawingml/2006/main">
              <a:ext uri="{FF2B5EF4-FFF2-40B4-BE49-F238E27FC236}">
                <a16:creationId xmlns:a16="http://schemas.microsoft.com/office/drawing/2014/main" id="{3635004A-57B3-49F5-9E78-B22C6DCFF7DB}"/>
              </a:ext>
            </a:extLst>
          </p:cNvPr>
          <p:cNvSpPr>
            <a:spLocks xmlns:a="http://schemas.openxmlformats.org/drawingml/2006/main" noGrp="1"/>
          </p:cNvSpPr>
          <p:nvPr/>
        </p:nvSpPr>
        <p:spPr>
          <a:xfrm xmlns:a="http://schemas.openxmlformats.org/drawingml/2006/main">
            <a:off x="81724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 name="Standardized person 3: affected">
            <a:extLst xmlns:a="http://schemas.openxmlformats.org/drawingml/2006/main">
              <a:ext uri="{FF2B5EF4-FFF2-40B4-BE49-F238E27FC236}">
                <a16:creationId xmlns:a16="http://schemas.microsoft.com/office/drawing/2014/main" id="{3B1DAB24-4A93-4186-9F58-D11C02B209AC}"/>
              </a:ext>
            </a:extLst>
          </p:cNvPr>
          <p:cNvSpPr>
            <a:spLocks xmlns:a="http://schemas.openxmlformats.org/drawingml/2006/main" noGrp="1"/>
          </p:cNvSpPr>
          <p:nvPr/>
        </p:nvSpPr>
        <p:spPr>
          <a:xfrm xmlns:a="http://schemas.openxmlformats.org/drawingml/2006/main">
            <a:off x="94869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 name="Standardized person 4: affected">
            <a:extLst xmlns:a="http://schemas.openxmlformats.org/drawingml/2006/main">
              <a:ext uri="{FF2B5EF4-FFF2-40B4-BE49-F238E27FC236}">
                <a16:creationId xmlns:a16="http://schemas.microsoft.com/office/drawing/2014/main" id="{651EA113-5321-47E0-AE24-242F400E209D}"/>
              </a:ext>
            </a:extLst>
          </p:cNvPr>
          <p:cNvSpPr>
            <a:spLocks xmlns:a="http://schemas.openxmlformats.org/drawingml/2006/main" noGrp="1"/>
          </p:cNvSpPr>
          <p:nvPr/>
        </p:nvSpPr>
        <p:spPr>
          <a:xfrm xmlns:a="http://schemas.openxmlformats.org/drawingml/2006/main">
            <a:off x="108013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 name="Standardized person 5: affected">
            <a:extLst xmlns:a="http://schemas.openxmlformats.org/drawingml/2006/main">
              <a:ext uri="{FF2B5EF4-FFF2-40B4-BE49-F238E27FC236}">
                <a16:creationId xmlns:a16="http://schemas.microsoft.com/office/drawing/2014/main" id="{1753603B-03F9-4170-960F-356269DFB403}"/>
              </a:ext>
            </a:extLst>
          </p:cNvPr>
          <p:cNvSpPr>
            <a:spLocks xmlns:a="http://schemas.openxmlformats.org/drawingml/2006/main" noGrp="1"/>
          </p:cNvSpPr>
          <p:nvPr/>
        </p:nvSpPr>
        <p:spPr>
          <a:xfrm xmlns:a="http://schemas.openxmlformats.org/drawingml/2006/main">
            <a:off x="121158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 name="Standardized person 6: affected">
            <a:extLst xmlns:a="http://schemas.openxmlformats.org/drawingml/2006/main">
              <a:ext uri="{FF2B5EF4-FFF2-40B4-BE49-F238E27FC236}">
                <a16:creationId xmlns:a16="http://schemas.microsoft.com/office/drawing/2014/main" id="{D9A75C1F-6871-43EB-AF16-381681CE62FB}"/>
              </a:ext>
            </a:extLst>
          </p:cNvPr>
          <p:cNvSpPr>
            <a:spLocks xmlns:a="http://schemas.openxmlformats.org/drawingml/2006/main" noGrp="1"/>
          </p:cNvSpPr>
          <p:nvPr/>
        </p:nvSpPr>
        <p:spPr>
          <a:xfrm xmlns:a="http://schemas.openxmlformats.org/drawingml/2006/main">
            <a:off x="134302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 name="Standardized person 7: affected">
            <a:extLst xmlns:a="http://schemas.openxmlformats.org/drawingml/2006/main">
              <a:ext uri="{FF2B5EF4-FFF2-40B4-BE49-F238E27FC236}">
                <a16:creationId xmlns:a16="http://schemas.microsoft.com/office/drawing/2014/main" id="{1D63807C-A5B5-4576-84F2-A3949E0DB166}"/>
              </a:ext>
            </a:extLst>
          </p:cNvPr>
          <p:cNvSpPr>
            <a:spLocks xmlns:a="http://schemas.openxmlformats.org/drawingml/2006/main" noGrp="1"/>
          </p:cNvSpPr>
          <p:nvPr/>
        </p:nvSpPr>
        <p:spPr>
          <a:xfrm xmlns:a="http://schemas.openxmlformats.org/drawingml/2006/main">
            <a:off x="147447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 name="Standardized person 8: affected">
            <a:extLst xmlns:a="http://schemas.openxmlformats.org/drawingml/2006/main">
              <a:ext uri="{FF2B5EF4-FFF2-40B4-BE49-F238E27FC236}">
                <a16:creationId xmlns:a16="http://schemas.microsoft.com/office/drawing/2014/main" id="{71187CDD-DBF1-411E-872E-BE704F58DF71}"/>
              </a:ext>
            </a:extLst>
          </p:cNvPr>
          <p:cNvSpPr>
            <a:spLocks xmlns:a="http://schemas.openxmlformats.org/drawingml/2006/main" noGrp="1"/>
          </p:cNvSpPr>
          <p:nvPr/>
        </p:nvSpPr>
        <p:spPr>
          <a:xfrm xmlns:a="http://schemas.openxmlformats.org/drawingml/2006/main">
            <a:off x="160591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 name="Standardized person 9: affected">
            <a:extLst xmlns:a="http://schemas.openxmlformats.org/drawingml/2006/main">
              <a:ext uri="{FF2B5EF4-FFF2-40B4-BE49-F238E27FC236}">
                <a16:creationId xmlns:a16="http://schemas.microsoft.com/office/drawing/2014/main" id="{A331CC6C-216B-4951-8C45-4EC95C07763D}"/>
              </a:ext>
            </a:extLst>
          </p:cNvPr>
          <p:cNvSpPr>
            <a:spLocks xmlns:a="http://schemas.openxmlformats.org/drawingml/2006/main" noGrp="1"/>
          </p:cNvSpPr>
          <p:nvPr/>
        </p:nvSpPr>
        <p:spPr>
          <a:xfrm xmlns:a="http://schemas.openxmlformats.org/drawingml/2006/main">
            <a:off x="173736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 name="Standardized person 10: affected">
            <a:extLst xmlns:a="http://schemas.openxmlformats.org/drawingml/2006/main">
              <a:ext uri="{FF2B5EF4-FFF2-40B4-BE49-F238E27FC236}">
                <a16:creationId xmlns:a16="http://schemas.microsoft.com/office/drawing/2014/main" id="{FCF118AA-C349-4491-AAED-39FB6C8A38C6}"/>
              </a:ext>
            </a:extLst>
          </p:cNvPr>
          <p:cNvSpPr>
            <a:spLocks xmlns:a="http://schemas.openxmlformats.org/drawingml/2006/main" noGrp="1"/>
          </p:cNvSpPr>
          <p:nvPr/>
        </p:nvSpPr>
        <p:spPr>
          <a:xfrm xmlns:a="http://schemas.openxmlformats.org/drawingml/2006/main">
            <a:off x="186880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 name="Standardized person 11: affected">
            <a:extLst xmlns:a="http://schemas.openxmlformats.org/drawingml/2006/main">
              <a:ext uri="{FF2B5EF4-FFF2-40B4-BE49-F238E27FC236}">
                <a16:creationId xmlns:a16="http://schemas.microsoft.com/office/drawing/2014/main" id="{B00E83AE-21FA-41C3-B398-027E8F212E20}"/>
              </a:ext>
            </a:extLst>
          </p:cNvPr>
          <p:cNvSpPr>
            <a:spLocks xmlns:a="http://schemas.openxmlformats.org/drawingml/2006/main" noGrp="1"/>
          </p:cNvSpPr>
          <p:nvPr/>
        </p:nvSpPr>
        <p:spPr>
          <a:xfrm xmlns:a="http://schemas.openxmlformats.org/drawingml/2006/main">
            <a:off x="200025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 name="Standardized person 12: affected">
            <a:extLst xmlns:a="http://schemas.openxmlformats.org/drawingml/2006/main">
              <a:ext uri="{FF2B5EF4-FFF2-40B4-BE49-F238E27FC236}">
                <a16:creationId xmlns:a16="http://schemas.microsoft.com/office/drawing/2014/main" id="{175076BA-3AA7-4F94-B74E-6ABD9AF3D195}"/>
              </a:ext>
            </a:extLst>
          </p:cNvPr>
          <p:cNvSpPr>
            <a:spLocks xmlns:a="http://schemas.openxmlformats.org/drawingml/2006/main" noGrp="1"/>
          </p:cNvSpPr>
          <p:nvPr/>
        </p:nvSpPr>
        <p:spPr>
          <a:xfrm xmlns:a="http://schemas.openxmlformats.org/drawingml/2006/main">
            <a:off x="213169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 name="Standardized person 13: affected">
            <a:extLst xmlns:a="http://schemas.openxmlformats.org/drawingml/2006/main">
              <a:ext uri="{FF2B5EF4-FFF2-40B4-BE49-F238E27FC236}">
                <a16:creationId xmlns:a16="http://schemas.microsoft.com/office/drawing/2014/main" id="{CA863C7F-D7D1-4D46-B10C-33413176C5A1}"/>
              </a:ext>
            </a:extLst>
          </p:cNvPr>
          <p:cNvSpPr>
            <a:spLocks xmlns:a="http://schemas.openxmlformats.org/drawingml/2006/main" noGrp="1"/>
          </p:cNvSpPr>
          <p:nvPr/>
        </p:nvSpPr>
        <p:spPr>
          <a:xfrm xmlns:a="http://schemas.openxmlformats.org/drawingml/2006/main">
            <a:off x="226314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 name="Standardized person 14: affected">
            <a:extLst xmlns:a="http://schemas.openxmlformats.org/drawingml/2006/main">
              <a:ext uri="{FF2B5EF4-FFF2-40B4-BE49-F238E27FC236}">
                <a16:creationId xmlns:a16="http://schemas.microsoft.com/office/drawing/2014/main" id="{DEC30B5A-77E9-4001-B0FA-5FBD47954ED8}"/>
              </a:ext>
            </a:extLst>
          </p:cNvPr>
          <p:cNvSpPr>
            <a:spLocks xmlns:a="http://schemas.openxmlformats.org/drawingml/2006/main" noGrp="1"/>
          </p:cNvSpPr>
          <p:nvPr/>
        </p:nvSpPr>
        <p:spPr>
          <a:xfrm xmlns:a="http://schemas.openxmlformats.org/drawingml/2006/main">
            <a:off x="239458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 name="Standardized person 15: affected">
            <a:extLst xmlns:a="http://schemas.openxmlformats.org/drawingml/2006/main">
              <a:ext uri="{FF2B5EF4-FFF2-40B4-BE49-F238E27FC236}">
                <a16:creationId xmlns:a16="http://schemas.microsoft.com/office/drawing/2014/main" id="{B16D4F09-F573-488B-AE3E-373AF06290D4}"/>
              </a:ext>
            </a:extLst>
          </p:cNvPr>
          <p:cNvSpPr>
            <a:spLocks xmlns:a="http://schemas.openxmlformats.org/drawingml/2006/main" noGrp="1"/>
          </p:cNvSpPr>
          <p:nvPr/>
        </p:nvSpPr>
        <p:spPr>
          <a:xfrm xmlns:a="http://schemas.openxmlformats.org/drawingml/2006/main">
            <a:off x="252603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 name="Standardized person 16: affected">
            <a:extLst xmlns:a="http://schemas.openxmlformats.org/drawingml/2006/main">
              <a:ext uri="{FF2B5EF4-FFF2-40B4-BE49-F238E27FC236}">
                <a16:creationId xmlns:a16="http://schemas.microsoft.com/office/drawing/2014/main" id="{135A54A5-3762-48F9-ACA5-3AC77F5EB8D9}"/>
              </a:ext>
            </a:extLst>
          </p:cNvPr>
          <p:cNvSpPr>
            <a:spLocks xmlns:a="http://schemas.openxmlformats.org/drawingml/2006/main" noGrp="1"/>
          </p:cNvSpPr>
          <p:nvPr/>
        </p:nvSpPr>
        <p:spPr>
          <a:xfrm xmlns:a="http://schemas.openxmlformats.org/drawingml/2006/main">
            <a:off x="265747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0" name="Standardized person 17: affected">
            <a:extLst xmlns:a="http://schemas.openxmlformats.org/drawingml/2006/main">
              <a:ext uri="{FF2B5EF4-FFF2-40B4-BE49-F238E27FC236}">
                <a16:creationId xmlns:a16="http://schemas.microsoft.com/office/drawing/2014/main" id="{B0F3F51E-F43F-4619-86CD-50D2A847C379}"/>
              </a:ext>
            </a:extLst>
          </p:cNvPr>
          <p:cNvSpPr>
            <a:spLocks xmlns:a="http://schemas.openxmlformats.org/drawingml/2006/main" noGrp="1"/>
          </p:cNvSpPr>
          <p:nvPr/>
        </p:nvSpPr>
        <p:spPr>
          <a:xfrm xmlns:a="http://schemas.openxmlformats.org/drawingml/2006/main">
            <a:off x="278892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1" name="Standardized person 18: affected">
            <a:extLst xmlns:a="http://schemas.openxmlformats.org/drawingml/2006/main">
              <a:ext uri="{FF2B5EF4-FFF2-40B4-BE49-F238E27FC236}">
                <a16:creationId xmlns:a16="http://schemas.microsoft.com/office/drawing/2014/main" id="{D7C7813E-91B3-4DA9-943E-90839682E6A6}"/>
              </a:ext>
            </a:extLst>
          </p:cNvPr>
          <p:cNvSpPr>
            <a:spLocks xmlns:a="http://schemas.openxmlformats.org/drawingml/2006/main" noGrp="1"/>
          </p:cNvSpPr>
          <p:nvPr/>
        </p:nvSpPr>
        <p:spPr>
          <a:xfrm xmlns:a="http://schemas.openxmlformats.org/drawingml/2006/main">
            <a:off x="292036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2" name="Standardized person 19: affected">
            <a:extLst xmlns:a="http://schemas.openxmlformats.org/drawingml/2006/main">
              <a:ext uri="{FF2B5EF4-FFF2-40B4-BE49-F238E27FC236}">
                <a16:creationId xmlns:a16="http://schemas.microsoft.com/office/drawing/2014/main" id="{B79CF16C-4745-43B9-B64B-8BF96BA6F548}"/>
              </a:ext>
            </a:extLst>
          </p:cNvPr>
          <p:cNvSpPr>
            <a:spLocks xmlns:a="http://schemas.openxmlformats.org/drawingml/2006/main" noGrp="1"/>
          </p:cNvSpPr>
          <p:nvPr/>
        </p:nvSpPr>
        <p:spPr>
          <a:xfrm xmlns:a="http://schemas.openxmlformats.org/drawingml/2006/main">
            <a:off x="305181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3" name="Standardized person 20: affected">
            <a:extLst xmlns:a="http://schemas.openxmlformats.org/drawingml/2006/main">
              <a:ext uri="{FF2B5EF4-FFF2-40B4-BE49-F238E27FC236}">
                <a16:creationId xmlns:a16="http://schemas.microsoft.com/office/drawing/2014/main" id="{E3A663D8-A396-47E4-963D-8B2A143E470D}"/>
              </a:ext>
            </a:extLst>
          </p:cNvPr>
          <p:cNvSpPr>
            <a:spLocks xmlns:a="http://schemas.openxmlformats.org/drawingml/2006/main" noGrp="1"/>
          </p:cNvSpPr>
          <p:nvPr/>
        </p:nvSpPr>
        <p:spPr>
          <a:xfrm xmlns:a="http://schemas.openxmlformats.org/drawingml/2006/main">
            <a:off x="318325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4" name="Standardized person 21: affected">
            <a:extLst xmlns:a="http://schemas.openxmlformats.org/drawingml/2006/main">
              <a:ext uri="{FF2B5EF4-FFF2-40B4-BE49-F238E27FC236}">
                <a16:creationId xmlns:a16="http://schemas.microsoft.com/office/drawing/2014/main" id="{39354EE8-56EC-4E05-BA07-0616F2B04403}"/>
              </a:ext>
            </a:extLst>
          </p:cNvPr>
          <p:cNvSpPr>
            <a:spLocks xmlns:a="http://schemas.openxmlformats.org/drawingml/2006/main" noGrp="1"/>
          </p:cNvSpPr>
          <p:nvPr/>
        </p:nvSpPr>
        <p:spPr>
          <a:xfrm xmlns:a="http://schemas.openxmlformats.org/drawingml/2006/main">
            <a:off x="331470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5" name="Standardized person 22: affected">
            <a:extLst xmlns:a="http://schemas.openxmlformats.org/drawingml/2006/main">
              <a:ext uri="{FF2B5EF4-FFF2-40B4-BE49-F238E27FC236}">
                <a16:creationId xmlns:a16="http://schemas.microsoft.com/office/drawing/2014/main" id="{F7A741EF-FEA0-4EC4-92DA-DFCB7768BD05}"/>
              </a:ext>
            </a:extLst>
          </p:cNvPr>
          <p:cNvSpPr>
            <a:spLocks xmlns:a="http://schemas.openxmlformats.org/drawingml/2006/main" noGrp="1"/>
          </p:cNvSpPr>
          <p:nvPr/>
        </p:nvSpPr>
        <p:spPr>
          <a:xfrm xmlns:a="http://schemas.openxmlformats.org/drawingml/2006/main">
            <a:off x="344614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6" name="Standardized person 23: affected">
            <a:extLst xmlns:a="http://schemas.openxmlformats.org/drawingml/2006/main">
              <a:ext uri="{FF2B5EF4-FFF2-40B4-BE49-F238E27FC236}">
                <a16:creationId xmlns:a16="http://schemas.microsoft.com/office/drawing/2014/main" id="{9B559DCA-7982-4D5C-851E-DE0372A4C0A4}"/>
              </a:ext>
            </a:extLst>
          </p:cNvPr>
          <p:cNvSpPr>
            <a:spLocks xmlns:a="http://schemas.openxmlformats.org/drawingml/2006/main" noGrp="1"/>
          </p:cNvSpPr>
          <p:nvPr/>
        </p:nvSpPr>
        <p:spPr>
          <a:xfrm xmlns:a="http://schemas.openxmlformats.org/drawingml/2006/main">
            <a:off x="357759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7" name="Standardized person 24: affected">
            <a:extLst xmlns:a="http://schemas.openxmlformats.org/drawingml/2006/main">
              <a:ext uri="{FF2B5EF4-FFF2-40B4-BE49-F238E27FC236}">
                <a16:creationId xmlns:a16="http://schemas.microsoft.com/office/drawing/2014/main" id="{32191E74-1EA0-4B3B-9A07-8728C8556A5E}"/>
              </a:ext>
            </a:extLst>
          </p:cNvPr>
          <p:cNvSpPr>
            <a:spLocks xmlns:a="http://schemas.openxmlformats.org/drawingml/2006/main" noGrp="1"/>
          </p:cNvSpPr>
          <p:nvPr/>
        </p:nvSpPr>
        <p:spPr>
          <a:xfrm xmlns:a="http://schemas.openxmlformats.org/drawingml/2006/main">
            <a:off x="370903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8" name="Standardized person 25: affected">
            <a:extLst xmlns:a="http://schemas.openxmlformats.org/drawingml/2006/main">
              <a:ext uri="{FF2B5EF4-FFF2-40B4-BE49-F238E27FC236}">
                <a16:creationId xmlns:a16="http://schemas.microsoft.com/office/drawing/2014/main" id="{C933C9FA-0376-4F20-90B6-39CB049952CD}"/>
              </a:ext>
            </a:extLst>
          </p:cNvPr>
          <p:cNvSpPr>
            <a:spLocks xmlns:a="http://schemas.openxmlformats.org/drawingml/2006/main" noGrp="1"/>
          </p:cNvSpPr>
          <p:nvPr/>
        </p:nvSpPr>
        <p:spPr>
          <a:xfrm xmlns:a="http://schemas.openxmlformats.org/drawingml/2006/main">
            <a:off x="384048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9" name="Standardized person 26: affected">
            <a:extLst xmlns:a="http://schemas.openxmlformats.org/drawingml/2006/main">
              <a:ext uri="{FF2B5EF4-FFF2-40B4-BE49-F238E27FC236}">
                <a16:creationId xmlns:a16="http://schemas.microsoft.com/office/drawing/2014/main" id="{C368C7EA-D640-493A-90E3-186C44F28FCD}"/>
              </a:ext>
            </a:extLst>
          </p:cNvPr>
          <p:cNvSpPr>
            <a:spLocks xmlns:a="http://schemas.openxmlformats.org/drawingml/2006/main" noGrp="1"/>
          </p:cNvSpPr>
          <p:nvPr/>
        </p:nvSpPr>
        <p:spPr>
          <a:xfrm xmlns:a="http://schemas.openxmlformats.org/drawingml/2006/main">
            <a:off x="397192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0" name="Standardized person 27: affected">
            <a:extLst xmlns:a="http://schemas.openxmlformats.org/drawingml/2006/main">
              <a:ext uri="{FF2B5EF4-FFF2-40B4-BE49-F238E27FC236}">
                <a16:creationId xmlns:a16="http://schemas.microsoft.com/office/drawing/2014/main" id="{3431DA83-4F6D-471B-8BB8-1F629D782038}"/>
              </a:ext>
            </a:extLst>
          </p:cNvPr>
          <p:cNvSpPr>
            <a:spLocks xmlns:a="http://schemas.openxmlformats.org/drawingml/2006/main" noGrp="1"/>
          </p:cNvSpPr>
          <p:nvPr/>
        </p:nvSpPr>
        <p:spPr>
          <a:xfrm xmlns:a="http://schemas.openxmlformats.org/drawingml/2006/main">
            <a:off x="410337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1" name="Standardized person 28: affected">
            <a:extLst xmlns:a="http://schemas.openxmlformats.org/drawingml/2006/main">
              <a:ext uri="{FF2B5EF4-FFF2-40B4-BE49-F238E27FC236}">
                <a16:creationId xmlns:a16="http://schemas.microsoft.com/office/drawing/2014/main" id="{C7E8C896-6381-4402-A685-5A2D777CE075}"/>
              </a:ext>
            </a:extLst>
          </p:cNvPr>
          <p:cNvSpPr>
            <a:spLocks xmlns:a="http://schemas.openxmlformats.org/drawingml/2006/main" noGrp="1"/>
          </p:cNvSpPr>
          <p:nvPr/>
        </p:nvSpPr>
        <p:spPr>
          <a:xfrm xmlns:a="http://schemas.openxmlformats.org/drawingml/2006/main">
            <a:off x="423481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2" name="Standardized person 29: affected">
            <a:extLst xmlns:a="http://schemas.openxmlformats.org/drawingml/2006/main">
              <a:ext uri="{FF2B5EF4-FFF2-40B4-BE49-F238E27FC236}">
                <a16:creationId xmlns:a16="http://schemas.microsoft.com/office/drawing/2014/main" id="{62F27452-673D-4C4C-8E17-89B984F09261}"/>
              </a:ext>
            </a:extLst>
          </p:cNvPr>
          <p:cNvSpPr>
            <a:spLocks xmlns:a="http://schemas.openxmlformats.org/drawingml/2006/main" noGrp="1"/>
          </p:cNvSpPr>
          <p:nvPr/>
        </p:nvSpPr>
        <p:spPr>
          <a:xfrm xmlns:a="http://schemas.openxmlformats.org/drawingml/2006/main">
            <a:off x="436626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3" name="Standardized person 30: affected">
            <a:extLst xmlns:a="http://schemas.openxmlformats.org/drawingml/2006/main">
              <a:ext uri="{FF2B5EF4-FFF2-40B4-BE49-F238E27FC236}">
                <a16:creationId xmlns:a16="http://schemas.microsoft.com/office/drawing/2014/main" id="{D0EF0C17-EFAF-4876-B27B-985CC1FCB8FD}"/>
              </a:ext>
            </a:extLst>
          </p:cNvPr>
          <p:cNvSpPr>
            <a:spLocks xmlns:a="http://schemas.openxmlformats.org/drawingml/2006/main" noGrp="1"/>
          </p:cNvSpPr>
          <p:nvPr/>
        </p:nvSpPr>
        <p:spPr>
          <a:xfrm xmlns:a="http://schemas.openxmlformats.org/drawingml/2006/main">
            <a:off x="449770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4" name="Standardized person 31: affected">
            <a:extLst xmlns:a="http://schemas.openxmlformats.org/drawingml/2006/main">
              <a:ext uri="{FF2B5EF4-FFF2-40B4-BE49-F238E27FC236}">
                <a16:creationId xmlns:a16="http://schemas.microsoft.com/office/drawing/2014/main" id="{714FCA1C-0883-4FBD-9216-95C918D0EC37}"/>
              </a:ext>
            </a:extLst>
          </p:cNvPr>
          <p:cNvSpPr>
            <a:spLocks xmlns:a="http://schemas.openxmlformats.org/drawingml/2006/main" noGrp="1"/>
          </p:cNvSpPr>
          <p:nvPr/>
        </p:nvSpPr>
        <p:spPr>
          <a:xfrm xmlns:a="http://schemas.openxmlformats.org/drawingml/2006/main">
            <a:off x="462915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5" name="Standardized person 32: affected">
            <a:extLst xmlns:a="http://schemas.openxmlformats.org/drawingml/2006/main">
              <a:ext uri="{FF2B5EF4-FFF2-40B4-BE49-F238E27FC236}">
                <a16:creationId xmlns:a16="http://schemas.microsoft.com/office/drawing/2014/main" id="{0D16AF4E-A491-4D05-859D-730F5E386D31}"/>
              </a:ext>
            </a:extLst>
          </p:cNvPr>
          <p:cNvSpPr>
            <a:spLocks xmlns:a="http://schemas.openxmlformats.org/drawingml/2006/main" noGrp="1"/>
          </p:cNvSpPr>
          <p:nvPr/>
        </p:nvSpPr>
        <p:spPr>
          <a:xfrm xmlns:a="http://schemas.openxmlformats.org/drawingml/2006/main">
            <a:off x="476059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6" name="Standardized person 33: affected">
            <a:extLst xmlns:a="http://schemas.openxmlformats.org/drawingml/2006/main">
              <a:ext uri="{FF2B5EF4-FFF2-40B4-BE49-F238E27FC236}">
                <a16:creationId xmlns:a16="http://schemas.microsoft.com/office/drawing/2014/main" id="{018B6ABE-57AE-49F8-B66E-6A9B95E884EF}"/>
              </a:ext>
            </a:extLst>
          </p:cNvPr>
          <p:cNvSpPr>
            <a:spLocks xmlns:a="http://schemas.openxmlformats.org/drawingml/2006/main" noGrp="1"/>
          </p:cNvSpPr>
          <p:nvPr/>
        </p:nvSpPr>
        <p:spPr>
          <a:xfrm xmlns:a="http://schemas.openxmlformats.org/drawingml/2006/main">
            <a:off x="489204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7" name="Standardized person 34: affected">
            <a:extLst xmlns:a="http://schemas.openxmlformats.org/drawingml/2006/main">
              <a:ext uri="{FF2B5EF4-FFF2-40B4-BE49-F238E27FC236}">
                <a16:creationId xmlns:a16="http://schemas.microsoft.com/office/drawing/2014/main" id="{260AF60F-FC7F-4BB2-8838-39BCB30D7759}"/>
              </a:ext>
            </a:extLst>
          </p:cNvPr>
          <p:cNvSpPr>
            <a:spLocks xmlns:a="http://schemas.openxmlformats.org/drawingml/2006/main" noGrp="1"/>
          </p:cNvSpPr>
          <p:nvPr/>
        </p:nvSpPr>
        <p:spPr>
          <a:xfrm xmlns:a="http://schemas.openxmlformats.org/drawingml/2006/main">
            <a:off x="502348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8" name="Standardized person 35: affected">
            <a:extLst xmlns:a="http://schemas.openxmlformats.org/drawingml/2006/main">
              <a:ext uri="{FF2B5EF4-FFF2-40B4-BE49-F238E27FC236}">
                <a16:creationId xmlns:a16="http://schemas.microsoft.com/office/drawing/2014/main" id="{B857FD23-CACD-4B40-AF65-34C1457F6B89}"/>
              </a:ext>
            </a:extLst>
          </p:cNvPr>
          <p:cNvSpPr>
            <a:spLocks xmlns:a="http://schemas.openxmlformats.org/drawingml/2006/main" noGrp="1"/>
          </p:cNvSpPr>
          <p:nvPr/>
        </p:nvSpPr>
        <p:spPr>
          <a:xfrm xmlns:a="http://schemas.openxmlformats.org/drawingml/2006/main">
            <a:off x="515493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39" name="Standardized person 36: affected">
            <a:extLst xmlns:a="http://schemas.openxmlformats.org/drawingml/2006/main">
              <a:ext uri="{FF2B5EF4-FFF2-40B4-BE49-F238E27FC236}">
                <a16:creationId xmlns:a16="http://schemas.microsoft.com/office/drawing/2014/main" id="{76D48D6F-A248-4D70-968D-1F855057DB58}"/>
              </a:ext>
            </a:extLst>
          </p:cNvPr>
          <p:cNvSpPr>
            <a:spLocks xmlns:a="http://schemas.openxmlformats.org/drawingml/2006/main" noGrp="1"/>
          </p:cNvSpPr>
          <p:nvPr/>
        </p:nvSpPr>
        <p:spPr>
          <a:xfrm xmlns:a="http://schemas.openxmlformats.org/drawingml/2006/main">
            <a:off x="528637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0" name="Standardized person 37: affected">
            <a:extLst xmlns:a="http://schemas.openxmlformats.org/drawingml/2006/main">
              <a:ext uri="{FF2B5EF4-FFF2-40B4-BE49-F238E27FC236}">
                <a16:creationId xmlns:a16="http://schemas.microsoft.com/office/drawing/2014/main" id="{94C40D0C-BF96-40F2-A153-E599820012C7}"/>
              </a:ext>
            </a:extLst>
          </p:cNvPr>
          <p:cNvSpPr>
            <a:spLocks xmlns:a="http://schemas.openxmlformats.org/drawingml/2006/main" noGrp="1"/>
          </p:cNvSpPr>
          <p:nvPr/>
        </p:nvSpPr>
        <p:spPr>
          <a:xfrm xmlns:a="http://schemas.openxmlformats.org/drawingml/2006/main">
            <a:off x="541782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1" name="Standardized person 38: affected">
            <a:extLst xmlns:a="http://schemas.openxmlformats.org/drawingml/2006/main">
              <a:ext uri="{FF2B5EF4-FFF2-40B4-BE49-F238E27FC236}">
                <a16:creationId xmlns:a16="http://schemas.microsoft.com/office/drawing/2014/main" id="{AF876504-7B7F-488D-B367-F64C93057B27}"/>
              </a:ext>
            </a:extLst>
          </p:cNvPr>
          <p:cNvSpPr>
            <a:spLocks xmlns:a="http://schemas.openxmlformats.org/drawingml/2006/main" noGrp="1"/>
          </p:cNvSpPr>
          <p:nvPr/>
        </p:nvSpPr>
        <p:spPr>
          <a:xfrm xmlns:a="http://schemas.openxmlformats.org/drawingml/2006/main">
            <a:off x="554926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2" name="Standardized person 39: affected">
            <a:extLst xmlns:a="http://schemas.openxmlformats.org/drawingml/2006/main">
              <a:ext uri="{FF2B5EF4-FFF2-40B4-BE49-F238E27FC236}">
                <a16:creationId xmlns:a16="http://schemas.microsoft.com/office/drawing/2014/main" id="{C42E33D1-CE40-47C3-969A-B5408EBB6141}"/>
              </a:ext>
            </a:extLst>
          </p:cNvPr>
          <p:cNvSpPr>
            <a:spLocks xmlns:a="http://schemas.openxmlformats.org/drawingml/2006/main" noGrp="1"/>
          </p:cNvSpPr>
          <p:nvPr/>
        </p:nvSpPr>
        <p:spPr>
          <a:xfrm xmlns:a="http://schemas.openxmlformats.org/drawingml/2006/main">
            <a:off x="5680710"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3" name="Standardized person 40: affected">
            <a:extLst xmlns:a="http://schemas.openxmlformats.org/drawingml/2006/main">
              <a:ext uri="{FF2B5EF4-FFF2-40B4-BE49-F238E27FC236}">
                <a16:creationId xmlns:a16="http://schemas.microsoft.com/office/drawing/2014/main" id="{7D1A8567-7832-4264-BC31-49F41E766D58}"/>
              </a:ext>
            </a:extLst>
          </p:cNvPr>
          <p:cNvSpPr>
            <a:spLocks xmlns:a="http://schemas.openxmlformats.org/drawingml/2006/main" noGrp="1"/>
          </p:cNvSpPr>
          <p:nvPr/>
        </p:nvSpPr>
        <p:spPr>
          <a:xfrm xmlns:a="http://schemas.openxmlformats.org/drawingml/2006/main">
            <a:off x="5812155" y="2647950"/>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4" name="Standardized person 41: affected">
            <a:extLst xmlns:a="http://schemas.openxmlformats.org/drawingml/2006/main">
              <a:ext uri="{FF2B5EF4-FFF2-40B4-BE49-F238E27FC236}">
                <a16:creationId xmlns:a16="http://schemas.microsoft.com/office/drawing/2014/main" id="{88F91D4F-A944-4C40-865A-FB9781CD3652}"/>
              </a:ext>
            </a:extLst>
          </p:cNvPr>
          <p:cNvSpPr>
            <a:spLocks xmlns:a="http://schemas.openxmlformats.org/drawingml/2006/main" noGrp="1"/>
          </p:cNvSpPr>
          <p:nvPr/>
        </p:nvSpPr>
        <p:spPr>
          <a:xfrm xmlns:a="http://schemas.openxmlformats.org/drawingml/2006/main">
            <a:off x="68580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5" name="Standardized person 42: affected">
            <a:extLst xmlns:a="http://schemas.openxmlformats.org/drawingml/2006/main">
              <a:ext uri="{FF2B5EF4-FFF2-40B4-BE49-F238E27FC236}">
                <a16:creationId xmlns:a16="http://schemas.microsoft.com/office/drawing/2014/main" id="{D48926DC-B596-4001-A90A-C7B5620D7072}"/>
              </a:ext>
            </a:extLst>
          </p:cNvPr>
          <p:cNvSpPr>
            <a:spLocks xmlns:a="http://schemas.openxmlformats.org/drawingml/2006/main" noGrp="1"/>
          </p:cNvSpPr>
          <p:nvPr/>
        </p:nvSpPr>
        <p:spPr>
          <a:xfrm xmlns:a="http://schemas.openxmlformats.org/drawingml/2006/main">
            <a:off x="81724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6" name="Standardized person 43: affected">
            <a:extLst xmlns:a="http://schemas.openxmlformats.org/drawingml/2006/main">
              <a:ext uri="{FF2B5EF4-FFF2-40B4-BE49-F238E27FC236}">
                <a16:creationId xmlns:a16="http://schemas.microsoft.com/office/drawing/2014/main" id="{D760E5FD-DC29-42DC-B564-7A71566BD83C}"/>
              </a:ext>
            </a:extLst>
          </p:cNvPr>
          <p:cNvSpPr>
            <a:spLocks xmlns:a="http://schemas.openxmlformats.org/drawingml/2006/main" noGrp="1"/>
          </p:cNvSpPr>
          <p:nvPr/>
        </p:nvSpPr>
        <p:spPr>
          <a:xfrm xmlns:a="http://schemas.openxmlformats.org/drawingml/2006/main">
            <a:off x="94869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7" name="Standardized person 44: affected">
            <a:extLst xmlns:a="http://schemas.openxmlformats.org/drawingml/2006/main">
              <a:ext uri="{FF2B5EF4-FFF2-40B4-BE49-F238E27FC236}">
                <a16:creationId xmlns:a16="http://schemas.microsoft.com/office/drawing/2014/main" id="{63BF4E8E-AC4D-4C9A-9345-E2EAE165A1BF}"/>
              </a:ext>
            </a:extLst>
          </p:cNvPr>
          <p:cNvSpPr>
            <a:spLocks xmlns:a="http://schemas.openxmlformats.org/drawingml/2006/main" noGrp="1"/>
          </p:cNvSpPr>
          <p:nvPr/>
        </p:nvSpPr>
        <p:spPr>
          <a:xfrm xmlns:a="http://schemas.openxmlformats.org/drawingml/2006/main">
            <a:off x="108013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8" name="Standardized person 45: affected">
            <a:extLst xmlns:a="http://schemas.openxmlformats.org/drawingml/2006/main">
              <a:ext uri="{FF2B5EF4-FFF2-40B4-BE49-F238E27FC236}">
                <a16:creationId xmlns:a16="http://schemas.microsoft.com/office/drawing/2014/main" id="{08DAF107-BDD8-4C3D-B6AB-E09080654870}"/>
              </a:ext>
            </a:extLst>
          </p:cNvPr>
          <p:cNvSpPr>
            <a:spLocks xmlns:a="http://schemas.openxmlformats.org/drawingml/2006/main" noGrp="1"/>
          </p:cNvSpPr>
          <p:nvPr/>
        </p:nvSpPr>
        <p:spPr>
          <a:xfrm xmlns:a="http://schemas.openxmlformats.org/drawingml/2006/main">
            <a:off x="121158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49" name="Standardized person 46: affected">
            <a:extLst xmlns:a="http://schemas.openxmlformats.org/drawingml/2006/main">
              <a:ext uri="{FF2B5EF4-FFF2-40B4-BE49-F238E27FC236}">
                <a16:creationId xmlns:a16="http://schemas.microsoft.com/office/drawing/2014/main" id="{A18CEF29-FF80-4882-BF6A-DA68888BEF34}"/>
              </a:ext>
            </a:extLst>
          </p:cNvPr>
          <p:cNvSpPr>
            <a:spLocks xmlns:a="http://schemas.openxmlformats.org/drawingml/2006/main" noGrp="1"/>
          </p:cNvSpPr>
          <p:nvPr/>
        </p:nvSpPr>
        <p:spPr>
          <a:xfrm xmlns:a="http://schemas.openxmlformats.org/drawingml/2006/main">
            <a:off x="134302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0" name="Standardized person 47: affected">
            <a:extLst xmlns:a="http://schemas.openxmlformats.org/drawingml/2006/main">
              <a:ext uri="{FF2B5EF4-FFF2-40B4-BE49-F238E27FC236}">
                <a16:creationId xmlns:a16="http://schemas.microsoft.com/office/drawing/2014/main" id="{D8415A4C-B5E2-44BD-B07F-238357192BE0}"/>
              </a:ext>
            </a:extLst>
          </p:cNvPr>
          <p:cNvSpPr>
            <a:spLocks xmlns:a="http://schemas.openxmlformats.org/drawingml/2006/main" noGrp="1"/>
          </p:cNvSpPr>
          <p:nvPr/>
        </p:nvSpPr>
        <p:spPr>
          <a:xfrm xmlns:a="http://schemas.openxmlformats.org/drawingml/2006/main">
            <a:off x="147447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1" name="Standardized person 48: affected">
            <a:extLst xmlns:a="http://schemas.openxmlformats.org/drawingml/2006/main">
              <a:ext uri="{FF2B5EF4-FFF2-40B4-BE49-F238E27FC236}">
                <a16:creationId xmlns:a16="http://schemas.microsoft.com/office/drawing/2014/main" id="{04C1F819-36F1-4D29-83C0-906F4038D677}"/>
              </a:ext>
            </a:extLst>
          </p:cNvPr>
          <p:cNvSpPr>
            <a:spLocks xmlns:a="http://schemas.openxmlformats.org/drawingml/2006/main" noGrp="1"/>
          </p:cNvSpPr>
          <p:nvPr/>
        </p:nvSpPr>
        <p:spPr>
          <a:xfrm xmlns:a="http://schemas.openxmlformats.org/drawingml/2006/main">
            <a:off x="160591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2" name="Standardized person 49: affected">
            <a:extLst xmlns:a="http://schemas.openxmlformats.org/drawingml/2006/main">
              <a:ext uri="{FF2B5EF4-FFF2-40B4-BE49-F238E27FC236}">
                <a16:creationId xmlns:a16="http://schemas.microsoft.com/office/drawing/2014/main" id="{83587784-348A-48DD-96B3-AEDFDD0AB338}"/>
              </a:ext>
            </a:extLst>
          </p:cNvPr>
          <p:cNvSpPr>
            <a:spLocks xmlns:a="http://schemas.openxmlformats.org/drawingml/2006/main" noGrp="1"/>
          </p:cNvSpPr>
          <p:nvPr/>
        </p:nvSpPr>
        <p:spPr>
          <a:xfrm xmlns:a="http://schemas.openxmlformats.org/drawingml/2006/main">
            <a:off x="173736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3" name="Standardized person 50: affected">
            <a:extLst xmlns:a="http://schemas.openxmlformats.org/drawingml/2006/main">
              <a:ext uri="{FF2B5EF4-FFF2-40B4-BE49-F238E27FC236}">
                <a16:creationId xmlns:a16="http://schemas.microsoft.com/office/drawing/2014/main" id="{9641963C-C179-4FF0-AE98-F5D7CA68082F}"/>
              </a:ext>
            </a:extLst>
          </p:cNvPr>
          <p:cNvSpPr>
            <a:spLocks xmlns:a="http://schemas.openxmlformats.org/drawingml/2006/main" noGrp="1"/>
          </p:cNvSpPr>
          <p:nvPr/>
        </p:nvSpPr>
        <p:spPr>
          <a:xfrm xmlns:a="http://schemas.openxmlformats.org/drawingml/2006/main">
            <a:off x="186880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4" name="Standardized person 51: affected">
            <a:extLst xmlns:a="http://schemas.openxmlformats.org/drawingml/2006/main">
              <a:ext uri="{FF2B5EF4-FFF2-40B4-BE49-F238E27FC236}">
                <a16:creationId xmlns:a16="http://schemas.microsoft.com/office/drawing/2014/main" id="{41264864-6753-4705-8CD1-2A9DBE68CAC5}"/>
              </a:ext>
            </a:extLst>
          </p:cNvPr>
          <p:cNvSpPr>
            <a:spLocks xmlns:a="http://schemas.openxmlformats.org/drawingml/2006/main" noGrp="1"/>
          </p:cNvSpPr>
          <p:nvPr/>
        </p:nvSpPr>
        <p:spPr>
          <a:xfrm xmlns:a="http://schemas.openxmlformats.org/drawingml/2006/main">
            <a:off x="200025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5" name="Standardized person 52: affected">
            <a:extLst xmlns:a="http://schemas.openxmlformats.org/drawingml/2006/main">
              <a:ext uri="{FF2B5EF4-FFF2-40B4-BE49-F238E27FC236}">
                <a16:creationId xmlns:a16="http://schemas.microsoft.com/office/drawing/2014/main" id="{CFAD58AC-6FA5-4FD5-9304-6B2833A6B180}"/>
              </a:ext>
            </a:extLst>
          </p:cNvPr>
          <p:cNvSpPr>
            <a:spLocks xmlns:a="http://schemas.openxmlformats.org/drawingml/2006/main" noGrp="1"/>
          </p:cNvSpPr>
          <p:nvPr/>
        </p:nvSpPr>
        <p:spPr>
          <a:xfrm xmlns:a="http://schemas.openxmlformats.org/drawingml/2006/main">
            <a:off x="213169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6" name="Standardized person 53: affected">
            <a:extLst xmlns:a="http://schemas.openxmlformats.org/drawingml/2006/main">
              <a:ext uri="{FF2B5EF4-FFF2-40B4-BE49-F238E27FC236}">
                <a16:creationId xmlns:a16="http://schemas.microsoft.com/office/drawing/2014/main" id="{F97F1802-996E-4A51-86E8-0D72AA8C06E5}"/>
              </a:ext>
            </a:extLst>
          </p:cNvPr>
          <p:cNvSpPr>
            <a:spLocks xmlns:a="http://schemas.openxmlformats.org/drawingml/2006/main" noGrp="1"/>
          </p:cNvSpPr>
          <p:nvPr/>
        </p:nvSpPr>
        <p:spPr>
          <a:xfrm xmlns:a="http://schemas.openxmlformats.org/drawingml/2006/main">
            <a:off x="226314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7" name="Standardized person 54: affected">
            <a:extLst xmlns:a="http://schemas.openxmlformats.org/drawingml/2006/main">
              <a:ext uri="{FF2B5EF4-FFF2-40B4-BE49-F238E27FC236}">
                <a16:creationId xmlns:a16="http://schemas.microsoft.com/office/drawing/2014/main" id="{E7936F65-A9C7-4A47-A3D1-5FE0991B24AE}"/>
              </a:ext>
            </a:extLst>
          </p:cNvPr>
          <p:cNvSpPr>
            <a:spLocks xmlns:a="http://schemas.openxmlformats.org/drawingml/2006/main" noGrp="1"/>
          </p:cNvSpPr>
          <p:nvPr/>
        </p:nvSpPr>
        <p:spPr>
          <a:xfrm xmlns:a="http://schemas.openxmlformats.org/drawingml/2006/main">
            <a:off x="239458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8" name="Standardized person 55: affected">
            <a:extLst xmlns:a="http://schemas.openxmlformats.org/drawingml/2006/main">
              <a:ext uri="{FF2B5EF4-FFF2-40B4-BE49-F238E27FC236}">
                <a16:creationId xmlns:a16="http://schemas.microsoft.com/office/drawing/2014/main" id="{22A92354-22D6-4FD1-A2C8-2031303055E4}"/>
              </a:ext>
            </a:extLst>
          </p:cNvPr>
          <p:cNvSpPr>
            <a:spLocks xmlns:a="http://schemas.openxmlformats.org/drawingml/2006/main" noGrp="1"/>
          </p:cNvSpPr>
          <p:nvPr/>
        </p:nvSpPr>
        <p:spPr>
          <a:xfrm xmlns:a="http://schemas.openxmlformats.org/drawingml/2006/main">
            <a:off x="252603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59" name="Standardized person 56: affected">
            <a:extLst xmlns:a="http://schemas.openxmlformats.org/drawingml/2006/main">
              <a:ext uri="{FF2B5EF4-FFF2-40B4-BE49-F238E27FC236}">
                <a16:creationId xmlns:a16="http://schemas.microsoft.com/office/drawing/2014/main" id="{72FD5F78-2D0B-4A10-8C3D-64BB1D0BC3F8}"/>
              </a:ext>
            </a:extLst>
          </p:cNvPr>
          <p:cNvSpPr>
            <a:spLocks xmlns:a="http://schemas.openxmlformats.org/drawingml/2006/main" noGrp="1"/>
          </p:cNvSpPr>
          <p:nvPr/>
        </p:nvSpPr>
        <p:spPr>
          <a:xfrm xmlns:a="http://schemas.openxmlformats.org/drawingml/2006/main">
            <a:off x="265747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0" name="Standardized person 57: affected">
            <a:extLst xmlns:a="http://schemas.openxmlformats.org/drawingml/2006/main">
              <a:ext uri="{FF2B5EF4-FFF2-40B4-BE49-F238E27FC236}">
                <a16:creationId xmlns:a16="http://schemas.microsoft.com/office/drawing/2014/main" id="{4C836C48-EDAC-4578-90D2-67CF6D331A16}"/>
              </a:ext>
            </a:extLst>
          </p:cNvPr>
          <p:cNvSpPr>
            <a:spLocks xmlns:a="http://schemas.openxmlformats.org/drawingml/2006/main" noGrp="1"/>
          </p:cNvSpPr>
          <p:nvPr/>
        </p:nvSpPr>
        <p:spPr>
          <a:xfrm xmlns:a="http://schemas.openxmlformats.org/drawingml/2006/main">
            <a:off x="278892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1" name="Standardized person 58: affected">
            <a:extLst xmlns:a="http://schemas.openxmlformats.org/drawingml/2006/main">
              <a:ext uri="{FF2B5EF4-FFF2-40B4-BE49-F238E27FC236}">
                <a16:creationId xmlns:a16="http://schemas.microsoft.com/office/drawing/2014/main" id="{6FDB8A46-4731-4439-9D6C-91E9F60DF7BD}"/>
              </a:ext>
            </a:extLst>
          </p:cNvPr>
          <p:cNvSpPr>
            <a:spLocks xmlns:a="http://schemas.openxmlformats.org/drawingml/2006/main" noGrp="1"/>
          </p:cNvSpPr>
          <p:nvPr/>
        </p:nvSpPr>
        <p:spPr>
          <a:xfrm xmlns:a="http://schemas.openxmlformats.org/drawingml/2006/main">
            <a:off x="292036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2" name="Standardized person 59: affected">
            <a:extLst xmlns:a="http://schemas.openxmlformats.org/drawingml/2006/main">
              <a:ext uri="{FF2B5EF4-FFF2-40B4-BE49-F238E27FC236}">
                <a16:creationId xmlns:a16="http://schemas.microsoft.com/office/drawing/2014/main" id="{D270D074-6CD9-4AF1-ACA7-20D88DAE1C93}"/>
              </a:ext>
            </a:extLst>
          </p:cNvPr>
          <p:cNvSpPr>
            <a:spLocks xmlns:a="http://schemas.openxmlformats.org/drawingml/2006/main" noGrp="1"/>
          </p:cNvSpPr>
          <p:nvPr/>
        </p:nvSpPr>
        <p:spPr>
          <a:xfrm xmlns:a="http://schemas.openxmlformats.org/drawingml/2006/main">
            <a:off x="305181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3" name="Standardized person 60: affected">
            <a:extLst xmlns:a="http://schemas.openxmlformats.org/drawingml/2006/main">
              <a:ext uri="{FF2B5EF4-FFF2-40B4-BE49-F238E27FC236}">
                <a16:creationId xmlns:a16="http://schemas.microsoft.com/office/drawing/2014/main" id="{E4D436EC-F24E-4706-9703-5044AB9808B0}"/>
              </a:ext>
            </a:extLst>
          </p:cNvPr>
          <p:cNvSpPr>
            <a:spLocks xmlns:a="http://schemas.openxmlformats.org/drawingml/2006/main" noGrp="1"/>
          </p:cNvSpPr>
          <p:nvPr/>
        </p:nvSpPr>
        <p:spPr>
          <a:xfrm xmlns:a="http://schemas.openxmlformats.org/drawingml/2006/main">
            <a:off x="318325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4" name="Standardized person 61: affected">
            <a:extLst xmlns:a="http://schemas.openxmlformats.org/drawingml/2006/main">
              <a:ext uri="{FF2B5EF4-FFF2-40B4-BE49-F238E27FC236}">
                <a16:creationId xmlns:a16="http://schemas.microsoft.com/office/drawing/2014/main" id="{5BB5945C-C0C8-4C3D-967D-E8A9B4F91363}"/>
              </a:ext>
            </a:extLst>
          </p:cNvPr>
          <p:cNvSpPr>
            <a:spLocks xmlns:a="http://schemas.openxmlformats.org/drawingml/2006/main" noGrp="1"/>
          </p:cNvSpPr>
          <p:nvPr/>
        </p:nvSpPr>
        <p:spPr>
          <a:xfrm xmlns:a="http://schemas.openxmlformats.org/drawingml/2006/main">
            <a:off x="331470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5" name="Standardized person 62: affected">
            <a:extLst xmlns:a="http://schemas.openxmlformats.org/drawingml/2006/main">
              <a:ext uri="{FF2B5EF4-FFF2-40B4-BE49-F238E27FC236}">
                <a16:creationId xmlns:a16="http://schemas.microsoft.com/office/drawing/2014/main" id="{F5F05D2B-236D-4D54-9DC4-ADC9EB3D202E}"/>
              </a:ext>
            </a:extLst>
          </p:cNvPr>
          <p:cNvSpPr>
            <a:spLocks xmlns:a="http://schemas.openxmlformats.org/drawingml/2006/main" noGrp="1"/>
          </p:cNvSpPr>
          <p:nvPr/>
        </p:nvSpPr>
        <p:spPr>
          <a:xfrm xmlns:a="http://schemas.openxmlformats.org/drawingml/2006/main">
            <a:off x="344614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6" name="Standardized person 63: affected">
            <a:extLst xmlns:a="http://schemas.openxmlformats.org/drawingml/2006/main">
              <a:ext uri="{FF2B5EF4-FFF2-40B4-BE49-F238E27FC236}">
                <a16:creationId xmlns:a16="http://schemas.microsoft.com/office/drawing/2014/main" id="{3E75DE83-43E4-4966-A694-0B98D137BE5D}"/>
              </a:ext>
            </a:extLst>
          </p:cNvPr>
          <p:cNvSpPr>
            <a:spLocks xmlns:a="http://schemas.openxmlformats.org/drawingml/2006/main" noGrp="1"/>
          </p:cNvSpPr>
          <p:nvPr/>
        </p:nvSpPr>
        <p:spPr>
          <a:xfrm xmlns:a="http://schemas.openxmlformats.org/drawingml/2006/main">
            <a:off x="357759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7" name="Standardized person 64: affected">
            <a:extLst xmlns:a="http://schemas.openxmlformats.org/drawingml/2006/main">
              <a:ext uri="{FF2B5EF4-FFF2-40B4-BE49-F238E27FC236}">
                <a16:creationId xmlns:a16="http://schemas.microsoft.com/office/drawing/2014/main" id="{C34D2EF5-0D5B-46EB-8972-EF8EBD533053}"/>
              </a:ext>
            </a:extLst>
          </p:cNvPr>
          <p:cNvSpPr>
            <a:spLocks xmlns:a="http://schemas.openxmlformats.org/drawingml/2006/main" noGrp="1"/>
          </p:cNvSpPr>
          <p:nvPr/>
        </p:nvSpPr>
        <p:spPr>
          <a:xfrm xmlns:a="http://schemas.openxmlformats.org/drawingml/2006/main">
            <a:off x="370903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8" name="Standardized person 65: affected">
            <a:extLst xmlns:a="http://schemas.openxmlformats.org/drawingml/2006/main">
              <a:ext uri="{FF2B5EF4-FFF2-40B4-BE49-F238E27FC236}">
                <a16:creationId xmlns:a16="http://schemas.microsoft.com/office/drawing/2014/main" id="{CCEEBE32-3487-4207-8ABB-5AFA3CE468D0}"/>
              </a:ext>
            </a:extLst>
          </p:cNvPr>
          <p:cNvSpPr>
            <a:spLocks xmlns:a="http://schemas.openxmlformats.org/drawingml/2006/main" noGrp="1"/>
          </p:cNvSpPr>
          <p:nvPr/>
        </p:nvSpPr>
        <p:spPr>
          <a:xfrm xmlns:a="http://schemas.openxmlformats.org/drawingml/2006/main">
            <a:off x="384048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69" name="Standardized person 66: affected">
            <a:extLst xmlns:a="http://schemas.openxmlformats.org/drawingml/2006/main">
              <a:ext uri="{FF2B5EF4-FFF2-40B4-BE49-F238E27FC236}">
                <a16:creationId xmlns:a16="http://schemas.microsoft.com/office/drawing/2014/main" id="{B34FE2C3-1724-46A0-8CF0-3B541442F0DD}"/>
              </a:ext>
            </a:extLst>
          </p:cNvPr>
          <p:cNvSpPr>
            <a:spLocks xmlns:a="http://schemas.openxmlformats.org/drawingml/2006/main" noGrp="1"/>
          </p:cNvSpPr>
          <p:nvPr/>
        </p:nvSpPr>
        <p:spPr>
          <a:xfrm xmlns:a="http://schemas.openxmlformats.org/drawingml/2006/main">
            <a:off x="397192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0" name="Standardized person 67: affected">
            <a:extLst xmlns:a="http://schemas.openxmlformats.org/drawingml/2006/main">
              <a:ext uri="{FF2B5EF4-FFF2-40B4-BE49-F238E27FC236}">
                <a16:creationId xmlns:a16="http://schemas.microsoft.com/office/drawing/2014/main" id="{87D9BEDC-0ACF-4580-BBA1-D18D718D4CB5}"/>
              </a:ext>
            </a:extLst>
          </p:cNvPr>
          <p:cNvSpPr>
            <a:spLocks xmlns:a="http://schemas.openxmlformats.org/drawingml/2006/main" noGrp="1"/>
          </p:cNvSpPr>
          <p:nvPr/>
        </p:nvSpPr>
        <p:spPr>
          <a:xfrm xmlns:a="http://schemas.openxmlformats.org/drawingml/2006/main">
            <a:off x="410337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1" name="Standardized person 68: affected">
            <a:extLst xmlns:a="http://schemas.openxmlformats.org/drawingml/2006/main">
              <a:ext uri="{FF2B5EF4-FFF2-40B4-BE49-F238E27FC236}">
                <a16:creationId xmlns:a16="http://schemas.microsoft.com/office/drawing/2014/main" id="{09E91D7C-5EFB-4C61-86F6-A27E5D52F397}"/>
              </a:ext>
            </a:extLst>
          </p:cNvPr>
          <p:cNvSpPr>
            <a:spLocks xmlns:a="http://schemas.openxmlformats.org/drawingml/2006/main" noGrp="1"/>
          </p:cNvSpPr>
          <p:nvPr/>
        </p:nvSpPr>
        <p:spPr>
          <a:xfrm xmlns:a="http://schemas.openxmlformats.org/drawingml/2006/main">
            <a:off x="423481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2" name="Standardized person 69: affected">
            <a:extLst xmlns:a="http://schemas.openxmlformats.org/drawingml/2006/main">
              <a:ext uri="{FF2B5EF4-FFF2-40B4-BE49-F238E27FC236}">
                <a16:creationId xmlns:a16="http://schemas.microsoft.com/office/drawing/2014/main" id="{00BCBF13-BFB3-4708-A9D2-779103639453}"/>
              </a:ext>
            </a:extLst>
          </p:cNvPr>
          <p:cNvSpPr>
            <a:spLocks xmlns:a="http://schemas.openxmlformats.org/drawingml/2006/main" noGrp="1"/>
          </p:cNvSpPr>
          <p:nvPr/>
        </p:nvSpPr>
        <p:spPr>
          <a:xfrm xmlns:a="http://schemas.openxmlformats.org/drawingml/2006/main">
            <a:off x="436626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3" name="Standardized person 70: affected">
            <a:extLst xmlns:a="http://schemas.openxmlformats.org/drawingml/2006/main">
              <a:ext uri="{FF2B5EF4-FFF2-40B4-BE49-F238E27FC236}">
                <a16:creationId xmlns:a16="http://schemas.microsoft.com/office/drawing/2014/main" id="{FA7FFCFE-8C03-482E-914A-DB676167DBD9}"/>
              </a:ext>
            </a:extLst>
          </p:cNvPr>
          <p:cNvSpPr>
            <a:spLocks xmlns:a="http://schemas.openxmlformats.org/drawingml/2006/main" noGrp="1"/>
          </p:cNvSpPr>
          <p:nvPr/>
        </p:nvSpPr>
        <p:spPr>
          <a:xfrm xmlns:a="http://schemas.openxmlformats.org/drawingml/2006/main">
            <a:off x="449770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4" name="Standardized person 71: affected">
            <a:extLst xmlns:a="http://schemas.openxmlformats.org/drawingml/2006/main">
              <a:ext uri="{FF2B5EF4-FFF2-40B4-BE49-F238E27FC236}">
                <a16:creationId xmlns:a16="http://schemas.microsoft.com/office/drawing/2014/main" id="{DA7D9986-4B30-4590-835C-96B8A27079F7}"/>
              </a:ext>
            </a:extLst>
          </p:cNvPr>
          <p:cNvSpPr>
            <a:spLocks xmlns:a="http://schemas.openxmlformats.org/drawingml/2006/main" noGrp="1"/>
          </p:cNvSpPr>
          <p:nvPr/>
        </p:nvSpPr>
        <p:spPr>
          <a:xfrm xmlns:a="http://schemas.openxmlformats.org/drawingml/2006/main">
            <a:off x="462915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5" name="Standardized person 72: affected">
            <a:extLst xmlns:a="http://schemas.openxmlformats.org/drawingml/2006/main">
              <a:ext uri="{FF2B5EF4-FFF2-40B4-BE49-F238E27FC236}">
                <a16:creationId xmlns:a16="http://schemas.microsoft.com/office/drawing/2014/main" id="{1E0BD3AC-8190-4D7E-BA91-0FA404D24194}"/>
              </a:ext>
            </a:extLst>
          </p:cNvPr>
          <p:cNvSpPr>
            <a:spLocks xmlns:a="http://schemas.openxmlformats.org/drawingml/2006/main" noGrp="1"/>
          </p:cNvSpPr>
          <p:nvPr/>
        </p:nvSpPr>
        <p:spPr>
          <a:xfrm xmlns:a="http://schemas.openxmlformats.org/drawingml/2006/main">
            <a:off x="476059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6" name="Standardized person 73: affected">
            <a:extLst xmlns:a="http://schemas.openxmlformats.org/drawingml/2006/main">
              <a:ext uri="{FF2B5EF4-FFF2-40B4-BE49-F238E27FC236}">
                <a16:creationId xmlns:a16="http://schemas.microsoft.com/office/drawing/2014/main" id="{544518AD-AA2C-4980-A86A-EC5B528847CB}"/>
              </a:ext>
            </a:extLst>
          </p:cNvPr>
          <p:cNvSpPr>
            <a:spLocks xmlns:a="http://schemas.openxmlformats.org/drawingml/2006/main" noGrp="1"/>
          </p:cNvSpPr>
          <p:nvPr/>
        </p:nvSpPr>
        <p:spPr>
          <a:xfrm xmlns:a="http://schemas.openxmlformats.org/drawingml/2006/main">
            <a:off x="489204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7" name="Standardized person 74: affected">
            <a:extLst xmlns:a="http://schemas.openxmlformats.org/drawingml/2006/main">
              <a:ext uri="{FF2B5EF4-FFF2-40B4-BE49-F238E27FC236}">
                <a16:creationId xmlns:a16="http://schemas.microsoft.com/office/drawing/2014/main" id="{291D1D46-373E-4B94-95D8-B680BD7D5DDF}"/>
              </a:ext>
            </a:extLst>
          </p:cNvPr>
          <p:cNvSpPr>
            <a:spLocks xmlns:a="http://schemas.openxmlformats.org/drawingml/2006/main" noGrp="1"/>
          </p:cNvSpPr>
          <p:nvPr/>
        </p:nvSpPr>
        <p:spPr>
          <a:xfrm xmlns:a="http://schemas.openxmlformats.org/drawingml/2006/main">
            <a:off x="502348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8" name="Standardized person 75: affected">
            <a:extLst xmlns:a="http://schemas.openxmlformats.org/drawingml/2006/main">
              <a:ext uri="{FF2B5EF4-FFF2-40B4-BE49-F238E27FC236}">
                <a16:creationId xmlns:a16="http://schemas.microsoft.com/office/drawing/2014/main" id="{34C3E3E8-0D35-492C-BB33-E04EC8803D33}"/>
              </a:ext>
            </a:extLst>
          </p:cNvPr>
          <p:cNvSpPr>
            <a:spLocks xmlns:a="http://schemas.openxmlformats.org/drawingml/2006/main" noGrp="1"/>
          </p:cNvSpPr>
          <p:nvPr/>
        </p:nvSpPr>
        <p:spPr>
          <a:xfrm xmlns:a="http://schemas.openxmlformats.org/drawingml/2006/main">
            <a:off x="515493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79" name="Standardized person 76: affected">
            <a:extLst xmlns:a="http://schemas.openxmlformats.org/drawingml/2006/main">
              <a:ext uri="{FF2B5EF4-FFF2-40B4-BE49-F238E27FC236}">
                <a16:creationId xmlns:a16="http://schemas.microsoft.com/office/drawing/2014/main" id="{40F96E91-DD0C-4061-AA1D-3D806DF42E2B}"/>
              </a:ext>
            </a:extLst>
          </p:cNvPr>
          <p:cNvSpPr>
            <a:spLocks xmlns:a="http://schemas.openxmlformats.org/drawingml/2006/main" noGrp="1"/>
          </p:cNvSpPr>
          <p:nvPr/>
        </p:nvSpPr>
        <p:spPr>
          <a:xfrm xmlns:a="http://schemas.openxmlformats.org/drawingml/2006/main">
            <a:off x="528637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0" name="Standardized person 77: affected">
            <a:extLst xmlns:a="http://schemas.openxmlformats.org/drawingml/2006/main">
              <a:ext uri="{FF2B5EF4-FFF2-40B4-BE49-F238E27FC236}">
                <a16:creationId xmlns:a16="http://schemas.microsoft.com/office/drawing/2014/main" id="{11316575-7E5D-4D49-B976-6D6B1D47E7CB}"/>
              </a:ext>
            </a:extLst>
          </p:cNvPr>
          <p:cNvSpPr>
            <a:spLocks xmlns:a="http://schemas.openxmlformats.org/drawingml/2006/main" noGrp="1"/>
          </p:cNvSpPr>
          <p:nvPr/>
        </p:nvSpPr>
        <p:spPr>
          <a:xfrm xmlns:a="http://schemas.openxmlformats.org/drawingml/2006/main">
            <a:off x="541782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1" name="Standardized person 78: affected">
            <a:extLst xmlns:a="http://schemas.openxmlformats.org/drawingml/2006/main">
              <a:ext uri="{FF2B5EF4-FFF2-40B4-BE49-F238E27FC236}">
                <a16:creationId xmlns:a16="http://schemas.microsoft.com/office/drawing/2014/main" id="{465B2C83-02EC-4468-817C-03F226F50DCB}"/>
              </a:ext>
            </a:extLst>
          </p:cNvPr>
          <p:cNvSpPr>
            <a:spLocks xmlns:a="http://schemas.openxmlformats.org/drawingml/2006/main" noGrp="1"/>
          </p:cNvSpPr>
          <p:nvPr/>
        </p:nvSpPr>
        <p:spPr>
          <a:xfrm xmlns:a="http://schemas.openxmlformats.org/drawingml/2006/main">
            <a:off x="554926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2" name="Standardized person 79: affected">
            <a:extLst xmlns:a="http://schemas.openxmlformats.org/drawingml/2006/main">
              <a:ext uri="{FF2B5EF4-FFF2-40B4-BE49-F238E27FC236}">
                <a16:creationId xmlns:a16="http://schemas.microsoft.com/office/drawing/2014/main" id="{EFA397BC-46FE-4564-94B8-4FE45C1AA056}"/>
              </a:ext>
            </a:extLst>
          </p:cNvPr>
          <p:cNvSpPr>
            <a:spLocks xmlns:a="http://schemas.openxmlformats.org/drawingml/2006/main" noGrp="1"/>
          </p:cNvSpPr>
          <p:nvPr/>
        </p:nvSpPr>
        <p:spPr>
          <a:xfrm xmlns:a="http://schemas.openxmlformats.org/drawingml/2006/main">
            <a:off x="5680710"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3" name="Standardized person 80: affected">
            <a:extLst xmlns:a="http://schemas.openxmlformats.org/drawingml/2006/main">
              <a:ext uri="{FF2B5EF4-FFF2-40B4-BE49-F238E27FC236}">
                <a16:creationId xmlns:a16="http://schemas.microsoft.com/office/drawing/2014/main" id="{D34F2E35-5585-4990-915A-456597480C1F}"/>
              </a:ext>
            </a:extLst>
          </p:cNvPr>
          <p:cNvSpPr>
            <a:spLocks xmlns:a="http://schemas.openxmlformats.org/drawingml/2006/main" noGrp="1"/>
          </p:cNvSpPr>
          <p:nvPr/>
        </p:nvSpPr>
        <p:spPr>
          <a:xfrm xmlns:a="http://schemas.openxmlformats.org/drawingml/2006/main">
            <a:off x="5812155" y="2751582"/>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4" name="Standardized person 81: affected">
            <a:extLst xmlns:a="http://schemas.openxmlformats.org/drawingml/2006/main">
              <a:ext uri="{FF2B5EF4-FFF2-40B4-BE49-F238E27FC236}">
                <a16:creationId xmlns:a16="http://schemas.microsoft.com/office/drawing/2014/main" id="{35C2FDB3-1214-418D-8BD4-92A0F2B0851D}"/>
              </a:ext>
            </a:extLst>
          </p:cNvPr>
          <p:cNvSpPr>
            <a:spLocks xmlns:a="http://schemas.openxmlformats.org/drawingml/2006/main" noGrp="1"/>
          </p:cNvSpPr>
          <p:nvPr/>
        </p:nvSpPr>
        <p:spPr>
          <a:xfrm xmlns:a="http://schemas.openxmlformats.org/drawingml/2006/main">
            <a:off x="68580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5" name="Standardized person 82: affected">
            <a:extLst xmlns:a="http://schemas.openxmlformats.org/drawingml/2006/main">
              <a:ext uri="{FF2B5EF4-FFF2-40B4-BE49-F238E27FC236}">
                <a16:creationId xmlns:a16="http://schemas.microsoft.com/office/drawing/2014/main" id="{95229294-E5EA-4F5E-B768-347AF2640008}"/>
              </a:ext>
            </a:extLst>
          </p:cNvPr>
          <p:cNvSpPr>
            <a:spLocks xmlns:a="http://schemas.openxmlformats.org/drawingml/2006/main" noGrp="1"/>
          </p:cNvSpPr>
          <p:nvPr/>
        </p:nvSpPr>
        <p:spPr>
          <a:xfrm xmlns:a="http://schemas.openxmlformats.org/drawingml/2006/main">
            <a:off x="81724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6" name="Standardized person 83: affected">
            <a:extLst xmlns:a="http://schemas.openxmlformats.org/drawingml/2006/main">
              <a:ext uri="{FF2B5EF4-FFF2-40B4-BE49-F238E27FC236}">
                <a16:creationId xmlns:a16="http://schemas.microsoft.com/office/drawing/2014/main" id="{583F066B-E828-4032-AF13-2E078B886A8D}"/>
              </a:ext>
            </a:extLst>
          </p:cNvPr>
          <p:cNvSpPr>
            <a:spLocks xmlns:a="http://schemas.openxmlformats.org/drawingml/2006/main" noGrp="1"/>
          </p:cNvSpPr>
          <p:nvPr/>
        </p:nvSpPr>
        <p:spPr>
          <a:xfrm xmlns:a="http://schemas.openxmlformats.org/drawingml/2006/main">
            <a:off x="94869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7" name="Standardized person 84: affected">
            <a:extLst xmlns:a="http://schemas.openxmlformats.org/drawingml/2006/main">
              <a:ext uri="{FF2B5EF4-FFF2-40B4-BE49-F238E27FC236}">
                <a16:creationId xmlns:a16="http://schemas.microsoft.com/office/drawing/2014/main" id="{39A9CF2B-1D32-421E-B162-A44F58C3F54D}"/>
              </a:ext>
            </a:extLst>
          </p:cNvPr>
          <p:cNvSpPr>
            <a:spLocks xmlns:a="http://schemas.openxmlformats.org/drawingml/2006/main" noGrp="1"/>
          </p:cNvSpPr>
          <p:nvPr/>
        </p:nvSpPr>
        <p:spPr>
          <a:xfrm xmlns:a="http://schemas.openxmlformats.org/drawingml/2006/main">
            <a:off x="108013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8" name="Standardized person 85: affected">
            <a:extLst xmlns:a="http://schemas.openxmlformats.org/drawingml/2006/main">
              <a:ext uri="{FF2B5EF4-FFF2-40B4-BE49-F238E27FC236}">
                <a16:creationId xmlns:a16="http://schemas.microsoft.com/office/drawing/2014/main" id="{5EC5EE2C-247D-445A-9EEA-A4330300057A}"/>
              </a:ext>
            </a:extLst>
          </p:cNvPr>
          <p:cNvSpPr>
            <a:spLocks xmlns:a="http://schemas.openxmlformats.org/drawingml/2006/main" noGrp="1"/>
          </p:cNvSpPr>
          <p:nvPr/>
        </p:nvSpPr>
        <p:spPr>
          <a:xfrm xmlns:a="http://schemas.openxmlformats.org/drawingml/2006/main">
            <a:off x="121158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89" name="Standardized person 86: affected">
            <a:extLst xmlns:a="http://schemas.openxmlformats.org/drawingml/2006/main">
              <a:ext uri="{FF2B5EF4-FFF2-40B4-BE49-F238E27FC236}">
                <a16:creationId xmlns:a16="http://schemas.microsoft.com/office/drawing/2014/main" id="{18D2430C-946C-47C5-B5B1-695B3DA3C212}"/>
              </a:ext>
            </a:extLst>
          </p:cNvPr>
          <p:cNvSpPr>
            <a:spLocks xmlns:a="http://schemas.openxmlformats.org/drawingml/2006/main" noGrp="1"/>
          </p:cNvSpPr>
          <p:nvPr/>
        </p:nvSpPr>
        <p:spPr>
          <a:xfrm xmlns:a="http://schemas.openxmlformats.org/drawingml/2006/main">
            <a:off x="134302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0" name="Standardized person 87: affected">
            <a:extLst xmlns:a="http://schemas.openxmlformats.org/drawingml/2006/main">
              <a:ext uri="{FF2B5EF4-FFF2-40B4-BE49-F238E27FC236}">
                <a16:creationId xmlns:a16="http://schemas.microsoft.com/office/drawing/2014/main" id="{9C88A452-860E-4E94-9855-EC391151EC30}"/>
              </a:ext>
            </a:extLst>
          </p:cNvPr>
          <p:cNvSpPr>
            <a:spLocks xmlns:a="http://schemas.openxmlformats.org/drawingml/2006/main" noGrp="1"/>
          </p:cNvSpPr>
          <p:nvPr/>
        </p:nvSpPr>
        <p:spPr>
          <a:xfrm xmlns:a="http://schemas.openxmlformats.org/drawingml/2006/main">
            <a:off x="147447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1" name="Standardized person 88: affected">
            <a:extLst xmlns:a="http://schemas.openxmlformats.org/drawingml/2006/main">
              <a:ext uri="{FF2B5EF4-FFF2-40B4-BE49-F238E27FC236}">
                <a16:creationId xmlns:a16="http://schemas.microsoft.com/office/drawing/2014/main" id="{2A3055C8-6951-4DC7-8502-F61F8BA84BF8}"/>
              </a:ext>
            </a:extLst>
          </p:cNvPr>
          <p:cNvSpPr>
            <a:spLocks xmlns:a="http://schemas.openxmlformats.org/drawingml/2006/main" noGrp="1"/>
          </p:cNvSpPr>
          <p:nvPr/>
        </p:nvSpPr>
        <p:spPr>
          <a:xfrm xmlns:a="http://schemas.openxmlformats.org/drawingml/2006/main">
            <a:off x="160591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2" name="Standardized person 89: affected">
            <a:extLst xmlns:a="http://schemas.openxmlformats.org/drawingml/2006/main">
              <a:ext uri="{FF2B5EF4-FFF2-40B4-BE49-F238E27FC236}">
                <a16:creationId xmlns:a16="http://schemas.microsoft.com/office/drawing/2014/main" id="{8E6CBD1D-C03A-42B6-9144-03A8CA9F8EE9}"/>
              </a:ext>
            </a:extLst>
          </p:cNvPr>
          <p:cNvSpPr>
            <a:spLocks xmlns:a="http://schemas.openxmlformats.org/drawingml/2006/main" noGrp="1"/>
          </p:cNvSpPr>
          <p:nvPr/>
        </p:nvSpPr>
        <p:spPr>
          <a:xfrm xmlns:a="http://schemas.openxmlformats.org/drawingml/2006/main">
            <a:off x="173736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3" name="Standardized person 90: affected">
            <a:extLst xmlns:a="http://schemas.openxmlformats.org/drawingml/2006/main">
              <a:ext uri="{FF2B5EF4-FFF2-40B4-BE49-F238E27FC236}">
                <a16:creationId xmlns:a16="http://schemas.microsoft.com/office/drawing/2014/main" id="{013F40E6-8F9E-47F7-8DE7-B1F44E4EB530}"/>
              </a:ext>
            </a:extLst>
          </p:cNvPr>
          <p:cNvSpPr>
            <a:spLocks xmlns:a="http://schemas.openxmlformats.org/drawingml/2006/main" noGrp="1"/>
          </p:cNvSpPr>
          <p:nvPr/>
        </p:nvSpPr>
        <p:spPr>
          <a:xfrm xmlns:a="http://schemas.openxmlformats.org/drawingml/2006/main">
            <a:off x="186880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4" name="Standardized person 91: affected">
            <a:extLst xmlns:a="http://schemas.openxmlformats.org/drawingml/2006/main">
              <a:ext uri="{FF2B5EF4-FFF2-40B4-BE49-F238E27FC236}">
                <a16:creationId xmlns:a16="http://schemas.microsoft.com/office/drawing/2014/main" id="{39449BB8-0413-4456-80B5-75BE1E0B6486}"/>
              </a:ext>
            </a:extLst>
          </p:cNvPr>
          <p:cNvSpPr>
            <a:spLocks xmlns:a="http://schemas.openxmlformats.org/drawingml/2006/main" noGrp="1"/>
          </p:cNvSpPr>
          <p:nvPr/>
        </p:nvSpPr>
        <p:spPr>
          <a:xfrm xmlns:a="http://schemas.openxmlformats.org/drawingml/2006/main">
            <a:off x="200025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5" name="Standardized person 92: affected">
            <a:extLst xmlns:a="http://schemas.openxmlformats.org/drawingml/2006/main">
              <a:ext uri="{FF2B5EF4-FFF2-40B4-BE49-F238E27FC236}">
                <a16:creationId xmlns:a16="http://schemas.microsoft.com/office/drawing/2014/main" id="{5983FA1C-DF6A-4CF5-9B27-CCB731F8D5B4}"/>
              </a:ext>
            </a:extLst>
          </p:cNvPr>
          <p:cNvSpPr>
            <a:spLocks xmlns:a="http://schemas.openxmlformats.org/drawingml/2006/main" noGrp="1"/>
          </p:cNvSpPr>
          <p:nvPr/>
        </p:nvSpPr>
        <p:spPr>
          <a:xfrm xmlns:a="http://schemas.openxmlformats.org/drawingml/2006/main">
            <a:off x="213169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6" name="Standardized person 93: affected">
            <a:extLst xmlns:a="http://schemas.openxmlformats.org/drawingml/2006/main">
              <a:ext uri="{FF2B5EF4-FFF2-40B4-BE49-F238E27FC236}">
                <a16:creationId xmlns:a16="http://schemas.microsoft.com/office/drawing/2014/main" id="{E71600C8-6388-4681-B084-63107D59D2B0}"/>
              </a:ext>
            </a:extLst>
          </p:cNvPr>
          <p:cNvSpPr>
            <a:spLocks xmlns:a="http://schemas.openxmlformats.org/drawingml/2006/main" noGrp="1"/>
          </p:cNvSpPr>
          <p:nvPr/>
        </p:nvSpPr>
        <p:spPr>
          <a:xfrm xmlns:a="http://schemas.openxmlformats.org/drawingml/2006/main">
            <a:off x="226314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7" name="Standardized person 94: affected">
            <a:extLst xmlns:a="http://schemas.openxmlformats.org/drawingml/2006/main">
              <a:ext uri="{FF2B5EF4-FFF2-40B4-BE49-F238E27FC236}">
                <a16:creationId xmlns:a16="http://schemas.microsoft.com/office/drawing/2014/main" id="{FF7CC2F5-2DDF-49C6-9475-1A39AECE0985}"/>
              </a:ext>
            </a:extLst>
          </p:cNvPr>
          <p:cNvSpPr>
            <a:spLocks xmlns:a="http://schemas.openxmlformats.org/drawingml/2006/main" noGrp="1"/>
          </p:cNvSpPr>
          <p:nvPr/>
        </p:nvSpPr>
        <p:spPr>
          <a:xfrm xmlns:a="http://schemas.openxmlformats.org/drawingml/2006/main">
            <a:off x="239458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8" name="Standardized person 95: affected">
            <a:extLst xmlns:a="http://schemas.openxmlformats.org/drawingml/2006/main">
              <a:ext uri="{FF2B5EF4-FFF2-40B4-BE49-F238E27FC236}">
                <a16:creationId xmlns:a16="http://schemas.microsoft.com/office/drawing/2014/main" id="{E698F747-F80E-499F-BECC-5F09339A1AC5}"/>
              </a:ext>
            </a:extLst>
          </p:cNvPr>
          <p:cNvSpPr>
            <a:spLocks xmlns:a="http://schemas.openxmlformats.org/drawingml/2006/main" noGrp="1"/>
          </p:cNvSpPr>
          <p:nvPr/>
        </p:nvSpPr>
        <p:spPr>
          <a:xfrm xmlns:a="http://schemas.openxmlformats.org/drawingml/2006/main">
            <a:off x="252603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99" name="Standardized person 96: affected">
            <a:extLst xmlns:a="http://schemas.openxmlformats.org/drawingml/2006/main">
              <a:ext uri="{FF2B5EF4-FFF2-40B4-BE49-F238E27FC236}">
                <a16:creationId xmlns:a16="http://schemas.microsoft.com/office/drawing/2014/main" id="{E16C1947-D455-4D13-A394-557C1F495D5C}"/>
              </a:ext>
            </a:extLst>
          </p:cNvPr>
          <p:cNvSpPr>
            <a:spLocks xmlns:a="http://schemas.openxmlformats.org/drawingml/2006/main" noGrp="1"/>
          </p:cNvSpPr>
          <p:nvPr/>
        </p:nvSpPr>
        <p:spPr>
          <a:xfrm xmlns:a="http://schemas.openxmlformats.org/drawingml/2006/main">
            <a:off x="265747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0" name="Standardized person 97: affected">
            <a:extLst xmlns:a="http://schemas.openxmlformats.org/drawingml/2006/main">
              <a:ext uri="{FF2B5EF4-FFF2-40B4-BE49-F238E27FC236}">
                <a16:creationId xmlns:a16="http://schemas.microsoft.com/office/drawing/2014/main" id="{9E53881B-A397-4B20-87BF-7B51996F2B04}"/>
              </a:ext>
            </a:extLst>
          </p:cNvPr>
          <p:cNvSpPr>
            <a:spLocks xmlns:a="http://schemas.openxmlformats.org/drawingml/2006/main" noGrp="1"/>
          </p:cNvSpPr>
          <p:nvPr/>
        </p:nvSpPr>
        <p:spPr>
          <a:xfrm xmlns:a="http://schemas.openxmlformats.org/drawingml/2006/main">
            <a:off x="278892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1" name="Standardized person 98: affected">
            <a:extLst xmlns:a="http://schemas.openxmlformats.org/drawingml/2006/main">
              <a:ext uri="{FF2B5EF4-FFF2-40B4-BE49-F238E27FC236}">
                <a16:creationId xmlns:a16="http://schemas.microsoft.com/office/drawing/2014/main" id="{4AA45F8E-1024-46A4-A09C-27CB179EA15D}"/>
              </a:ext>
            </a:extLst>
          </p:cNvPr>
          <p:cNvSpPr>
            <a:spLocks xmlns:a="http://schemas.openxmlformats.org/drawingml/2006/main" noGrp="1"/>
          </p:cNvSpPr>
          <p:nvPr/>
        </p:nvSpPr>
        <p:spPr>
          <a:xfrm xmlns:a="http://schemas.openxmlformats.org/drawingml/2006/main">
            <a:off x="292036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2" name="Standardized person 99: affected">
            <a:extLst xmlns:a="http://schemas.openxmlformats.org/drawingml/2006/main">
              <a:ext uri="{FF2B5EF4-FFF2-40B4-BE49-F238E27FC236}">
                <a16:creationId xmlns:a16="http://schemas.microsoft.com/office/drawing/2014/main" id="{7D277B75-0F3A-470A-B38E-704C1134AA79}"/>
              </a:ext>
            </a:extLst>
          </p:cNvPr>
          <p:cNvSpPr>
            <a:spLocks xmlns:a="http://schemas.openxmlformats.org/drawingml/2006/main" noGrp="1"/>
          </p:cNvSpPr>
          <p:nvPr/>
        </p:nvSpPr>
        <p:spPr>
          <a:xfrm xmlns:a="http://schemas.openxmlformats.org/drawingml/2006/main">
            <a:off x="305181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3" name="Standardized person 100: affected">
            <a:extLst xmlns:a="http://schemas.openxmlformats.org/drawingml/2006/main">
              <a:ext uri="{FF2B5EF4-FFF2-40B4-BE49-F238E27FC236}">
                <a16:creationId xmlns:a16="http://schemas.microsoft.com/office/drawing/2014/main" id="{8CD3FE86-39AB-4B4C-91DE-1D1366B21987}"/>
              </a:ext>
            </a:extLst>
          </p:cNvPr>
          <p:cNvSpPr>
            <a:spLocks xmlns:a="http://schemas.openxmlformats.org/drawingml/2006/main" noGrp="1"/>
          </p:cNvSpPr>
          <p:nvPr/>
        </p:nvSpPr>
        <p:spPr>
          <a:xfrm xmlns:a="http://schemas.openxmlformats.org/drawingml/2006/main">
            <a:off x="318325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4" name="Standardized person 101: affected">
            <a:extLst xmlns:a="http://schemas.openxmlformats.org/drawingml/2006/main">
              <a:ext uri="{FF2B5EF4-FFF2-40B4-BE49-F238E27FC236}">
                <a16:creationId xmlns:a16="http://schemas.microsoft.com/office/drawing/2014/main" id="{5F3126A9-F734-449A-B761-2C929B17C5F7}"/>
              </a:ext>
            </a:extLst>
          </p:cNvPr>
          <p:cNvSpPr>
            <a:spLocks xmlns:a="http://schemas.openxmlformats.org/drawingml/2006/main" noGrp="1"/>
          </p:cNvSpPr>
          <p:nvPr/>
        </p:nvSpPr>
        <p:spPr>
          <a:xfrm xmlns:a="http://schemas.openxmlformats.org/drawingml/2006/main">
            <a:off x="331470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5" name="Standardized person 102: affected">
            <a:extLst xmlns:a="http://schemas.openxmlformats.org/drawingml/2006/main">
              <a:ext uri="{FF2B5EF4-FFF2-40B4-BE49-F238E27FC236}">
                <a16:creationId xmlns:a16="http://schemas.microsoft.com/office/drawing/2014/main" id="{6368F844-F1C5-48C6-B5F9-49A9EA6BDBAB}"/>
              </a:ext>
            </a:extLst>
          </p:cNvPr>
          <p:cNvSpPr>
            <a:spLocks xmlns:a="http://schemas.openxmlformats.org/drawingml/2006/main" noGrp="1"/>
          </p:cNvSpPr>
          <p:nvPr/>
        </p:nvSpPr>
        <p:spPr>
          <a:xfrm xmlns:a="http://schemas.openxmlformats.org/drawingml/2006/main">
            <a:off x="344614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6" name="Standardized person 103: affected">
            <a:extLst xmlns:a="http://schemas.openxmlformats.org/drawingml/2006/main">
              <a:ext uri="{FF2B5EF4-FFF2-40B4-BE49-F238E27FC236}">
                <a16:creationId xmlns:a16="http://schemas.microsoft.com/office/drawing/2014/main" id="{3A379066-FFFA-4F6D-943F-A8D8007545DE}"/>
              </a:ext>
            </a:extLst>
          </p:cNvPr>
          <p:cNvSpPr>
            <a:spLocks xmlns:a="http://schemas.openxmlformats.org/drawingml/2006/main" noGrp="1"/>
          </p:cNvSpPr>
          <p:nvPr/>
        </p:nvSpPr>
        <p:spPr>
          <a:xfrm xmlns:a="http://schemas.openxmlformats.org/drawingml/2006/main">
            <a:off x="357759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7" name="Standardized person 104: affected">
            <a:extLst xmlns:a="http://schemas.openxmlformats.org/drawingml/2006/main">
              <a:ext uri="{FF2B5EF4-FFF2-40B4-BE49-F238E27FC236}">
                <a16:creationId xmlns:a16="http://schemas.microsoft.com/office/drawing/2014/main" id="{F0CAD2C6-E9AC-495E-B6B5-DE73C8FDA3C4}"/>
              </a:ext>
            </a:extLst>
          </p:cNvPr>
          <p:cNvSpPr>
            <a:spLocks xmlns:a="http://schemas.openxmlformats.org/drawingml/2006/main" noGrp="1"/>
          </p:cNvSpPr>
          <p:nvPr/>
        </p:nvSpPr>
        <p:spPr>
          <a:xfrm xmlns:a="http://schemas.openxmlformats.org/drawingml/2006/main">
            <a:off x="370903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8" name="Standardized person 105: affected">
            <a:extLst xmlns:a="http://schemas.openxmlformats.org/drawingml/2006/main">
              <a:ext uri="{FF2B5EF4-FFF2-40B4-BE49-F238E27FC236}">
                <a16:creationId xmlns:a16="http://schemas.microsoft.com/office/drawing/2014/main" id="{5DF1E6B3-308F-45E2-BE8D-9A0E11BC337E}"/>
              </a:ext>
            </a:extLst>
          </p:cNvPr>
          <p:cNvSpPr>
            <a:spLocks xmlns:a="http://schemas.openxmlformats.org/drawingml/2006/main" noGrp="1"/>
          </p:cNvSpPr>
          <p:nvPr/>
        </p:nvSpPr>
        <p:spPr>
          <a:xfrm xmlns:a="http://schemas.openxmlformats.org/drawingml/2006/main">
            <a:off x="384048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09" name="Standardized person 106: affected">
            <a:extLst xmlns:a="http://schemas.openxmlformats.org/drawingml/2006/main">
              <a:ext uri="{FF2B5EF4-FFF2-40B4-BE49-F238E27FC236}">
                <a16:creationId xmlns:a16="http://schemas.microsoft.com/office/drawing/2014/main" id="{F0AF5B3A-E423-48F0-B5F7-2ACE99AE4B7B}"/>
              </a:ext>
            </a:extLst>
          </p:cNvPr>
          <p:cNvSpPr>
            <a:spLocks xmlns:a="http://schemas.openxmlformats.org/drawingml/2006/main" noGrp="1"/>
          </p:cNvSpPr>
          <p:nvPr/>
        </p:nvSpPr>
        <p:spPr>
          <a:xfrm xmlns:a="http://schemas.openxmlformats.org/drawingml/2006/main">
            <a:off x="397192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0" name="Standardized person 107: affected">
            <a:extLst xmlns:a="http://schemas.openxmlformats.org/drawingml/2006/main">
              <a:ext uri="{FF2B5EF4-FFF2-40B4-BE49-F238E27FC236}">
                <a16:creationId xmlns:a16="http://schemas.microsoft.com/office/drawing/2014/main" id="{625399FE-04C1-4802-A8D5-51338F4D719D}"/>
              </a:ext>
            </a:extLst>
          </p:cNvPr>
          <p:cNvSpPr>
            <a:spLocks xmlns:a="http://schemas.openxmlformats.org/drawingml/2006/main" noGrp="1"/>
          </p:cNvSpPr>
          <p:nvPr/>
        </p:nvSpPr>
        <p:spPr>
          <a:xfrm xmlns:a="http://schemas.openxmlformats.org/drawingml/2006/main">
            <a:off x="410337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1" name="Standardized person 108: affected">
            <a:extLst xmlns:a="http://schemas.openxmlformats.org/drawingml/2006/main">
              <a:ext uri="{FF2B5EF4-FFF2-40B4-BE49-F238E27FC236}">
                <a16:creationId xmlns:a16="http://schemas.microsoft.com/office/drawing/2014/main" id="{EF3CAD98-F9F0-4B86-AA37-2041DA597192}"/>
              </a:ext>
            </a:extLst>
          </p:cNvPr>
          <p:cNvSpPr>
            <a:spLocks xmlns:a="http://schemas.openxmlformats.org/drawingml/2006/main" noGrp="1"/>
          </p:cNvSpPr>
          <p:nvPr/>
        </p:nvSpPr>
        <p:spPr>
          <a:xfrm xmlns:a="http://schemas.openxmlformats.org/drawingml/2006/main">
            <a:off x="423481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2" name="Standardized person 109: affected">
            <a:extLst xmlns:a="http://schemas.openxmlformats.org/drawingml/2006/main">
              <a:ext uri="{FF2B5EF4-FFF2-40B4-BE49-F238E27FC236}">
                <a16:creationId xmlns:a16="http://schemas.microsoft.com/office/drawing/2014/main" id="{E1AE0F8F-27D8-40FE-B412-BA5D2BECF6EE}"/>
              </a:ext>
            </a:extLst>
          </p:cNvPr>
          <p:cNvSpPr>
            <a:spLocks xmlns:a="http://schemas.openxmlformats.org/drawingml/2006/main" noGrp="1"/>
          </p:cNvSpPr>
          <p:nvPr/>
        </p:nvSpPr>
        <p:spPr>
          <a:xfrm xmlns:a="http://schemas.openxmlformats.org/drawingml/2006/main">
            <a:off x="436626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3" name="Standardized person 110: affected">
            <a:extLst xmlns:a="http://schemas.openxmlformats.org/drawingml/2006/main">
              <a:ext uri="{FF2B5EF4-FFF2-40B4-BE49-F238E27FC236}">
                <a16:creationId xmlns:a16="http://schemas.microsoft.com/office/drawing/2014/main" id="{0DC2C18D-B7BB-4879-B006-C2022BE34114}"/>
              </a:ext>
            </a:extLst>
          </p:cNvPr>
          <p:cNvSpPr>
            <a:spLocks xmlns:a="http://schemas.openxmlformats.org/drawingml/2006/main" noGrp="1"/>
          </p:cNvSpPr>
          <p:nvPr/>
        </p:nvSpPr>
        <p:spPr>
          <a:xfrm xmlns:a="http://schemas.openxmlformats.org/drawingml/2006/main">
            <a:off x="449770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4" name="Standardized person 111: affected">
            <a:extLst xmlns:a="http://schemas.openxmlformats.org/drawingml/2006/main">
              <a:ext uri="{FF2B5EF4-FFF2-40B4-BE49-F238E27FC236}">
                <a16:creationId xmlns:a16="http://schemas.microsoft.com/office/drawing/2014/main" id="{B5EC2B99-00AA-4D89-8B66-773ADBE68F30}"/>
              </a:ext>
            </a:extLst>
          </p:cNvPr>
          <p:cNvSpPr>
            <a:spLocks xmlns:a="http://schemas.openxmlformats.org/drawingml/2006/main" noGrp="1"/>
          </p:cNvSpPr>
          <p:nvPr/>
        </p:nvSpPr>
        <p:spPr>
          <a:xfrm xmlns:a="http://schemas.openxmlformats.org/drawingml/2006/main">
            <a:off x="462915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5" name="Standardized person 112: affected">
            <a:extLst xmlns:a="http://schemas.openxmlformats.org/drawingml/2006/main">
              <a:ext uri="{FF2B5EF4-FFF2-40B4-BE49-F238E27FC236}">
                <a16:creationId xmlns:a16="http://schemas.microsoft.com/office/drawing/2014/main" id="{98D5F038-4198-47CC-BEB7-5F876B733E47}"/>
              </a:ext>
            </a:extLst>
          </p:cNvPr>
          <p:cNvSpPr>
            <a:spLocks xmlns:a="http://schemas.openxmlformats.org/drawingml/2006/main" noGrp="1"/>
          </p:cNvSpPr>
          <p:nvPr/>
        </p:nvSpPr>
        <p:spPr>
          <a:xfrm xmlns:a="http://schemas.openxmlformats.org/drawingml/2006/main">
            <a:off x="476059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6" name="Standardized person 113: affected">
            <a:extLst xmlns:a="http://schemas.openxmlformats.org/drawingml/2006/main">
              <a:ext uri="{FF2B5EF4-FFF2-40B4-BE49-F238E27FC236}">
                <a16:creationId xmlns:a16="http://schemas.microsoft.com/office/drawing/2014/main" id="{07926AB2-13BC-432E-8119-0F479930648D}"/>
              </a:ext>
            </a:extLst>
          </p:cNvPr>
          <p:cNvSpPr>
            <a:spLocks xmlns:a="http://schemas.openxmlformats.org/drawingml/2006/main" noGrp="1"/>
          </p:cNvSpPr>
          <p:nvPr/>
        </p:nvSpPr>
        <p:spPr>
          <a:xfrm xmlns:a="http://schemas.openxmlformats.org/drawingml/2006/main">
            <a:off x="489204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7" name="Standardized person 114: affected">
            <a:extLst xmlns:a="http://schemas.openxmlformats.org/drawingml/2006/main">
              <a:ext uri="{FF2B5EF4-FFF2-40B4-BE49-F238E27FC236}">
                <a16:creationId xmlns:a16="http://schemas.microsoft.com/office/drawing/2014/main" id="{F77A60ED-886B-4802-B5F0-B7D19BC7009A}"/>
              </a:ext>
            </a:extLst>
          </p:cNvPr>
          <p:cNvSpPr>
            <a:spLocks xmlns:a="http://schemas.openxmlformats.org/drawingml/2006/main" noGrp="1"/>
          </p:cNvSpPr>
          <p:nvPr/>
        </p:nvSpPr>
        <p:spPr>
          <a:xfrm xmlns:a="http://schemas.openxmlformats.org/drawingml/2006/main">
            <a:off x="502348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8" name="Standardized person 115: affected">
            <a:extLst xmlns:a="http://schemas.openxmlformats.org/drawingml/2006/main">
              <a:ext uri="{FF2B5EF4-FFF2-40B4-BE49-F238E27FC236}">
                <a16:creationId xmlns:a16="http://schemas.microsoft.com/office/drawing/2014/main" id="{CD9642C4-F88F-445A-82B3-E8A866BCE50D}"/>
              </a:ext>
            </a:extLst>
          </p:cNvPr>
          <p:cNvSpPr>
            <a:spLocks xmlns:a="http://schemas.openxmlformats.org/drawingml/2006/main" noGrp="1"/>
          </p:cNvSpPr>
          <p:nvPr/>
        </p:nvSpPr>
        <p:spPr>
          <a:xfrm xmlns:a="http://schemas.openxmlformats.org/drawingml/2006/main">
            <a:off x="515493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19" name="Standardized person 116: affected">
            <a:extLst xmlns:a="http://schemas.openxmlformats.org/drawingml/2006/main">
              <a:ext uri="{FF2B5EF4-FFF2-40B4-BE49-F238E27FC236}">
                <a16:creationId xmlns:a16="http://schemas.microsoft.com/office/drawing/2014/main" id="{6996DE72-3455-4EE3-B5AA-14282ED02645}"/>
              </a:ext>
            </a:extLst>
          </p:cNvPr>
          <p:cNvSpPr>
            <a:spLocks xmlns:a="http://schemas.openxmlformats.org/drawingml/2006/main" noGrp="1"/>
          </p:cNvSpPr>
          <p:nvPr/>
        </p:nvSpPr>
        <p:spPr>
          <a:xfrm xmlns:a="http://schemas.openxmlformats.org/drawingml/2006/main">
            <a:off x="528637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0" name="Standardized person 117: affected">
            <a:extLst xmlns:a="http://schemas.openxmlformats.org/drawingml/2006/main">
              <a:ext uri="{FF2B5EF4-FFF2-40B4-BE49-F238E27FC236}">
                <a16:creationId xmlns:a16="http://schemas.microsoft.com/office/drawing/2014/main" id="{E67BC5A8-B0A1-46B6-9E54-9DC1F8E46299}"/>
              </a:ext>
            </a:extLst>
          </p:cNvPr>
          <p:cNvSpPr>
            <a:spLocks xmlns:a="http://schemas.openxmlformats.org/drawingml/2006/main" noGrp="1"/>
          </p:cNvSpPr>
          <p:nvPr/>
        </p:nvSpPr>
        <p:spPr>
          <a:xfrm xmlns:a="http://schemas.openxmlformats.org/drawingml/2006/main">
            <a:off x="541782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1" name="Standardized person 118: affected">
            <a:extLst xmlns:a="http://schemas.openxmlformats.org/drawingml/2006/main">
              <a:ext uri="{FF2B5EF4-FFF2-40B4-BE49-F238E27FC236}">
                <a16:creationId xmlns:a16="http://schemas.microsoft.com/office/drawing/2014/main" id="{D6C535B0-5A9A-462D-A5DF-D273661F810F}"/>
              </a:ext>
            </a:extLst>
          </p:cNvPr>
          <p:cNvSpPr>
            <a:spLocks xmlns:a="http://schemas.openxmlformats.org/drawingml/2006/main" noGrp="1"/>
          </p:cNvSpPr>
          <p:nvPr/>
        </p:nvSpPr>
        <p:spPr>
          <a:xfrm xmlns:a="http://schemas.openxmlformats.org/drawingml/2006/main">
            <a:off x="554926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2" name="Standardized person 119: affected">
            <a:extLst xmlns:a="http://schemas.openxmlformats.org/drawingml/2006/main">
              <a:ext uri="{FF2B5EF4-FFF2-40B4-BE49-F238E27FC236}">
                <a16:creationId xmlns:a16="http://schemas.microsoft.com/office/drawing/2014/main" id="{EEFB74C7-F06E-4546-A8BF-38096E594D8D}"/>
              </a:ext>
            </a:extLst>
          </p:cNvPr>
          <p:cNvSpPr>
            <a:spLocks xmlns:a="http://schemas.openxmlformats.org/drawingml/2006/main" noGrp="1"/>
          </p:cNvSpPr>
          <p:nvPr/>
        </p:nvSpPr>
        <p:spPr>
          <a:xfrm xmlns:a="http://schemas.openxmlformats.org/drawingml/2006/main">
            <a:off x="5680710"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3" name="Standardized person 120: affected">
            <a:extLst xmlns:a="http://schemas.openxmlformats.org/drawingml/2006/main">
              <a:ext uri="{FF2B5EF4-FFF2-40B4-BE49-F238E27FC236}">
                <a16:creationId xmlns:a16="http://schemas.microsoft.com/office/drawing/2014/main" id="{F986ADC3-104D-40B7-A55B-483331360D19}"/>
              </a:ext>
            </a:extLst>
          </p:cNvPr>
          <p:cNvSpPr>
            <a:spLocks xmlns:a="http://schemas.openxmlformats.org/drawingml/2006/main" noGrp="1"/>
          </p:cNvSpPr>
          <p:nvPr/>
        </p:nvSpPr>
        <p:spPr>
          <a:xfrm xmlns:a="http://schemas.openxmlformats.org/drawingml/2006/main">
            <a:off x="5812155" y="2855214"/>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4" name="Standardized person 121: affected">
            <a:extLst xmlns:a="http://schemas.openxmlformats.org/drawingml/2006/main">
              <a:ext uri="{FF2B5EF4-FFF2-40B4-BE49-F238E27FC236}">
                <a16:creationId xmlns:a16="http://schemas.microsoft.com/office/drawing/2014/main" id="{65E70CC7-CD85-4ECE-8BE1-E389BDDAAE24}"/>
              </a:ext>
            </a:extLst>
          </p:cNvPr>
          <p:cNvSpPr>
            <a:spLocks xmlns:a="http://schemas.openxmlformats.org/drawingml/2006/main" noGrp="1"/>
          </p:cNvSpPr>
          <p:nvPr/>
        </p:nvSpPr>
        <p:spPr>
          <a:xfrm xmlns:a="http://schemas.openxmlformats.org/drawingml/2006/main">
            <a:off x="68580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5" name="Standardized person 122: affected">
            <a:extLst xmlns:a="http://schemas.openxmlformats.org/drawingml/2006/main">
              <a:ext uri="{FF2B5EF4-FFF2-40B4-BE49-F238E27FC236}">
                <a16:creationId xmlns:a16="http://schemas.microsoft.com/office/drawing/2014/main" id="{C0BDC450-6E9B-42D8-997B-62FA683FD7AB}"/>
              </a:ext>
            </a:extLst>
          </p:cNvPr>
          <p:cNvSpPr>
            <a:spLocks xmlns:a="http://schemas.openxmlformats.org/drawingml/2006/main" noGrp="1"/>
          </p:cNvSpPr>
          <p:nvPr/>
        </p:nvSpPr>
        <p:spPr>
          <a:xfrm xmlns:a="http://schemas.openxmlformats.org/drawingml/2006/main">
            <a:off x="81724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6" name="Standardized person 123: affected">
            <a:extLst xmlns:a="http://schemas.openxmlformats.org/drawingml/2006/main">
              <a:ext uri="{FF2B5EF4-FFF2-40B4-BE49-F238E27FC236}">
                <a16:creationId xmlns:a16="http://schemas.microsoft.com/office/drawing/2014/main" id="{3F613817-681A-4755-A43F-7BFB9BB7527B}"/>
              </a:ext>
            </a:extLst>
          </p:cNvPr>
          <p:cNvSpPr>
            <a:spLocks xmlns:a="http://schemas.openxmlformats.org/drawingml/2006/main" noGrp="1"/>
          </p:cNvSpPr>
          <p:nvPr/>
        </p:nvSpPr>
        <p:spPr>
          <a:xfrm xmlns:a="http://schemas.openxmlformats.org/drawingml/2006/main">
            <a:off x="94869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7" name="Standardized person 124: affected">
            <a:extLst xmlns:a="http://schemas.openxmlformats.org/drawingml/2006/main">
              <a:ext uri="{FF2B5EF4-FFF2-40B4-BE49-F238E27FC236}">
                <a16:creationId xmlns:a16="http://schemas.microsoft.com/office/drawing/2014/main" id="{B841CEEA-B737-40EA-AFD6-A1108C47DF3C}"/>
              </a:ext>
            </a:extLst>
          </p:cNvPr>
          <p:cNvSpPr>
            <a:spLocks xmlns:a="http://schemas.openxmlformats.org/drawingml/2006/main" noGrp="1"/>
          </p:cNvSpPr>
          <p:nvPr/>
        </p:nvSpPr>
        <p:spPr>
          <a:xfrm xmlns:a="http://schemas.openxmlformats.org/drawingml/2006/main">
            <a:off x="108013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8" name="Standardized person 125: affected">
            <a:extLst xmlns:a="http://schemas.openxmlformats.org/drawingml/2006/main">
              <a:ext uri="{FF2B5EF4-FFF2-40B4-BE49-F238E27FC236}">
                <a16:creationId xmlns:a16="http://schemas.microsoft.com/office/drawing/2014/main" id="{68157C12-D37D-410F-834B-6164B77AED99}"/>
              </a:ext>
            </a:extLst>
          </p:cNvPr>
          <p:cNvSpPr>
            <a:spLocks xmlns:a="http://schemas.openxmlformats.org/drawingml/2006/main" noGrp="1"/>
          </p:cNvSpPr>
          <p:nvPr/>
        </p:nvSpPr>
        <p:spPr>
          <a:xfrm xmlns:a="http://schemas.openxmlformats.org/drawingml/2006/main">
            <a:off x="121158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29" name="Standardized person 126: affected">
            <a:extLst xmlns:a="http://schemas.openxmlformats.org/drawingml/2006/main">
              <a:ext uri="{FF2B5EF4-FFF2-40B4-BE49-F238E27FC236}">
                <a16:creationId xmlns:a16="http://schemas.microsoft.com/office/drawing/2014/main" id="{940B059F-A057-4A06-B810-DD50E0D70F7A}"/>
              </a:ext>
            </a:extLst>
          </p:cNvPr>
          <p:cNvSpPr>
            <a:spLocks xmlns:a="http://schemas.openxmlformats.org/drawingml/2006/main" noGrp="1"/>
          </p:cNvSpPr>
          <p:nvPr/>
        </p:nvSpPr>
        <p:spPr>
          <a:xfrm xmlns:a="http://schemas.openxmlformats.org/drawingml/2006/main">
            <a:off x="134302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0" name="Standardized person 127: affected">
            <a:extLst xmlns:a="http://schemas.openxmlformats.org/drawingml/2006/main">
              <a:ext uri="{FF2B5EF4-FFF2-40B4-BE49-F238E27FC236}">
                <a16:creationId xmlns:a16="http://schemas.microsoft.com/office/drawing/2014/main" id="{AA4C162E-3C3E-459D-9FF1-282B149CEFCA}"/>
              </a:ext>
            </a:extLst>
          </p:cNvPr>
          <p:cNvSpPr>
            <a:spLocks xmlns:a="http://schemas.openxmlformats.org/drawingml/2006/main" noGrp="1"/>
          </p:cNvSpPr>
          <p:nvPr/>
        </p:nvSpPr>
        <p:spPr>
          <a:xfrm xmlns:a="http://schemas.openxmlformats.org/drawingml/2006/main">
            <a:off x="147447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1" name="Standardized person 128: affected">
            <a:extLst xmlns:a="http://schemas.openxmlformats.org/drawingml/2006/main">
              <a:ext uri="{FF2B5EF4-FFF2-40B4-BE49-F238E27FC236}">
                <a16:creationId xmlns:a16="http://schemas.microsoft.com/office/drawing/2014/main" id="{8D0969E7-00FB-42A1-91D3-80D9D1F6F471}"/>
              </a:ext>
            </a:extLst>
          </p:cNvPr>
          <p:cNvSpPr>
            <a:spLocks xmlns:a="http://schemas.openxmlformats.org/drawingml/2006/main" noGrp="1"/>
          </p:cNvSpPr>
          <p:nvPr/>
        </p:nvSpPr>
        <p:spPr>
          <a:xfrm xmlns:a="http://schemas.openxmlformats.org/drawingml/2006/main">
            <a:off x="160591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2" name="Standardized person 129: affected">
            <a:extLst xmlns:a="http://schemas.openxmlformats.org/drawingml/2006/main">
              <a:ext uri="{FF2B5EF4-FFF2-40B4-BE49-F238E27FC236}">
                <a16:creationId xmlns:a16="http://schemas.microsoft.com/office/drawing/2014/main" id="{3BEF9073-2F43-4861-B810-BB3295BF2638}"/>
              </a:ext>
            </a:extLst>
          </p:cNvPr>
          <p:cNvSpPr>
            <a:spLocks xmlns:a="http://schemas.openxmlformats.org/drawingml/2006/main" noGrp="1"/>
          </p:cNvSpPr>
          <p:nvPr/>
        </p:nvSpPr>
        <p:spPr>
          <a:xfrm xmlns:a="http://schemas.openxmlformats.org/drawingml/2006/main">
            <a:off x="173736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3" name="Standardized person 130: affected">
            <a:extLst xmlns:a="http://schemas.openxmlformats.org/drawingml/2006/main">
              <a:ext uri="{FF2B5EF4-FFF2-40B4-BE49-F238E27FC236}">
                <a16:creationId xmlns:a16="http://schemas.microsoft.com/office/drawing/2014/main" id="{63E0C26F-2502-4B67-97A4-13887961E0EC}"/>
              </a:ext>
            </a:extLst>
          </p:cNvPr>
          <p:cNvSpPr>
            <a:spLocks xmlns:a="http://schemas.openxmlformats.org/drawingml/2006/main" noGrp="1"/>
          </p:cNvSpPr>
          <p:nvPr/>
        </p:nvSpPr>
        <p:spPr>
          <a:xfrm xmlns:a="http://schemas.openxmlformats.org/drawingml/2006/main">
            <a:off x="186880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4" name="Standardized person 131: affected">
            <a:extLst xmlns:a="http://schemas.openxmlformats.org/drawingml/2006/main">
              <a:ext uri="{FF2B5EF4-FFF2-40B4-BE49-F238E27FC236}">
                <a16:creationId xmlns:a16="http://schemas.microsoft.com/office/drawing/2014/main" id="{1531FE1C-A07A-417A-9D55-535C63ABCA5A}"/>
              </a:ext>
            </a:extLst>
          </p:cNvPr>
          <p:cNvSpPr>
            <a:spLocks xmlns:a="http://schemas.openxmlformats.org/drawingml/2006/main" noGrp="1"/>
          </p:cNvSpPr>
          <p:nvPr/>
        </p:nvSpPr>
        <p:spPr>
          <a:xfrm xmlns:a="http://schemas.openxmlformats.org/drawingml/2006/main">
            <a:off x="200025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5" name="Standardized person 132: affected">
            <a:extLst xmlns:a="http://schemas.openxmlformats.org/drawingml/2006/main">
              <a:ext uri="{FF2B5EF4-FFF2-40B4-BE49-F238E27FC236}">
                <a16:creationId xmlns:a16="http://schemas.microsoft.com/office/drawing/2014/main" id="{769C3C31-EAD6-4E26-875B-FE62C02B643C}"/>
              </a:ext>
            </a:extLst>
          </p:cNvPr>
          <p:cNvSpPr>
            <a:spLocks xmlns:a="http://schemas.openxmlformats.org/drawingml/2006/main" noGrp="1"/>
          </p:cNvSpPr>
          <p:nvPr/>
        </p:nvSpPr>
        <p:spPr>
          <a:xfrm xmlns:a="http://schemas.openxmlformats.org/drawingml/2006/main">
            <a:off x="213169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6" name="Standardized person 133: affected">
            <a:extLst xmlns:a="http://schemas.openxmlformats.org/drawingml/2006/main">
              <a:ext uri="{FF2B5EF4-FFF2-40B4-BE49-F238E27FC236}">
                <a16:creationId xmlns:a16="http://schemas.microsoft.com/office/drawing/2014/main" id="{F3D67462-E2F7-4890-AC63-0EA2D0984A54}"/>
              </a:ext>
            </a:extLst>
          </p:cNvPr>
          <p:cNvSpPr>
            <a:spLocks xmlns:a="http://schemas.openxmlformats.org/drawingml/2006/main" noGrp="1"/>
          </p:cNvSpPr>
          <p:nvPr/>
        </p:nvSpPr>
        <p:spPr>
          <a:xfrm xmlns:a="http://schemas.openxmlformats.org/drawingml/2006/main">
            <a:off x="226314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7" name="Standardized person 134: affected">
            <a:extLst xmlns:a="http://schemas.openxmlformats.org/drawingml/2006/main">
              <a:ext uri="{FF2B5EF4-FFF2-40B4-BE49-F238E27FC236}">
                <a16:creationId xmlns:a16="http://schemas.microsoft.com/office/drawing/2014/main" id="{94A95A32-BDD9-442A-87FE-E42F0C919B97}"/>
              </a:ext>
            </a:extLst>
          </p:cNvPr>
          <p:cNvSpPr>
            <a:spLocks xmlns:a="http://schemas.openxmlformats.org/drawingml/2006/main" noGrp="1"/>
          </p:cNvSpPr>
          <p:nvPr/>
        </p:nvSpPr>
        <p:spPr>
          <a:xfrm xmlns:a="http://schemas.openxmlformats.org/drawingml/2006/main">
            <a:off x="239458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8" name="Standardized person 135: affected">
            <a:extLst xmlns:a="http://schemas.openxmlformats.org/drawingml/2006/main">
              <a:ext uri="{FF2B5EF4-FFF2-40B4-BE49-F238E27FC236}">
                <a16:creationId xmlns:a16="http://schemas.microsoft.com/office/drawing/2014/main" id="{46AA5306-87FD-421B-9C21-CDF1587C14DE}"/>
              </a:ext>
            </a:extLst>
          </p:cNvPr>
          <p:cNvSpPr>
            <a:spLocks xmlns:a="http://schemas.openxmlformats.org/drawingml/2006/main" noGrp="1"/>
          </p:cNvSpPr>
          <p:nvPr/>
        </p:nvSpPr>
        <p:spPr>
          <a:xfrm xmlns:a="http://schemas.openxmlformats.org/drawingml/2006/main">
            <a:off x="252603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39" name="Standardized person 136: affected">
            <a:extLst xmlns:a="http://schemas.openxmlformats.org/drawingml/2006/main">
              <a:ext uri="{FF2B5EF4-FFF2-40B4-BE49-F238E27FC236}">
                <a16:creationId xmlns:a16="http://schemas.microsoft.com/office/drawing/2014/main" id="{10A1E91C-6F37-475F-9F6B-18E4DB05E962}"/>
              </a:ext>
            </a:extLst>
          </p:cNvPr>
          <p:cNvSpPr>
            <a:spLocks xmlns:a="http://schemas.openxmlformats.org/drawingml/2006/main" noGrp="1"/>
          </p:cNvSpPr>
          <p:nvPr/>
        </p:nvSpPr>
        <p:spPr>
          <a:xfrm xmlns:a="http://schemas.openxmlformats.org/drawingml/2006/main">
            <a:off x="265747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0" name="Standardized person 137: affected">
            <a:extLst xmlns:a="http://schemas.openxmlformats.org/drawingml/2006/main">
              <a:ext uri="{FF2B5EF4-FFF2-40B4-BE49-F238E27FC236}">
                <a16:creationId xmlns:a16="http://schemas.microsoft.com/office/drawing/2014/main" id="{CBC9B325-15F0-485F-8F46-4BD4F3BC62B1}"/>
              </a:ext>
            </a:extLst>
          </p:cNvPr>
          <p:cNvSpPr>
            <a:spLocks xmlns:a="http://schemas.openxmlformats.org/drawingml/2006/main" noGrp="1"/>
          </p:cNvSpPr>
          <p:nvPr/>
        </p:nvSpPr>
        <p:spPr>
          <a:xfrm xmlns:a="http://schemas.openxmlformats.org/drawingml/2006/main">
            <a:off x="278892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1" name="Standardized person 138: affected">
            <a:extLst xmlns:a="http://schemas.openxmlformats.org/drawingml/2006/main">
              <a:ext uri="{FF2B5EF4-FFF2-40B4-BE49-F238E27FC236}">
                <a16:creationId xmlns:a16="http://schemas.microsoft.com/office/drawing/2014/main" id="{FDB041AA-4424-480A-A400-F5AA9C640AD9}"/>
              </a:ext>
            </a:extLst>
          </p:cNvPr>
          <p:cNvSpPr>
            <a:spLocks xmlns:a="http://schemas.openxmlformats.org/drawingml/2006/main" noGrp="1"/>
          </p:cNvSpPr>
          <p:nvPr/>
        </p:nvSpPr>
        <p:spPr>
          <a:xfrm xmlns:a="http://schemas.openxmlformats.org/drawingml/2006/main">
            <a:off x="292036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2" name="Standardized person 139: affected">
            <a:extLst xmlns:a="http://schemas.openxmlformats.org/drawingml/2006/main">
              <a:ext uri="{FF2B5EF4-FFF2-40B4-BE49-F238E27FC236}">
                <a16:creationId xmlns:a16="http://schemas.microsoft.com/office/drawing/2014/main" id="{411C3CCF-FADD-400D-8B9E-515026D30C5D}"/>
              </a:ext>
            </a:extLst>
          </p:cNvPr>
          <p:cNvSpPr>
            <a:spLocks xmlns:a="http://schemas.openxmlformats.org/drawingml/2006/main" noGrp="1"/>
          </p:cNvSpPr>
          <p:nvPr/>
        </p:nvSpPr>
        <p:spPr>
          <a:xfrm xmlns:a="http://schemas.openxmlformats.org/drawingml/2006/main">
            <a:off x="305181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3" name="Standardized person 140: affected">
            <a:extLst xmlns:a="http://schemas.openxmlformats.org/drawingml/2006/main">
              <a:ext uri="{FF2B5EF4-FFF2-40B4-BE49-F238E27FC236}">
                <a16:creationId xmlns:a16="http://schemas.microsoft.com/office/drawing/2014/main" id="{4336ECB8-4A39-4632-8521-0EA78AA8A426}"/>
              </a:ext>
            </a:extLst>
          </p:cNvPr>
          <p:cNvSpPr>
            <a:spLocks xmlns:a="http://schemas.openxmlformats.org/drawingml/2006/main" noGrp="1"/>
          </p:cNvSpPr>
          <p:nvPr/>
        </p:nvSpPr>
        <p:spPr>
          <a:xfrm xmlns:a="http://schemas.openxmlformats.org/drawingml/2006/main">
            <a:off x="318325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4" name="Standardized person 141: affected">
            <a:extLst xmlns:a="http://schemas.openxmlformats.org/drawingml/2006/main">
              <a:ext uri="{FF2B5EF4-FFF2-40B4-BE49-F238E27FC236}">
                <a16:creationId xmlns:a16="http://schemas.microsoft.com/office/drawing/2014/main" id="{9EDC7B84-4DEC-45B2-9AC9-F72FFF8FC0AF}"/>
              </a:ext>
            </a:extLst>
          </p:cNvPr>
          <p:cNvSpPr>
            <a:spLocks xmlns:a="http://schemas.openxmlformats.org/drawingml/2006/main" noGrp="1"/>
          </p:cNvSpPr>
          <p:nvPr/>
        </p:nvSpPr>
        <p:spPr>
          <a:xfrm xmlns:a="http://schemas.openxmlformats.org/drawingml/2006/main">
            <a:off x="331470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5" name="Standardized person 142: affected">
            <a:extLst xmlns:a="http://schemas.openxmlformats.org/drawingml/2006/main">
              <a:ext uri="{FF2B5EF4-FFF2-40B4-BE49-F238E27FC236}">
                <a16:creationId xmlns:a16="http://schemas.microsoft.com/office/drawing/2014/main" id="{A411E108-F630-4386-9EBC-8A4D65489FB3}"/>
              </a:ext>
            </a:extLst>
          </p:cNvPr>
          <p:cNvSpPr>
            <a:spLocks xmlns:a="http://schemas.openxmlformats.org/drawingml/2006/main" noGrp="1"/>
          </p:cNvSpPr>
          <p:nvPr/>
        </p:nvSpPr>
        <p:spPr>
          <a:xfrm xmlns:a="http://schemas.openxmlformats.org/drawingml/2006/main">
            <a:off x="344614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6" name="Standardized person 143: affected">
            <a:extLst xmlns:a="http://schemas.openxmlformats.org/drawingml/2006/main">
              <a:ext uri="{FF2B5EF4-FFF2-40B4-BE49-F238E27FC236}">
                <a16:creationId xmlns:a16="http://schemas.microsoft.com/office/drawing/2014/main" id="{A91A0EAD-90DD-44BB-9F23-FA5E449518AB}"/>
              </a:ext>
            </a:extLst>
          </p:cNvPr>
          <p:cNvSpPr>
            <a:spLocks xmlns:a="http://schemas.openxmlformats.org/drawingml/2006/main" noGrp="1"/>
          </p:cNvSpPr>
          <p:nvPr/>
        </p:nvSpPr>
        <p:spPr>
          <a:xfrm xmlns:a="http://schemas.openxmlformats.org/drawingml/2006/main">
            <a:off x="357759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7" name="Standardized person 144: affected">
            <a:extLst xmlns:a="http://schemas.openxmlformats.org/drawingml/2006/main">
              <a:ext uri="{FF2B5EF4-FFF2-40B4-BE49-F238E27FC236}">
                <a16:creationId xmlns:a16="http://schemas.microsoft.com/office/drawing/2014/main" id="{DD78C215-D422-45D4-B643-DD45463695AA}"/>
              </a:ext>
            </a:extLst>
          </p:cNvPr>
          <p:cNvSpPr>
            <a:spLocks xmlns:a="http://schemas.openxmlformats.org/drawingml/2006/main" noGrp="1"/>
          </p:cNvSpPr>
          <p:nvPr/>
        </p:nvSpPr>
        <p:spPr>
          <a:xfrm xmlns:a="http://schemas.openxmlformats.org/drawingml/2006/main">
            <a:off x="370903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8" name="Standardized person 145: affected">
            <a:extLst xmlns:a="http://schemas.openxmlformats.org/drawingml/2006/main">
              <a:ext uri="{FF2B5EF4-FFF2-40B4-BE49-F238E27FC236}">
                <a16:creationId xmlns:a16="http://schemas.microsoft.com/office/drawing/2014/main" id="{656CF064-B45B-4D1F-9FED-A1DFB8654A05}"/>
              </a:ext>
            </a:extLst>
          </p:cNvPr>
          <p:cNvSpPr>
            <a:spLocks xmlns:a="http://schemas.openxmlformats.org/drawingml/2006/main" noGrp="1"/>
          </p:cNvSpPr>
          <p:nvPr/>
        </p:nvSpPr>
        <p:spPr>
          <a:xfrm xmlns:a="http://schemas.openxmlformats.org/drawingml/2006/main">
            <a:off x="384048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49" name="Standardized person 146: affected">
            <a:extLst xmlns:a="http://schemas.openxmlformats.org/drawingml/2006/main">
              <a:ext uri="{FF2B5EF4-FFF2-40B4-BE49-F238E27FC236}">
                <a16:creationId xmlns:a16="http://schemas.microsoft.com/office/drawing/2014/main" id="{DE085668-3585-48BA-9276-CB3ACE085CC6}"/>
              </a:ext>
            </a:extLst>
          </p:cNvPr>
          <p:cNvSpPr>
            <a:spLocks xmlns:a="http://schemas.openxmlformats.org/drawingml/2006/main" noGrp="1"/>
          </p:cNvSpPr>
          <p:nvPr/>
        </p:nvSpPr>
        <p:spPr>
          <a:xfrm xmlns:a="http://schemas.openxmlformats.org/drawingml/2006/main">
            <a:off x="397192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0" name="Standardized person 147: affected">
            <a:extLst xmlns:a="http://schemas.openxmlformats.org/drawingml/2006/main">
              <a:ext uri="{FF2B5EF4-FFF2-40B4-BE49-F238E27FC236}">
                <a16:creationId xmlns:a16="http://schemas.microsoft.com/office/drawing/2014/main" id="{D8F59AD1-3225-4C45-87A6-36D91A35BED8}"/>
              </a:ext>
            </a:extLst>
          </p:cNvPr>
          <p:cNvSpPr>
            <a:spLocks xmlns:a="http://schemas.openxmlformats.org/drawingml/2006/main" noGrp="1"/>
          </p:cNvSpPr>
          <p:nvPr/>
        </p:nvSpPr>
        <p:spPr>
          <a:xfrm xmlns:a="http://schemas.openxmlformats.org/drawingml/2006/main">
            <a:off x="410337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1" name="Standardized person 148: affected">
            <a:extLst xmlns:a="http://schemas.openxmlformats.org/drawingml/2006/main">
              <a:ext uri="{FF2B5EF4-FFF2-40B4-BE49-F238E27FC236}">
                <a16:creationId xmlns:a16="http://schemas.microsoft.com/office/drawing/2014/main" id="{BFC9EE06-14CF-4B3F-A59F-531F61BF4661}"/>
              </a:ext>
            </a:extLst>
          </p:cNvPr>
          <p:cNvSpPr>
            <a:spLocks xmlns:a="http://schemas.openxmlformats.org/drawingml/2006/main" noGrp="1"/>
          </p:cNvSpPr>
          <p:nvPr/>
        </p:nvSpPr>
        <p:spPr>
          <a:xfrm xmlns:a="http://schemas.openxmlformats.org/drawingml/2006/main">
            <a:off x="423481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2" name="Standardized person 149: affected">
            <a:extLst xmlns:a="http://schemas.openxmlformats.org/drawingml/2006/main">
              <a:ext uri="{FF2B5EF4-FFF2-40B4-BE49-F238E27FC236}">
                <a16:creationId xmlns:a16="http://schemas.microsoft.com/office/drawing/2014/main" id="{7663984A-64BF-41E6-AD84-619890CB1977}"/>
              </a:ext>
            </a:extLst>
          </p:cNvPr>
          <p:cNvSpPr>
            <a:spLocks xmlns:a="http://schemas.openxmlformats.org/drawingml/2006/main" noGrp="1"/>
          </p:cNvSpPr>
          <p:nvPr/>
        </p:nvSpPr>
        <p:spPr>
          <a:xfrm xmlns:a="http://schemas.openxmlformats.org/drawingml/2006/main">
            <a:off x="436626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3" name="Standardized person 150: affected">
            <a:extLst xmlns:a="http://schemas.openxmlformats.org/drawingml/2006/main">
              <a:ext uri="{FF2B5EF4-FFF2-40B4-BE49-F238E27FC236}">
                <a16:creationId xmlns:a16="http://schemas.microsoft.com/office/drawing/2014/main" id="{3E4CF886-965A-4792-949F-A44AEA46DA77}"/>
              </a:ext>
            </a:extLst>
          </p:cNvPr>
          <p:cNvSpPr>
            <a:spLocks xmlns:a="http://schemas.openxmlformats.org/drawingml/2006/main" noGrp="1"/>
          </p:cNvSpPr>
          <p:nvPr/>
        </p:nvSpPr>
        <p:spPr>
          <a:xfrm xmlns:a="http://schemas.openxmlformats.org/drawingml/2006/main">
            <a:off x="449770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4" name="Standardized person 151: affected">
            <a:extLst xmlns:a="http://schemas.openxmlformats.org/drawingml/2006/main">
              <a:ext uri="{FF2B5EF4-FFF2-40B4-BE49-F238E27FC236}">
                <a16:creationId xmlns:a16="http://schemas.microsoft.com/office/drawing/2014/main" id="{B6AA69F0-4C53-49D7-8E42-9C1FA3A8F9D0}"/>
              </a:ext>
            </a:extLst>
          </p:cNvPr>
          <p:cNvSpPr>
            <a:spLocks xmlns:a="http://schemas.openxmlformats.org/drawingml/2006/main" noGrp="1"/>
          </p:cNvSpPr>
          <p:nvPr/>
        </p:nvSpPr>
        <p:spPr>
          <a:xfrm xmlns:a="http://schemas.openxmlformats.org/drawingml/2006/main">
            <a:off x="462915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5" name="Standardized person 152: affected">
            <a:extLst xmlns:a="http://schemas.openxmlformats.org/drawingml/2006/main">
              <a:ext uri="{FF2B5EF4-FFF2-40B4-BE49-F238E27FC236}">
                <a16:creationId xmlns:a16="http://schemas.microsoft.com/office/drawing/2014/main" id="{880FCD01-5BF5-4491-8C53-C20FD37D91BD}"/>
              </a:ext>
            </a:extLst>
          </p:cNvPr>
          <p:cNvSpPr>
            <a:spLocks xmlns:a="http://schemas.openxmlformats.org/drawingml/2006/main" noGrp="1"/>
          </p:cNvSpPr>
          <p:nvPr/>
        </p:nvSpPr>
        <p:spPr>
          <a:xfrm xmlns:a="http://schemas.openxmlformats.org/drawingml/2006/main">
            <a:off x="476059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6" name="Standardized person 153: affected">
            <a:extLst xmlns:a="http://schemas.openxmlformats.org/drawingml/2006/main">
              <a:ext uri="{FF2B5EF4-FFF2-40B4-BE49-F238E27FC236}">
                <a16:creationId xmlns:a16="http://schemas.microsoft.com/office/drawing/2014/main" id="{FAAF26DC-4C9F-4ECF-83EA-14E1E8044178}"/>
              </a:ext>
            </a:extLst>
          </p:cNvPr>
          <p:cNvSpPr>
            <a:spLocks xmlns:a="http://schemas.openxmlformats.org/drawingml/2006/main" noGrp="1"/>
          </p:cNvSpPr>
          <p:nvPr/>
        </p:nvSpPr>
        <p:spPr>
          <a:xfrm xmlns:a="http://schemas.openxmlformats.org/drawingml/2006/main">
            <a:off x="489204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7" name="Standardized person 154: affected">
            <a:extLst xmlns:a="http://schemas.openxmlformats.org/drawingml/2006/main">
              <a:ext uri="{FF2B5EF4-FFF2-40B4-BE49-F238E27FC236}">
                <a16:creationId xmlns:a16="http://schemas.microsoft.com/office/drawing/2014/main" id="{D251724B-55EB-4260-8922-9E224E75449B}"/>
              </a:ext>
            </a:extLst>
          </p:cNvPr>
          <p:cNvSpPr>
            <a:spLocks xmlns:a="http://schemas.openxmlformats.org/drawingml/2006/main" noGrp="1"/>
          </p:cNvSpPr>
          <p:nvPr/>
        </p:nvSpPr>
        <p:spPr>
          <a:xfrm xmlns:a="http://schemas.openxmlformats.org/drawingml/2006/main">
            <a:off x="502348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8" name="Standardized person 155: affected">
            <a:extLst xmlns:a="http://schemas.openxmlformats.org/drawingml/2006/main">
              <a:ext uri="{FF2B5EF4-FFF2-40B4-BE49-F238E27FC236}">
                <a16:creationId xmlns:a16="http://schemas.microsoft.com/office/drawing/2014/main" id="{13D84355-F050-4819-93B0-F15895BA1274}"/>
              </a:ext>
            </a:extLst>
          </p:cNvPr>
          <p:cNvSpPr>
            <a:spLocks xmlns:a="http://schemas.openxmlformats.org/drawingml/2006/main" noGrp="1"/>
          </p:cNvSpPr>
          <p:nvPr/>
        </p:nvSpPr>
        <p:spPr>
          <a:xfrm xmlns:a="http://schemas.openxmlformats.org/drawingml/2006/main">
            <a:off x="515493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59" name="Standardized person 156: affected">
            <a:extLst xmlns:a="http://schemas.openxmlformats.org/drawingml/2006/main">
              <a:ext uri="{FF2B5EF4-FFF2-40B4-BE49-F238E27FC236}">
                <a16:creationId xmlns:a16="http://schemas.microsoft.com/office/drawing/2014/main" id="{78021915-C4DA-47FA-9989-B05C76587F47}"/>
              </a:ext>
            </a:extLst>
          </p:cNvPr>
          <p:cNvSpPr>
            <a:spLocks xmlns:a="http://schemas.openxmlformats.org/drawingml/2006/main" noGrp="1"/>
          </p:cNvSpPr>
          <p:nvPr/>
        </p:nvSpPr>
        <p:spPr>
          <a:xfrm xmlns:a="http://schemas.openxmlformats.org/drawingml/2006/main">
            <a:off x="528637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0" name="Standardized person 157: affected">
            <a:extLst xmlns:a="http://schemas.openxmlformats.org/drawingml/2006/main">
              <a:ext uri="{FF2B5EF4-FFF2-40B4-BE49-F238E27FC236}">
                <a16:creationId xmlns:a16="http://schemas.microsoft.com/office/drawing/2014/main" id="{405D0570-9513-45FE-80AA-62E9CD72076D}"/>
              </a:ext>
            </a:extLst>
          </p:cNvPr>
          <p:cNvSpPr>
            <a:spLocks xmlns:a="http://schemas.openxmlformats.org/drawingml/2006/main" noGrp="1"/>
          </p:cNvSpPr>
          <p:nvPr/>
        </p:nvSpPr>
        <p:spPr>
          <a:xfrm xmlns:a="http://schemas.openxmlformats.org/drawingml/2006/main">
            <a:off x="541782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1" name="Standardized person 158: affected">
            <a:extLst xmlns:a="http://schemas.openxmlformats.org/drawingml/2006/main">
              <a:ext uri="{FF2B5EF4-FFF2-40B4-BE49-F238E27FC236}">
                <a16:creationId xmlns:a16="http://schemas.microsoft.com/office/drawing/2014/main" id="{F61FF5B3-0085-4F65-9D9F-FA1061CEE51C}"/>
              </a:ext>
            </a:extLst>
          </p:cNvPr>
          <p:cNvSpPr>
            <a:spLocks xmlns:a="http://schemas.openxmlformats.org/drawingml/2006/main" noGrp="1"/>
          </p:cNvSpPr>
          <p:nvPr/>
        </p:nvSpPr>
        <p:spPr>
          <a:xfrm xmlns:a="http://schemas.openxmlformats.org/drawingml/2006/main">
            <a:off x="554926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2" name="Standardized person 159: affected">
            <a:extLst xmlns:a="http://schemas.openxmlformats.org/drawingml/2006/main">
              <a:ext uri="{FF2B5EF4-FFF2-40B4-BE49-F238E27FC236}">
                <a16:creationId xmlns:a16="http://schemas.microsoft.com/office/drawing/2014/main" id="{1A190665-48C2-4CE8-8261-3074B2F9C64F}"/>
              </a:ext>
            </a:extLst>
          </p:cNvPr>
          <p:cNvSpPr>
            <a:spLocks xmlns:a="http://schemas.openxmlformats.org/drawingml/2006/main" noGrp="1"/>
          </p:cNvSpPr>
          <p:nvPr/>
        </p:nvSpPr>
        <p:spPr>
          <a:xfrm xmlns:a="http://schemas.openxmlformats.org/drawingml/2006/main">
            <a:off x="5680710"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3" name="Standardized person 160: affected">
            <a:extLst xmlns:a="http://schemas.openxmlformats.org/drawingml/2006/main">
              <a:ext uri="{FF2B5EF4-FFF2-40B4-BE49-F238E27FC236}">
                <a16:creationId xmlns:a16="http://schemas.microsoft.com/office/drawing/2014/main" id="{F79C1BBB-0417-4ADD-A739-0BD3B0BE09A5}"/>
              </a:ext>
            </a:extLst>
          </p:cNvPr>
          <p:cNvSpPr>
            <a:spLocks xmlns:a="http://schemas.openxmlformats.org/drawingml/2006/main" noGrp="1"/>
          </p:cNvSpPr>
          <p:nvPr/>
        </p:nvSpPr>
        <p:spPr>
          <a:xfrm xmlns:a="http://schemas.openxmlformats.org/drawingml/2006/main">
            <a:off x="5812155" y="2958846"/>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4" name="Standardized person 161: affected">
            <a:extLst xmlns:a="http://schemas.openxmlformats.org/drawingml/2006/main">
              <a:ext uri="{FF2B5EF4-FFF2-40B4-BE49-F238E27FC236}">
                <a16:creationId xmlns:a16="http://schemas.microsoft.com/office/drawing/2014/main" id="{A8AFD7BB-CFAC-4B80-ADCC-76AEAA4A194B}"/>
              </a:ext>
            </a:extLst>
          </p:cNvPr>
          <p:cNvSpPr>
            <a:spLocks xmlns:a="http://schemas.openxmlformats.org/drawingml/2006/main" noGrp="1"/>
          </p:cNvSpPr>
          <p:nvPr/>
        </p:nvSpPr>
        <p:spPr>
          <a:xfrm xmlns:a="http://schemas.openxmlformats.org/drawingml/2006/main">
            <a:off x="68580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5" name="Standardized person 162: affected">
            <a:extLst xmlns:a="http://schemas.openxmlformats.org/drawingml/2006/main">
              <a:ext uri="{FF2B5EF4-FFF2-40B4-BE49-F238E27FC236}">
                <a16:creationId xmlns:a16="http://schemas.microsoft.com/office/drawing/2014/main" id="{B0797C44-B247-4AA6-89DA-C9059A9840CA}"/>
              </a:ext>
            </a:extLst>
          </p:cNvPr>
          <p:cNvSpPr>
            <a:spLocks xmlns:a="http://schemas.openxmlformats.org/drawingml/2006/main" noGrp="1"/>
          </p:cNvSpPr>
          <p:nvPr/>
        </p:nvSpPr>
        <p:spPr>
          <a:xfrm xmlns:a="http://schemas.openxmlformats.org/drawingml/2006/main">
            <a:off x="81724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6" name="Standardized person 163: affected">
            <a:extLst xmlns:a="http://schemas.openxmlformats.org/drawingml/2006/main">
              <a:ext uri="{FF2B5EF4-FFF2-40B4-BE49-F238E27FC236}">
                <a16:creationId xmlns:a16="http://schemas.microsoft.com/office/drawing/2014/main" id="{35CA9C45-0CCC-47AC-B3BE-B97F617325E7}"/>
              </a:ext>
            </a:extLst>
          </p:cNvPr>
          <p:cNvSpPr>
            <a:spLocks xmlns:a="http://schemas.openxmlformats.org/drawingml/2006/main" noGrp="1"/>
          </p:cNvSpPr>
          <p:nvPr/>
        </p:nvSpPr>
        <p:spPr>
          <a:xfrm xmlns:a="http://schemas.openxmlformats.org/drawingml/2006/main">
            <a:off x="94869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7" name="Standardized person 164: affected">
            <a:extLst xmlns:a="http://schemas.openxmlformats.org/drawingml/2006/main">
              <a:ext uri="{FF2B5EF4-FFF2-40B4-BE49-F238E27FC236}">
                <a16:creationId xmlns:a16="http://schemas.microsoft.com/office/drawing/2014/main" id="{E414F29B-87EA-45F6-875E-36C4D50FC3AE}"/>
              </a:ext>
            </a:extLst>
          </p:cNvPr>
          <p:cNvSpPr>
            <a:spLocks xmlns:a="http://schemas.openxmlformats.org/drawingml/2006/main" noGrp="1"/>
          </p:cNvSpPr>
          <p:nvPr/>
        </p:nvSpPr>
        <p:spPr>
          <a:xfrm xmlns:a="http://schemas.openxmlformats.org/drawingml/2006/main">
            <a:off x="108013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8" name="Standardized person 165: affected">
            <a:extLst xmlns:a="http://schemas.openxmlformats.org/drawingml/2006/main">
              <a:ext uri="{FF2B5EF4-FFF2-40B4-BE49-F238E27FC236}">
                <a16:creationId xmlns:a16="http://schemas.microsoft.com/office/drawing/2014/main" id="{72A28994-B7FD-4D81-B12B-F6F803B7A5DC}"/>
              </a:ext>
            </a:extLst>
          </p:cNvPr>
          <p:cNvSpPr>
            <a:spLocks xmlns:a="http://schemas.openxmlformats.org/drawingml/2006/main" noGrp="1"/>
          </p:cNvSpPr>
          <p:nvPr/>
        </p:nvSpPr>
        <p:spPr>
          <a:xfrm xmlns:a="http://schemas.openxmlformats.org/drawingml/2006/main">
            <a:off x="121158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69" name="Standardized person 166: affected">
            <a:extLst xmlns:a="http://schemas.openxmlformats.org/drawingml/2006/main">
              <a:ext uri="{FF2B5EF4-FFF2-40B4-BE49-F238E27FC236}">
                <a16:creationId xmlns:a16="http://schemas.microsoft.com/office/drawing/2014/main" id="{9AF7272B-76D5-4031-9237-C71190675FE5}"/>
              </a:ext>
            </a:extLst>
          </p:cNvPr>
          <p:cNvSpPr>
            <a:spLocks xmlns:a="http://schemas.openxmlformats.org/drawingml/2006/main" noGrp="1"/>
          </p:cNvSpPr>
          <p:nvPr/>
        </p:nvSpPr>
        <p:spPr>
          <a:xfrm xmlns:a="http://schemas.openxmlformats.org/drawingml/2006/main">
            <a:off x="134302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0" name="Standardized person 167: affected">
            <a:extLst xmlns:a="http://schemas.openxmlformats.org/drawingml/2006/main">
              <a:ext uri="{FF2B5EF4-FFF2-40B4-BE49-F238E27FC236}">
                <a16:creationId xmlns:a16="http://schemas.microsoft.com/office/drawing/2014/main" id="{0770AC50-3A42-41C6-B720-9A844FF1F025}"/>
              </a:ext>
            </a:extLst>
          </p:cNvPr>
          <p:cNvSpPr>
            <a:spLocks xmlns:a="http://schemas.openxmlformats.org/drawingml/2006/main" noGrp="1"/>
          </p:cNvSpPr>
          <p:nvPr/>
        </p:nvSpPr>
        <p:spPr>
          <a:xfrm xmlns:a="http://schemas.openxmlformats.org/drawingml/2006/main">
            <a:off x="147447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1" name="Standardized person 168: affected">
            <a:extLst xmlns:a="http://schemas.openxmlformats.org/drawingml/2006/main">
              <a:ext uri="{FF2B5EF4-FFF2-40B4-BE49-F238E27FC236}">
                <a16:creationId xmlns:a16="http://schemas.microsoft.com/office/drawing/2014/main" id="{D02B8756-F66B-4B05-9B25-132D9E590EC2}"/>
              </a:ext>
            </a:extLst>
          </p:cNvPr>
          <p:cNvSpPr>
            <a:spLocks xmlns:a="http://schemas.openxmlformats.org/drawingml/2006/main" noGrp="1"/>
          </p:cNvSpPr>
          <p:nvPr/>
        </p:nvSpPr>
        <p:spPr>
          <a:xfrm xmlns:a="http://schemas.openxmlformats.org/drawingml/2006/main">
            <a:off x="160591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2" name="Standardized person 169: affected">
            <a:extLst xmlns:a="http://schemas.openxmlformats.org/drawingml/2006/main">
              <a:ext uri="{FF2B5EF4-FFF2-40B4-BE49-F238E27FC236}">
                <a16:creationId xmlns:a16="http://schemas.microsoft.com/office/drawing/2014/main" id="{7399716E-0DFD-4A4F-BB16-13CED52458E9}"/>
              </a:ext>
            </a:extLst>
          </p:cNvPr>
          <p:cNvSpPr>
            <a:spLocks xmlns:a="http://schemas.openxmlformats.org/drawingml/2006/main" noGrp="1"/>
          </p:cNvSpPr>
          <p:nvPr/>
        </p:nvSpPr>
        <p:spPr>
          <a:xfrm xmlns:a="http://schemas.openxmlformats.org/drawingml/2006/main">
            <a:off x="173736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3" name="Standardized person 170: affected">
            <a:extLst xmlns:a="http://schemas.openxmlformats.org/drawingml/2006/main">
              <a:ext uri="{FF2B5EF4-FFF2-40B4-BE49-F238E27FC236}">
                <a16:creationId xmlns:a16="http://schemas.microsoft.com/office/drawing/2014/main" id="{23F3A3FC-2DF4-41D6-8E41-DC4F5B76D7E4}"/>
              </a:ext>
            </a:extLst>
          </p:cNvPr>
          <p:cNvSpPr>
            <a:spLocks xmlns:a="http://schemas.openxmlformats.org/drawingml/2006/main" noGrp="1"/>
          </p:cNvSpPr>
          <p:nvPr/>
        </p:nvSpPr>
        <p:spPr>
          <a:xfrm xmlns:a="http://schemas.openxmlformats.org/drawingml/2006/main">
            <a:off x="186880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4" name="Standardized person 171: affected">
            <a:extLst xmlns:a="http://schemas.openxmlformats.org/drawingml/2006/main">
              <a:ext uri="{FF2B5EF4-FFF2-40B4-BE49-F238E27FC236}">
                <a16:creationId xmlns:a16="http://schemas.microsoft.com/office/drawing/2014/main" id="{38FD6E75-62F5-4A96-95B0-34C7B4F846E2}"/>
              </a:ext>
            </a:extLst>
          </p:cNvPr>
          <p:cNvSpPr>
            <a:spLocks xmlns:a="http://schemas.openxmlformats.org/drawingml/2006/main" noGrp="1"/>
          </p:cNvSpPr>
          <p:nvPr/>
        </p:nvSpPr>
        <p:spPr>
          <a:xfrm xmlns:a="http://schemas.openxmlformats.org/drawingml/2006/main">
            <a:off x="200025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5" name="Standardized person 172: affected">
            <a:extLst xmlns:a="http://schemas.openxmlformats.org/drawingml/2006/main">
              <a:ext uri="{FF2B5EF4-FFF2-40B4-BE49-F238E27FC236}">
                <a16:creationId xmlns:a16="http://schemas.microsoft.com/office/drawing/2014/main" id="{07547BF3-5102-4076-8FF8-E287E0DE7F07}"/>
              </a:ext>
            </a:extLst>
          </p:cNvPr>
          <p:cNvSpPr>
            <a:spLocks xmlns:a="http://schemas.openxmlformats.org/drawingml/2006/main" noGrp="1"/>
          </p:cNvSpPr>
          <p:nvPr/>
        </p:nvSpPr>
        <p:spPr>
          <a:xfrm xmlns:a="http://schemas.openxmlformats.org/drawingml/2006/main">
            <a:off x="213169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6" name="Standardized person 173: affected">
            <a:extLst xmlns:a="http://schemas.openxmlformats.org/drawingml/2006/main">
              <a:ext uri="{FF2B5EF4-FFF2-40B4-BE49-F238E27FC236}">
                <a16:creationId xmlns:a16="http://schemas.microsoft.com/office/drawing/2014/main" id="{6239C510-6634-4E59-8394-1AD960D9B92E}"/>
              </a:ext>
            </a:extLst>
          </p:cNvPr>
          <p:cNvSpPr>
            <a:spLocks xmlns:a="http://schemas.openxmlformats.org/drawingml/2006/main" noGrp="1"/>
          </p:cNvSpPr>
          <p:nvPr/>
        </p:nvSpPr>
        <p:spPr>
          <a:xfrm xmlns:a="http://schemas.openxmlformats.org/drawingml/2006/main">
            <a:off x="226314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7" name="Standardized person 174: affected">
            <a:extLst xmlns:a="http://schemas.openxmlformats.org/drawingml/2006/main">
              <a:ext uri="{FF2B5EF4-FFF2-40B4-BE49-F238E27FC236}">
                <a16:creationId xmlns:a16="http://schemas.microsoft.com/office/drawing/2014/main" id="{C7291D52-C182-433F-8792-D14D52FA22E3}"/>
              </a:ext>
            </a:extLst>
          </p:cNvPr>
          <p:cNvSpPr>
            <a:spLocks xmlns:a="http://schemas.openxmlformats.org/drawingml/2006/main" noGrp="1"/>
          </p:cNvSpPr>
          <p:nvPr/>
        </p:nvSpPr>
        <p:spPr>
          <a:xfrm xmlns:a="http://schemas.openxmlformats.org/drawingml/2006/main">
            <a:off x="239458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8" name="Standardized person 175: affected">
            <a:extLst xmlns:a="http://schemas.openxmlformats.org/drawingml/2006/main">
              <a:ext uri="{FF2B5EF4-FFF2-40B4-BE49-F238E27FC236}">
                <a16:creationId xmlns:a16="http://schemas.microsoft.com/office/drawing/2014/main" id="{2B03DD56-8908-4A0B-A875-E5D439D09C70}"/>
              </a:ext>
            </a:extLst>
          </p:cNvPr>
          <p:cNvSpPr>
            <a:spLocks xmlns:a="http://schemas.openxmlformats.org/drawingml/2006/main" noGrp="1"/>
          </p:cNvSpPr>
          <p:nvPr/>
        </p:nvSpPr>
        <p:spPr>
          <a:xfrm xmlns:a="http://schemas.openxmlformats.org/drawingml/2006/main">
            <a:off x="252603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79" name="Standardized person 176: affected">
            <a:extLst xmlns:a="http://schemas.openxmlformats.org/drawingml/2006/main">
              <a:ext uri="{FF2B5EF4-FFF2-40B4-BE49-F238E27FC236}">
                <a16:creationId xmlns:a16="http://schemas.microsoft.com/office/drawing/2014/main" id="{99FAEE24-A990-469C-B2E2-F2AB090E3ACF}"/>
              </a:ext>
            </a:extLst>
          </p:cNvPr>
          <p:cNvSpPr>
            <a:spLocks xmlns:a="http://schemas.openxmlformats.org/drawingml/2006/main" noGrp="1"/>
          </p:cNvSpPr>
          <p:nvPr/>
        </p:nvSpPr>
        <p:spPr>
          <a:xfrm xmlns:a="http://schemas.openxmlformats.org/drawingml/2006/main">
            <a:off x="265747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0" name="Standardized person 177: affected">
            <a:extLst xmlns:a="http://schemas.openxmlformats.org/drawingml/2006/main">
              <a:ext uri="{FF2B5EF4-FFF2-40B4-BE49-F238E27FC236}">
                <a16:creationId xmlns:a16="http://schemas.microsoft.com/office/drawing/2014/main" id="{D0A07C74-9B62-41CD-BB57-DD38DBFDB615}"/>
              </a:ext>
            </a:extLst>
          </p:cNvPr>
          <p:cNvSpPr>
            <a:spLocks xmlns:a="http://schemas.openxmlformats.org/drawingml/2006/main" noGrp="1"/>
          </p:cNvSpPr>
          <p:nvPr/>
        </p:nvSpPr>
        <p:spPr>
          <a:xfrm xmlns:a="http://schemas.openxmlformats.org/drawingml/2006/main">
            <a:off x="278892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1" name="Standardized person 178: affected">
            <a:extLst xmlns:a="http://schemas.openxmlformats.org/drawingml/2006/main">
              <a:ext uri="{FF2B5EF4-FFF2-40B4-BE49-F238E27FC236}">
                <a16:creationId xmlns:a16="http://schemas.microsoft.com/office/drawing/2014/main" id="{D395F07F-75CC-4CCC-B1BB-AE7B88B907DA}"/>
              </a:ext>
            </a:extLst>
          </p:cNvPr>
          <p:cNvSpPr>
            <a:spLocks xmlns:a="http://schemas.openxmlformats.org/drawingml/2006/main" noGrp="1"/>
          </p:cNvSpPr>
          <p:nvPr/>
        </p:nvSpPr>
        <p:spPr>
          <a:xfrm xmlns:a="http://schemas.openxmlformats.org/drawingml/2006/main">
            <a:off x="292036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2" name="Standardized person 179: affected">
            <a:extLst xmlns:a="http://schemas.openxmlformats.org/drawingml/2006/main">
              <a:ext uri="{FF2B5EF4-FFF2-40B4-BE49-F238E27FC236}">
                <a16:creationId xmlns:a16="http://schemas.microsoft.com/office/drawing/2014/main" id="{9E4F4F93-71CA-4AF7-8EE2-729744AD545A}"/>
              </a:ext>
            </a:extLst>
          </p:cNvPr>
          <p:cNvSpPr>
            <a:spLocks xmlns:a="http://schemas.openxmlformats.org/drawingml/2006/main" noGrp="1"/>
          </p:cNvSpPr>
          <p:nvPr/>
        </p:nvSpPr>
        <p:spPr>
          <a:xfrm xmlns:a="http://schemas.openxmlformats.org/drawingml/2006/main">
            <a:off x="305181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3" name="Standardized person 180: affected">
            <a:extLst xmlns:a="http://schemas.openxmlformats.org/drawingml/2006/main">
              <a:ext uri="{FF2B5EF4-FFF2-40B4-BE49-F238E27FC236}">
                <a16:creationId xmlns:a16="http://schemas.microsoft.com/office/drawing/2014/main" id="{6D8C0C48-C389-4615-A224-15B19B310F56}"/>
              </a:ext>
            </a:extLst>
          </p:cNvPr>
          <p:cNvSpPr>
            <a:spLocks xmlns:a="http://schemas.openxmlformats.org/drawingml/2006/main" noGrp="1"/>
          </p:cNvSpPr>
          <p:nvPr/>
        </p:nvSpPr>
        <p:spPr>
          <a:xfrm xmlns:a="http://schemas.openxmlformats.org/drawingml/2006/main">
            <a:off x="318325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4" name="Standardized person 181: affected">
            <a:extLst xmlns:a="http://schemas.openxmlformats.org/drawingml/2006/main">
              <a:ext uri="{FF2B5EF4-FFF2-40B4-BE49-F238E27FC236}">
                <a16:creationId xmlns:a16="http://schemas.microsoft.com/office/drawing/2014/main" id="{E0553EE7-2BF9-468C-9F8A-C7EAE70DD5A6}"/>
              </a:ext>
            </a:extLst>
          </p:cNvPr>
          <p:cNvSpPr>
            <a:spLocks xmlns:a="http://schemas.openxmlformats.org/drawingml/2006/main" noGrp="1"/>
          </p:cNvSpPr>
          <p:nvPr/>
        </p:nvSpPr>
        <p:spPr>
          <a:xfrm xmlns:a="http://schemas.openxmlformats.org/drawingml/2006/main">
            <a:off x="331470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5" name="Standardized person 182: affected">
            <a:extLst xmlns:a="http://schemas.openxmlformats.org/drawingml/2006/main">
              <a:ext uri="{FF2B5EF4-FFF2-40B4-BE49-F238E27FC236}">
                <a16:creationId xmlns:a16="http://schemas.microsoft.com/office/drawing/2014/main" id="{67FB9F4D-D6AD-43FF-A411-B26B7AF7F04F}"/>
              </a:ext>
            </a:extLst>
          </p:cNvPr>
          <p:cNvSpPr>
            <a:spLocks xmlns:a="http://schemas.openxmlformats.org/drawingml/2006/main" noGrp="1"/>
          </p:cNvSpPr>
          <p:nvPr/>
        </p:nvSpPr>
        <p:spPr>
          <a:xfrm xmlns:a="http://schemas.openxmlformats.org/drawingml/2006/main">
            <a:off x="344614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6" name="Standardized person 183: affected">
            <a:extLst xmlns:a="http://schemas.openxmlformats.org/drawingml/2006/main">
              <a:ext uri="{FF2B5EF4-FFF2-40B4-BE49-F238E27FC236}">
                <a16:creationId xmlns:a16="http://schemas.microsoft.com/office/drawing/2014/main" id="{5323FFE0-8822-4CB1-A17B-446D70746B01}"/>
              </a:ext>
            </a:extLst>
          </p:cNvPr>
          <p:cNvSpPr>
            <a:spLocks xmlns:a="http://schemas.openxmlformats.org/drawingml/2006/main" noGrp="1"/>
          </p:cNvSpPr>
          <p:nvPr/>
        </p:nvSpPr>
        <p:spPr>
          <a:xfrm xmlns:a="http://schemas.openxmlformats.org/drawingml/2006/main">
            <a:off x="357759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7" name="Standardized person 184: affected">
            <a:extLst xmlns:a="http://schemas.openxmlformats.org/drawingml/2006/main">
              <a:ext uri="{FF2B5EF4-FFF2-40B4-BE49-F238E27FC236}">
                <a16:creationId xmlns:a16="http://schemas.microsoft.com/office/drawing/2014/main" id="{996DDBE9-2323-4EF8-8E18-033697484BDD}"/>
              </a:ext>
            </a:extLst>
          </p:cNvPr>
          <p:cNvSpPr>
            <a:spLocks xmlns:a="http://schemas.openxmlformats.org/drawingml/2006/main" noGrp="1"/>
          </p:cNvSpPr>
          <p:nvPr/>
        </p:nvSpPr>
        <p:spPr>
          <a:xfrm xmlns:a="http://schemas.openxmlformats.org/drawingml/2006/main">
            <a:off x="370903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8" name="Standardized person 185: affected">
            <a:extLst xmlns:a="http://schemas.openxmlformats.org/drawingml/2006/main">
              <a:ext uri="{FF2B5EF4-FFF2-40B4-BE49-F238E27FC236}">
                <a16:creationId xmlns:a16="http://schemas.microsoft.com/office/drawing/2014/main" id="{7D5666CC-5A66-4D70-8D2A-319C36C4A3E0}"/>
              </a:ext>
            </a:extLst>
          </p:cNvPr>
          <p:cNvSpPr>
            <a:spLocks xmlns:a="http://schemas.openxmlformats.org/drawingml/2006/main" noGrp="1"/>
          </p:cNvSpPr>
          <p:nvPr/>
        </p:nvSpPr>
        <p:spPr>
          <a:xfrm xmlns:a="http://schemas.openxmlformats.org/drawingml/2006/main">
            <a:off x="384048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89" name="Standardized person 186: affected">
            <a:extLst xmlns:a="http://schemas.openxmlformats.org/drawingml/2006/main">
              <a:ext uri="{FF2B5EF4-FFF2-40B4-BE49-F238E27FC236}">
                <a16:creationId xmlns:a16="http://schemas.microsoft.com/office/drawing/2014/main" id="{F14F9700-0597-4C36-BE41-B6A815F0E78D}"/>
              </a:ext>
            </a:extLst>
          </p:cNvPr>
          <p:cNvSpPr>
            <a:spLocks xmlns:a="http://schemas.openxmlformats.org/drawingml/2006/main" noGrp="1"/>
          </p:cNvSpPr>
          <p:nvPr/>
        </p:nvSpPr>
        <p:spPr>
          <a:xfrm xmlns:a="http://schemas.openxmlformats.org/drawingml/2006/main">
            <a:off x="397192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0" name="Standardized person 187: affected">
            <a:extLst xmlns:a="http://schemas.openxmlformats.org/drawingml/2006/main">
              <a:ext uri="{FF2B5EF4-FFF2-40B4-BE49-F238E27FC236}">
                <a16:creationId xmlns:a16="http://schemas.microsoft.com/office/drawing/2014/main" id="{D27AB7F8-ACF5-432F-B424-D33822AACDFC}"/>
              </a:ext>
            </a:extLst>
          </p:cNvPr>
          <p:cNvSpPr>
            <a:spLocks xmlns:a="http://schemas.openxmlformats.org/drawingml/2006/main" noGrp="1"/>
          </p:cNvSpPr>
          <p:nvPr/>
        </p:nvSpPr>
        <p:spPr>
          <a:xfrm xmlns:a="http://schemas.openxmlformats.org/drawingml/2006/main">
            <a:off x="410337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1" name="Standardized person 188: affected">
            <a:extLst xmlns:a="http://schemas.openxmlformats.org/drawingml/2006/main">
              <a:ext uri="{FF2B5EF4-FFF2-40B4-BE49-F238E27FC236}">
                <a16:creationId xmlns:a16="http://schemas.microsoft.com/office/drawing/2014/main" id="{2300CD59-2C68-4C9C-9940-E6DB2C48F9B2}"/>
              </a:ext>
            </a:extLst>
          </p:cNvPr>
          <p:cNvSpPr>
            <a:spLocks xmlns:a="http://schemas.openxmlformats.org/drawingml/2006/main" noGrp="1"/>
          </p:cNvSpPr>
          <p:nvPr/>
        </p:nvSpPr>
        <p:spPr>
          <a:xfrm xmlns:a="http://schemas.openxmlformats.org/drawingml/2006/main">
            <a:off x="423481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2" name="Standardized person 189: affected">
            <a:extLst xmlns:a="http://schemas.openxmlformats.org/drawingml/2006/main">
              <a:ext uri="{FF2B5EF4-FFF2-40B4-BE49-F238E27FC236}">
                <a16:creationId xmlns:a16="http://schemas.microsoft.com/office/drawing/2014/main" id="{09D88A96-95CD-4632-A6ED-A82E7A448F23}"/>
              </a:ext>
            </a:extLst>
          </p:cNvPr>
          <p:cNvSpPr>
            <a:spLocks xmlns:a="http://schemas.openxmlformats.org/drawingml/2006/main" noGrp="1"/>
          </p:cNvSpPr>
          <p:nvPr/>
        </p:nvSpPr>
        <p:spPr>
          <a:xfrm xmlns:a="http://schemas.openxmlformats.org/drawingml/2006/main">
            <a:off x="436626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3" name="Standardized person 190: affected">
            <a:extLst xmlns:a="http://schemas.openxmlformats.org/drawingml/2006/main">
              <a:ext uri="{FF2B5EF4-FFF2-40B4-BE49-F238E27FC236}">
                <a16:creationId xmlns:a16="http://schemas.microsoft.com/office/drawing/2014/main" id="{6A2D20B6-CA66-47A0-BCD6-7B6D84A41ADD}"/>
              </a:ext>
            </a:extLst>
          </p:cNvPr>
          <p:cNvSpPr>
            <a:spLocks xmlns:a="http://schemas.openxmlformats.org/drawingml/2006/main" noGrp="1"/>
          </p:cNvSpPr>
          <p:nvPr/>
        </p:nvSpPr>
        <p:spPr>
          <a:xfrm xmlns:a="http://schemas.openxmlformats.org/drawingml/2006/main">
            <a:off x="449770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4" name="Standardized person 191: affected">
            <a:extLst xmlns:a="http://schemas.openxmlformats.org/drawingml/2006/main">
              <a:ext uri="{FF2B5EF4-FFF2-40B4-BE49-F238E27FC236}">
                <a16:creationId xmlns:a16="http://schemas.microsoft.com/office/drawing/2014/main" id="{10833A11-057C-4011-923C-A1E40966FA06}"/>
              </a:ext>
            </a:extLst>
          </p:cNvPr>
          <p:cNvSpPr>
            <a:spLocks xmlns:a="http://schemas.openxmlformats.org/drawingml/2006/main" noGrp="1"/>
          </p:cNvSpPr>
          <p:nvPr/>
        </p:nvSpPr>
        <p:spPr>
          <a:xfrm xmlns:a="http://schemas.openxmlformats.org/drawingml/2006/main">
            <a:off x="462915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5" name="Standardized person 192: affected">
            <a:extLst xmlns:a="http://schemas.openxmlformats.org/drawingml/2006/main">
              <a:ext uri="{FF2B5EF4-FFF2-40B4-BE49-F238E27FC236}">
                <a16:creationId xmlns:a16="http://schemas.microsoft.com/office/drawing/2014/main" id="{EC1507F2-CAB5-4FD6-8073-1EE8BF31CE18}"/>
              </a:ext>
            </a:extLst>
          </p:cNvPr>
          <p:cNvSpPr>
            <a:spLocks xmlns:a="http://schemas.openxmlformats.org/drawingml/2006/main" noGrp="1"/>
          </p:cNvSpPr>
          <p:nvPr/>
        </p:nvSpPr>
        <p:spPr>
          <a:xfrm xmlns:a="http://schemas.openxmlformats.org/drawingml/2006/main">
            <a:off x="476059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6" name="Standardized person 193: affected">
            <a:extLst xmlns:a="http://schemas.openxmlformats.org/drawingml/2006/main">
              <a:ext uri="{FF2B5EF4-FFF2-40B4-BE49-F238E27FC236}">
                <a16:creationId xmlns:a16="http://schemas.microsoft.com/office/drawing/2014/main" id="{801407A0-1DF9-4534-800D-379AF0CC1321}"/>
              </a:ext>
            </a:extLst>
          </p:cNvPr>
          <p:cNvSpPr>
            <a:spLocks xmlns:a="http://schemas.openxmlformats.org/drawingml/2006/main" noGrp="1"/>
          </p:cNvSpPr>
          <p:nvPr/>
        </p:nvSpPr>
        <p:spPr>
          <a:xfrm xmlns:a="http://schemas.openxmlformats.org/drawingml/2006/main">
            <a:off x="489204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7" name="Standardized person 194: affected">
            <a:extLst xmlns:a="http://schemas.openxmlformats.org/drawingml/2006/main">
              <a:ext uri="{FF2B5EF4-FFF2-40B4-BE49-F238E27FC236}">
                <a16:creationId xmlns:a16="http://schemas.microsoft.com/office/drawing/2014/main" id="{B92AE16D-809C-4CE5-B75D-FCB64E7674F9}"/>
              </a:ext>
            </a:extLst>
          </p:cNvPr>
          <p:cNvSpPr>
            <a:spLocks xmlns:a="http://schemas.openxmlformats.org/drawingml/2006/main" noGrp="1"/>
          </p:cNvSpPr>
          <p:nvPr/>
        </p:nvSpPr>
        <p:spPr>
          <a:xfrm xmlns:a="http://schemas.openxmlformats.org/drawingml/2006/main">
            <a:off x="502348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8" name="Standardized person 195: affected">
            <a:extLst xmlns:a="http://schemas.openxmlformats.org/drawingml/2006/main">
              <a:ext uri="{FF2B5EF4-FFF2-40B4-BE49-F238E27FC236}">
                <a16:creationId xmlns:a16="http://schemas.microsoft.com/office/drawing/2014/main" id="{2DF245E4-A270-429C-8EE6-F504BAA147B4}"/>
              </a:ext>
            </a:extLst>
          </p:cNvPr>
          <p:cNvSpPr>
            <a:spLocks xmlns:a="http://schemas.openxmlformats.org/drawingml/2006/main" noGrp="1"/>
          </p:cNvSpPr>
          <p:nvPr/>
        </p:nvSpPr>
        <p:spPr>
          <a:xfrm xmlns:a="http://schemas.openxmlformats.org/drawingml/2006/main">
            <a:off x="515493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199" name="Standardized person 196: affected">
            <a:extLst xmlns:a="http://schemas.openxmlformats.org/drawingml/2006/main">
              <a:ext uri="{FF2B5EF4-FFF2-40B4-BE49-F238E27FC236}">
                <a16:creationId xmlns:a16="http://schemas.microsoft.com/office/drawing/2014/main" id="{23201429-5DE5-4297-9299-ADDF8D625366}"/>
              </a:ext>
            </a:extLst>
          </p:cNvPr>
          <p:cNvSpPr>
            <a:spLocks xmlns:a="http://schemas.openxmlformats.org/drawingml/2006/main" noGrp="1"/>
          </p:cNvSpPr>
          <p:nvPr/>
        </p:nvSpPr>
        <p:spPr>
          <a:xfrm xmlns:a="http://schemas.openxmlformats.org/drawingml/2006/main">
            <a:off x="528637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00" name="Standardized person 197: affected">
            <a:extLst xmlns:a="http://schemas.openxmlformats.org/drawingml/2006/main">
              <a:ext uri="{FF2B5EF4-FFF2-40B4-BE49-F238E27FC236}">
                <a16:creationId xmlns:a16="http://schemas.microsoft.com/office/drawing/2014/main" id="{2AEF3DE5-D9A9-41F3-87CE-343903457FE6}"/>
              </a:ext>
            </a:extLst>
          </p:cNvPr>
          <p:cNvSpPr>
            <a:spLocks xmlns:a="http://schemas.openxmlformats.org/drawingml/2006/main" noGrp="1"/>
          </p:cNvSpPr>
          <p:nvPr/>
        </p:nvSpPr>
        <p:spPr>
          <a:xfrm xmlns:a="http://schemas.openxmlformats.org/drawingml/2006/main">
            <a:off x="5417820"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01" name="Standardized person 198: affected">
            <a:extLst xmlns:a="http://schemas.openxmlformats.org/drawingml/2006/main">
              <a:ext uri="{FF2B5EF4-FFF2-40B4-BE49-F238E27FC236}">
                <a16:creationId xmlns:a16="http://schemas.microsoft.com/office/drawing/2014/main" id="{B223946B-E647-437C-B28A-07B9A57DFA90}"/>
              </a:ext>
            </a:extLst>
          </p:cNvPr>
          <p:cNvSpPr>
            <a:spLocks xmlns:a="http://schemas.openxmlformats.org/drawingml/2006/main" noGrp="1"/>
          </p:cNvSpPr>
          <p:nvPr/>
        </p:nvSpPr>
        <p:spPr>
          <a:xfrm xmlns:a="http://schemas.openxmlformats.org/drawingml/2006/main">
            <a:off x="5549265" y="3062478"/>
            <a:ext cx="112395" cy="84582"/>
          </a:xfrm>
          <a:prstGeom xmlns:a="http://schemas.openxmlformats.org/drawingml/2006/main" prst="rect">
            <a:avLst/>
          </a:prstGeom>
          <a:solidFill xmlns:a="http://schemas.openxmlformats.org/drawingml/2006/main">
            <a:srgbClr val="087E8B"/>
          </a:solidFill>
          <a:ln xmlns:a="http://schemas.openxmlformats.org/drawingml/2006/main" w="0">
            <a:noFill/>
          </a:ln>
        </p:spPr>
      </p:sp>
      <p:sp>
        <p:nvSpPr>
          <p:cNvPr id="202" name="Standardized person 199: without endpoint">
            <a:extLst xmlns:a="http://schemas.openxmlformats.org/drawingml/2006/main">
              <a:ext uri="{FF2B5EF4-FFF2-40B4-BE49-F238E27FC236}">
                <a16:creationId xmlns:a16="http://schemas.microsoft.com/office/drawing/2014/main" id="{DB0C2602-E1E9-4BE6-9F78-D13F4123F204}"/>
              </a:ext>
            </a:extLst>
          </p:cNvPr>
          <p:cNvSpPr>
            <a:spLocks xmlns:a="http://schemas.openxmlformats.org/drawingml/2006/main" noGrp="1"/>
          </p:cNvSpPr>
          <p:nvPr/>
        </p:nvSpPr>
        <p:spPr>
          <a:xfrm xmlns:a="http://schemas.openxmlformats.org/drawingml/2006/main">
            <a:off x="5680710" y="306247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3" name="Standardized person 200: without endpoint">
            <a:extLst xmlns:a="http://schemas.openxmlformats.org/drawingml/2006/main">
              <a:ext uri="{FF2B5EF4-FFF2-40B4-BE49-F238E27FC236}">
                <a16:creationId xmlns:a16="http://schemas.microsoft.com/office/drawing/2014/main" id="{A3C0DAFF-3032-4D50-A212-916182604D25}"/>
              </a:ext>
            </a:extLst>
          </p:cNvPr>
          <p:cNvSpPr>
            <a:spLocks xmlns:a="http://schemas.openxmlformats.org/drawingml/2006/main" noGrp="1"/>
          </p:cNvSpPr>
          <p:nvPr/>
        </p:nvSpPr>
        <p:spPr>
          <a:xfrm xmlns:a="http://schemas.openxmlformats.org/drawingml/2006/main">
            <a:off x="5812155" y="306247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4" name="Standardized person 201: without endpoint">
            <a:extLst xmlns:a="http://schemas.openxmlformats.org/drawingml/2006/main">
              <a:ext uri="{FF2B5EF4-FFF2-40B4-BE49-F238E27FC236}">
                <a16:creationId xmlns:a16="http://schemas.microsoft.com/office/drawing/2014/main" id="{FE2BA617-AE9D-49B9-BA9C-3AE817A83855}"/>
              </a:ext>
            </a:extLst>
          </p:cNvPr>
          <p:cNvSpPr>
            <a:spLocks xmlns:a="http://schemas.openxmlformats.org/drawingml/2006/main" noGrp="1"/>
          </p:cNvSpPr>
          <p:nvPr/>
        </p:nvSpPr>
        <p:spPr>
          <a:xfrm xmlns:a="http://schemas.openxmlformats.org/drawingml/2006/main">
            <a:off x="68580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5" name="Standardized person 202: without endpoint">
            <a:extLst xmlns:a="http://schemas.openxmlformats.org/drawingml/2006/main">
              <a:ext uri="{FF2B5EF4-FFF2-40B4-BE49-F238E27FC236}">
                <a16:creationId xmlns:a16="http://schemas.microsoft.com/office/drawing/2014/main" id="{F728CCCF-03E8-4E79-8FD6-56BF36DBECF0}"/>
              </a:ext>
            </a:extLst>
          </p:cNvPr>
          <p:cNvSpPr>
            <a:spLocks xmlns:a="http://schemas.openxmlformats.org/drawingml/2006/main" noGrp="1"/>
          </p:cNvSpPr>
          <p:nvPr/>
        </p:nvSpPr>
        <p:spPr>
          <a:xfrm xmlns:a="http://schemas.openxmlformats.org/drawingml/2006/main">
            <a:off x="81724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6" name="Standardized person 203: without endpoint">
            <a:extLst xmlns:a="http://schemas.openxmlformats.org/drawingml/2006/main">
              <a:ext uri="{FF2B5EF4-FFF2-40B4-BE49-F238E27FC236}">
                <a16:creationId xmlns:a16="http://schemas.microsoft.com/office/drawing/2014/main" id="{192CBCD7-02EA-4C90-9B6D-52545BA31F0A}"/>
              </a:ext>
            </a:extLst>
          </p:cNvPr>
          <p:cNvSpPr>
            <a:spLocks xmlns:a="http://schemas.openxmlformats.org/drawingml/2006/main" noGrp="1"/>
          </p:cNvSpPr>
          <p:nvPr/>
        </p:nvSpPr>
        <p:spPr>
          <a:xfrm xmlns:a="http://schemas.openxmlformats.org/drawingml/2006/main">
            <a:off x="94869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7" name="Standardized person 204: without endpoint">
            <a:extLst xmlns:a="http://schemas.openxmlformats.org/drawingml/2006/main">
              <a:ext uri="{FF2B5EF4-FFF2-40B4-BE49-F238E27FC236}">
                <a16:creationId xmlns:a16="http://schemas.microsoft.com/office/drawing/2014/main" id="{B6B2FDE7-6FBA-4FF3-AE25-44CD04034BA4}"/>
              </a:ext>
            </a:extLst>
          </p:cNvPr>
          <p:cNvSpPr>
            <a:spLocks xmlns:a="http://schemas.openxmlformats.org/drawingml/2006/main" noGrp="1"/>
          </p:cNvSpPr>
          <p:nvPr/>
        </p:nvSpPr>
        <p:spPr>
          <a:xfrm xmlns:a="http://schemas.openxmlformats.org/drawingml/2006/main">
            <a:off x="108013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8" name="Standardized person 205: without endpoint">
            <a:extLst xmlns:a="http://schemas.openxmlformats.org/drawingml/2006/main">
              <a:ext uri="{FF2B5EF4-FFF2-40B4-BE49-F238E27FC236}">
                <a16:creationId xmlns:a16="http://schemas.microsoft.com/office/drawing/2014/main" id="{3F78D675-2A6A-4CC0-A8F6-D3EB15C5CE1B}"/>
              </a:ext>
            </a:extLst>
          </p:cNvPr>
          <p:cNvSpPr>
            <a:spLocks xmlns:a="http://schemas.openxmlformats.org/drawingml/2006/main" noGrp="1"/>
          </p:cNvSpPr>
          <p:nvPr/>
        </p:nvSpPr>
        <p:spPr>
          <a:xfrm xmlns:a="http://schemas.openxmlformats.org/drawingml/2006/main">
            <a:off x="121158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9" name="Standardized person 206: without endpoint">
            <a:extLst xmlns:a="http://schemas.openxmlformats.org/drawingml/2006/main">
              <a:ext uri="{FF2B5EF4-FFF2-40B4-BE49-F238E27FC236}">
                <a16:creationId xmlns:a16="http://schemas.microsoft.com/office/drawing/2014/main" id="{22121EDD-7CA9-4183-9727-4B0F467E37C6}"/>
              </a:ext>
            </a:extLst>
          </p:cNvPr>
          <p:cNvSpPr>
            <a:spLocks xmlns:a="http://schemas.openxmlformats.org/drawingml/2006/main" noGrp="1"/>
          </p:cNvSpPr>
          <p:nvPr/>
        </p:nvSpPr>
        <p:spPr>
          <a:xfrm xmlns:a="http://schemas.openxmlformats.org/drawingml/2006/main">
            <a:off x="134302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0" name="Standardized person 207: without endpoint">
            <a:extLst xmlns:a="http://schemas.openxmlformats.org/drawingml/2006/main">
              <a:ext uri="{FF2B5EF4-FFF2-40B4-BE49-F238E27FC236}">
                <a16:creationId xmlns:a16="http://schemas.microsoft.com/office/drawing/2014/main" id="{AEFD2621-E787-44D6-AC72-D86500BE3FFD}"/>
              </a:ext>
            </a:extLst>
          </p:cNvPr>
          <p:cNvSpPr>
            <a:spLocks xmlns:a="http://schemas.openxmlformats.org/drawingml/2006/main" noGrp="1"/>
          </p:cNvSpPr>
          <p:nvPr/>
        </p:nvSpPr>
        <p:spPr>
          <a:xfrm xmlns:a="http://schemas.openxmlformats.org/drawingml/2006/main">
            <a:off x="147447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1" name="Standardized person 208: without endpoint">
            <a:extLst xmlns:a="http://schemas.openxmlformats.org/drawingml/2006/main">
              <a:ext uri="{FF2B5EF4-FFF2-40B4-BE49-F238E27FC236}">
                <a16:creationId xmlns:a16="http://schemas.microsoft.com/office/drawing/2014/main" id="{DC8C02EA-E6A8-4113-9E45-292246FC8BEE}"/>
              </a:ext>
            </a:extLst>
          </p:cNvPr>
          <p:cNvSpPr>
            <a:spLocks xmlns:a="http://schemas.openxmlformats.org/drawingml/2006/main" noGrp="1"/>
          </p:cNvSpPr>
          <p:nvPr/>
        </p:nvSpPr>
        <p:spPr>
          <a:xfrm xmlns:a="http://schemas.openxmlformats.org/drawingml/2006/main">
            <a:off x="160591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2" name="Standardized person 209: without endpoint">
            <a:extLst xmlns:a="http://schemas.openxmlformats.org/drawingml/2006/main">
              <a:ext uri="{FF2B5EF4-FFF2-40B4-BE49-F238E27FC236}">
                <a16:creationId xmlns:a16="http://schemas.microsoft.com/office/drawing/2014/main" id="{9B67CCF0-85D9-4A9B-A695-6822442A5668}"/>
              </a:ext>
            </a:extLst>
          </p:cNvPr>
          <p:cNvSpPr>
            <a:spLocks xmlns:a="http://schemas.openxmlformats.org/drawingml/2006/main" noGrp="1"/>
          </p:cNvSpPr>
          <p:nvPr/>
        </p:nvSpPr>
        <p:spPr>
          <a:xfrm xmlns:a="http://schemas.openxmlformats.org/drawingml/2006/main">
            <a:off x="173736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3" name="Standardized person 210: without endpoint">
            <a:extLst xmlns:a="http://schemas.openxmlformats.org/drawingml/2006/main">
              <a:ext uri="{FF2B5EF4-FFF2-40B4-BE49-F238E27FC236}">
                <a16:creationId xmlns:a16="http://schemas.microsoft.com/office/drawing/2014/main" id="{4F41B4ED-BB82-4BA6-A0FD-C0F19ABFB131}"/>
              </a:ext>
            </a:extLst>
          </p:cNvPr>
          <p:cNvSpPr>
            <a:spLocks xmlns:a="http://schemas.openxmlformats.org/drawingml/2006/main" noGrp="1"/>
          </p:cNvSpPr>
          <p:nvPr/>
        </p:nvSpPr>
        <p:spPr>
          <a:xfrm xmlns:a="http://schemas.openxmlformats.org/drawingml/2006/main">
            <a:off x="186880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4" name="Standardized person 211: without endpoint">
            <a:extLst xmlns:a="http://schemas.openxmlformats.org/drawingml/2006/main">
              <a:ext uri="{FF2B5EF4-FFF2-40B4-BE49-F238E27FC236}">
                <a16:creationId xmlns:a16="http://schemas.microsoft.com/office/drawing/2014/main" id="{AECE93D4-14B7-44EE-91E5-74C60EE753F1}"/>
              </a:ext>
            </a:extLst>
          </p:cNvPr>
          <p:cNvSpPr>
            <a:spLocks xmlns:a="http://schemas.openxmlformats.org/drawingml/2006/main" noGrp="1"/>
          </p:cNvSpPr>
          <p:nvPr/>
        </p:nvSpPr>
        <p:spPr>
          <a:xfrm xmlns:a="http://schemas.openxmlformats.org/drawingml/2006/main">
            <a:off x="200025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5" name="Standardized person 212: without endpoint">
            <a:extLst xmlns:a="http://schemas.openxmlformats.org/drawingml/2006/main">
              <a:ext uri="{FF2B5EF4-FFF2-40B4-BE49-F238E27FC236}">
                <a16:creationId xmlns:a16="http://schemas.microsoft.com/office/drawing/2014/main" id="{08572EB5-B978-4912-A90C-1BF1994FE17A}"/>
              </a:ext>
            </a:extLst>
          </p:cNvPr>
          <p:cNvSpPr>
            <a:spLocks xmlns:a="http://schemas.openxmlformats.org/drawingml/2006/main" noGrp="1"/>
          </p:cNvSpPr>
          <p:nvPr/>
        </p:nvSpPr>
        <p:spPr>
          <a:xfrm xmlns:a="http://schemas.openxmlformats.org/drawingml/2006/main">
            <a:off x="213169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6" name="Standardized person 213: without endpoint">
            <a:extLst xmlns:a="http://schemas.openxmlformats.org/drawingml/2006/main">
              <a:ext uri="{FF2B5EF4-FFF2-40B4-BE49-F238E27FC236}">
                <a16:creationId xmlns:a16="http://schemas.microsoft.com/office/drawing/2014/main" id="{A967F6D5-F18B-4EC5-8EC5-F0E5F721B4E8}"/>
              </a:ext>
            </a:extLst>
          </p:cNvPr>
          <p:cNvSpPr>
            <a:spLocks xmlns:a="http://schemas.openxmlformats.org/drawingml/2006/main" noGrp="1"/>
          </p:cNvSpPr>
          <p:nvPr/>
        </p:nvSpPr>
        <p:spPr>
          <a:xfrm xmlns:a="http://schemas.openxmlformats.org/drawingml/2006/main">
            <a:off x="226314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7" name="Standardized person 214: without endpoint">
            <a:extLst xmlns:a="http://schemas.openxmlformats.org/drawingml/2006/main">
              <a:ext uri="{FF2B5EF4-FFF2-40B4-BE49-F238E27FC236}">
                <a16:creationId xmlns:a16="http://schemas.microsoft.com/office/drawing/2014/main" id="{1CF358A3-ACFD-41E7-8B5C-A6A2E171A722}"/>
              </a:ext>
            </a:extLst>
          </p:cNvPr>
          <p:cNvSpPr>
            <a:spLocks xmlns:a="http://schemas.openxmlformats.org/drawingml/2006/main" noGrp="1"/>
          </p:cNvSpPr>
          <p:nvPr/>
        </p:nvSpPr>
        <p:spPr>
          <a:xfrm xmlns:a="http://schemas.openxmlformats.org/drawingml/2006/main">
            <a:off x="239458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8" name="Standardized person 215: without endpoint">
            <a:extLst xmlns:a="http://schemas.openxmlformats.org/drawingml/2006/main">
              <a:ext uri="{FF2B5EF4-FFF2-40B4-BE49-F238E27FC236}">
                <a16:creationId xmlns:a16="http://schemas.microsoft.com/office/drawing/2014/main" id="{6C5F745D-A2A1-4260-B70E-EFB773FB7E2C}"/>
              </a:ext>
            </a:extLst>
          </p:cNvPr>
          <p:cNvSpPr>
            <a:spLocks xmlns:a="http://schemas.openxmlformats.org/drawingml/2006/main" noGrp="1"/>
          </p:cNvSpPr>
          <p:nvPr/>
        </p:nvSpPr>
        <p:spPr>
          <a:xfrm xmlns:a="http://schemas.openxmlformats.org/drawingml/2006/main">
            <a:off x="252603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19" name="Standardized person 216: without endpoint">
            <a:extLst xmlns:a="http://schemas.openxmlformats.org/drawingml/2006/main">
              <a:ext uri="{FF2B5EF4-FFF2-40B4-BE49-F238E27FC236}">
                <a16:creationId xmlns:a16="http://schemas.microsoft.com/office/drawing/2014/main" id="{170A87B7-929D-47BC-8CFD-898056FF9855}"/>
              </a:ext>
            </a:extLst>
          </p:cNvPr>
          <p:cNvSpPr>
            <a:spLocks xmlns:a="http://schemas.openxmlformats.org/drawingml/2006/main" noGrp="1"/>
          </p:cNvSpPr>
          <p:nvPr/>
        </p:nvSpPr>
        <p:spPr>
          <a:xfrm xmlns:a="http://schemas.openxmlformats.org/drawingml/2006/main">
            <a:off x="265747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0" name="Standardized person 217: without endpoint">
            <a:extLst xmlns:a="http://schemas.openxmlformats.org/drawingml/2006/main">
              <a:ext uri="{FF2B5EF4-FFF2-40B4-BE49-F238E27FC236}">
                <a16:creationId xmlns:a16="http://schemas.microsoft.com/office/drawing/2014/main" id="{07D768FC-0713-4F69-AA98-B04E229B2FDA}"/>
              </a:ext>
            </a:extLst>
          </p:cNvPr>
          <p:cNvSpPr>
            <a:spLocks xmlns:a="http://schemas.openxmlformats.org/drawingml/2006/main" noGrp="1"/>
          </p:cNvSpPr>
          <p:nvPr/>
        </p:nvSpPr>
        <p:spPr>
          <a:xfrm xmlns:a="http://schemas.openxmlformats.org/drawingml/2006/main">
            <a:off x="278892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1" name="Standardized person 218: without endpoint">
            <a:extLst xmlns:a="http://schemas.openxmlformats.org/drawingml/2006/main">
              <a:ext uri="{FF2B5EF4-FFF2-40B4-BE49-F238E27FC236}">
                <a16:creationId xmlns:a16="http://schemas.microsoft.com/office/drawing/2014/main" id="{023B5319-1E1D-42C5-9D1F-5060904671D7}"/>
              </a:ext>
            </a:extLst>
          </p:cNvPr>
          <p:cNvSpPr>
            <a:spLocks xmlns:a="http://schemas.openxmlformats.org/drawingml/2006/main" noGrp="1"/>
          </p:cNvSpPr>
          <p:nvPr/>
        </p:nvSpPr>
        <p:spPr>
          <a:xfrm xmlns:a="http://schemas.openxmlformats.org/drawingml/2006/main">
            <a:off x="292036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2" name="Standardized person 219: without endpoint">
            <a:extLst xmlns:a="http://schemas.openxmlformats.org/drawingml/2006/main">
              <a:ext uri="{FF2B5EF4-FFF2-40B4-BE49-F238E27FC236}">
                <a16:creationId xmlns:a16="http://schemas.microsoft.com/office/drawing/2014/main" id="{FEE74F5B-AF17-411F-AD31-F588FA42B804}"/>
              </a:ext>
            </a:extLst>
          </p:cNvPr>
          <p:cNvSpPr>
            <a:spLocks xmlns:a="http://schemas.openxmlformats.org/drawingml/2006/main" noGrp="1"/>
          </p:cNvSpPr>
          <p:nvPr/>
        </p:nvSpPr>
        <p:spPr>
          <a:xfrm xmlns:a="http://schemas.openxmlformats.org/drawingml/2006/main">
            <a:off x="305181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3" name="Standardized person 220: without endpoint">
            <a:extLst xmlns:a="http://schemas.openxmlformats.org/drawingml/2006/main">
              <a:ext uri="{FF2B5EF4-FFF2-40B4-BE49-F238E27FC236}">
                <a16:creationId xmlns:a16="http://schemas.microsoft.com/office/drawing/2014/main" id="{D715A7E6-0521-42EB-AAD3-A2B66479DEC9}"/>
              </a:ext>
            </a:extLst>
          </p:cNvPr>
          <p:cNvSpPr>
            <a:spLocks xmlns:a="http://schemas.openxmlformats.org/drawingml/2006/main" noGrp="1"/>
          </p:cNvSpPr>
          <p:nvPr/>
        </p:nvSpPr>
        <p:spPr>
          <a:xfrm xmlns:a="http://schemas.openxmlformats.org/drawingml/2006/main">
            <a:off x="318325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4" name="Standardized person 221: without endpoint">
            <a:extLst xmlns:a="http://schemas.openxmlformats.org/drawingml/2006/main">
              <a:ext uri="{FF2B5EF4-FFF2-40B4-BE49-F238E27FC236}">
                <a16:creationId xmlns:a16="http://schemas.microsoft.com/office/drawing/2014/main" id="{FB3171A3-BACF-4EFA-9AC9-EA522D70875D}"/>
              </a:ext>
            </a:extLst>
          </p:cNvPr>
          <p:cNvSpPr>
            <a:spLocks xmlns:a="http://schemas.openxmlformats.org/drawingml/2006/main" noGrp="1"/>
          </p:cNvSpPr>
          <p:nvPr/>
        </p:nvSpPr>
        <p:spPr>
          <a:xfrm xmlns:a="http://schemas.openxmlformats.org/drawingml/2006/main">
            <a:off x="331470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5" name="Standardized person 222: without endpoint">
            <a:extLst xmlns:a="http://schemas.openxmlformats.org/drawingml/2006/main">
              <a:ext uri="{FF2B5EF4-FFF2-40B4-BE49-F238E27FC236}">
                <a16:creationId xmlns:a16="http://schemas.microsoft.com/office/drawing/2014/main" id="{291B68D9-1564-4992-86C5-DCA74C618F3E}"/>
              </a:ext>
            </a:extLst>
          </p:cNvPr>
          <p:cNvSpPr>
            <a:spLocks xmlns:a="http://schemas.openxmlformats.org/drawingml/2006/main" noGrp="1"/>
          </p:cNvSpPr>
          <p:nvPr/>
        </p:nvSpPr>
        <p:spPr>
          <a:xfrm xmlns:a="http://schemas.openxmlformats.org/drawingml/2006/main">
            <a:off x="344614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6" name="Standardized person 223: without endpoint">
            <a:extLst xmlns:a="http://schemas.openxmlformats.org/drawingml/2006/main">
              <a:ext uri="{FF2B5EF4-FFF2-40B4-BE49-F238E27FC236}">
                <a16:creationId xmlns:a16="http://schemas.microsoft.com/office/drawing/2014/main" id="{D967ABD7-9656-418A-BBD6-1ACD4682B1C5}"/>
              </a:ext>
            </a:extLst>
          </p:cNvPr>
          <p:cNvSpPr>
            <a:spLocks xmlns:a="http://schemas.openxmlformats.org/drawingml/2006/main" noGrp="1"/>
          </p:cNvSpPr>
          <p:nvPr/>
        </p:nvSpPr>
        <p:spPr>
          <a:xfrm xmlns:a="http://schemas.openxmlformats.org/drawingml/2006/main">
            <a:off x="357759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7" name="Standardized person 224: without endpoint">
            <a:extLst xmlns:a="http://schemas.openxmlformats.org/drawingml/2006/main">
              <a:ext uri="{FF2B5EF4-FFF2-40B4-BE49-F238E27FC236}">
                <a16:creationId xmlns:a16="http://schemas.microsoft.com/office/drawing/2014/main" id="{738C6EBA-B739-453F-AA10-28C9D93F7DF8}"/>
              </a:ext>
            </a:extLst>
          </p:cNvPr>
          <p:cNvSpPr>
            <a:spLocks xmlns:a="http://schemas.openxmlformats.org/drawingml/2006/main" noGrp="1"/>
          </p:cNvSpPr>
          <p:nvPr/>
        </p:nvSpPr>
        <p:spPr>
          <a:xfrm xmlns:a="http://schemas.openxmlformats.org/drawingml/2006/main">
            <a:off x="370903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8" name="Standardized person 225: without endpoint">
            <a:extLst xmlns:a="http://schemas.openxmlformats.org/drawingml/2006/main">
              <a:ext uri="{FF2B5EF4-FFF2-40B4-BE49-F238E27FC236}">
                <a16:creationId xmlns:a16="http://schemas.microsoft.com/office/drawing/2014/main" id="{1C197AF3-838A-41C7-9460-24D951F3EF68}"/>
              </a:ext>
            </a:extLst>
          </p:cNvPr>
          <p:cNvSpPr>
            <a:spLocks xmlns:a="http://schemas.openxmlformats.org/drawingml/2006/main" noGrp="1"/>
          </p:cNvSpPr>
          <p:nvPr/>
        </p:nvSpPr>
        <p:spPr>
          <a:xfrm xmlns:a="http://schemas.openxmlformats.org/drawingml/2006/main">
            <a:off x="384048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29" name="Standardized person 226: without endpoint">
            <a:extLst xmlns:a="http://schemas.openxmlformats.org/drawingml/2006/main">
              <a:ext uri="{FF2B5EF4-FFF2-40B4-BE49-F238E27FC236}">
                <a16:creationId xmlns:a16="http://schemas.microsoft.com/office/drawing/2014/main" id="{F72587BB-EA13-4092-BE31-ACF24CB1EF27}"/>
              </a:ext>
            </a:extLst>
          </p:cNvPr>
          <p:cNvSpPr>
            <a:spLocks xmlns:a="http://schemas.openxmlformats.org/drawingml/2006/main" noGrp="1"/>
          </p:cNvSpPr>
          <p:nvPr/>
        </p:nvSpPr>
        <p:spPr>
          <a:xfrm xmlns:a="http://schemas.openxmlformats.org/drawingml/2006/main">
            <a:off x="397192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0" name="Standardized person 227: without endpoint">
            <a:extLst xmlns:a="http://schemas.openxmlformats.org/drawingml/2006/main">
              <a:ext uri="{FF2B5EF4-FFF2-40B4-BE49-F238E27FC236}">
                <a16:creationId xmlns:a16="http://schemas.microsoft.com/office/drawing/2014/main" id="{E9BC6AAE-1BE7-4B41-A88A-CBC3F981B3AD}"/>
              </a:ext>
            </a:extLst>
          </p:cNvPr>
          <p:cNvSpPr>
            <a:spLocks xmlns:a="http://schemas.openxmlformats.org/drawingml/2006/main" noGrp="1"/>
          </p:cNvSpPr>
          <p:nvPr/>
        </p:nvSpPr>
        <p:spPr>
          <a:xfrm xmlns:a="http://schemas.openxmlformats.org/drawingml/2006/main">
            <a:off x="410337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1" name="Standardized person 228: without endpoint">
            <a:extLst xmlns:a="http://schemas.openxmlformats.org/drawingml/2006/main">
              <a:ext uri="{FF2B5EF4-FFF2-40B4-BE49-F238E27FC236}">
                <a16:creationId xmlns:a16="http://schemas.microsoft.com/office/drawing/2014/main" id="{8404AEF4-82DC-4E89-A05D-F1B0EEEDAC4C}"/>
              </a:ext>
            </a:extLst>
          </p:cNvPr>
          <p:cNvSpPr>
            <a:spLocks xmlns:a="http://schemas.openxmlformats.org/drawingml/2006/main" noGrp="1"/>
          </p:cNvSpPr>
          <p:nvPr/>
        </p:nvSpPr>
        <p:spPr>
          <a:xfrm xmlns:a="http://schemas.openxmlformats.org/drawingml/2006/main">
            <a:off x="423481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2" name="Standardized person 229: without endpoint">
            <a:extLst xmlns:a="http://schemas.openxmlformats.org/drawingml/2006/main">
              <a:ext uri="{FF2B5EF4-FFF2-40B4-BE49-F238E27FC236}">
                <a16:creationId xmlns:a16="http://schemas.microsoft.com/office/drawing/2014/main" id="{7E5DD37E-8CD5-4096-A044-E52A7006AF05}"/>
              </a:ext>
            </a:extLst>
          </p:cNvPr>
          <p:cNvSpPr>
            <a:spLocks xmlns:a="http://schemas.openxmlformats.org/drawingml/2006/main" noGrp="1"/>
          </p:cNvSpPr>
          <p:nvPr/>
        </p:nvSpPr>
        <p:spPr>
          <a:xfrm xmlns:a="http://schemas.openxmlformats.org/drawingml/2006/main">
            <a:off x="436626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3" name="Standardized person 230: without endpoint">
            <a:extLst xmlns:a="http://schemas.openxmlformats.org/drawingml/2006/main">
              <a:ext uri="{FF2B5EF4-FFF2-40B4-BE49-F238E27FC236}">
                <a16:creationId xmlns:a16="http://schemas.microsoft.com/office/drawing/2014/main" id="{1594783A-3B4E-4B70-B071-2450316FB53D}"/>
              </a:ext>
            </a:extLst>
          </p:cNvPr>
          <p:cNvSpPr>
            <a:spLocks xmlns:a="http://schemas.openxmlformats.org/drawingml/2006/main" noGrp="1"/>
          </p:cNvSpPr>
          <p:nvPr/>
        </p:nvSpPr>
        <p:spPr>
          <a:xfrm xmlns:a="http://schemas.openxmlformats.org/drawingml/2006/main">
            <a:off x="449770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4" name="Standardized person 231: without endpoint">
            <a:extLst xmlns:a="http://schemas.openxmlformats.org/drawingml/2006/main">
              <a:ext uri="{FF2B5EF4-FFF2-40B4-BE49-F238E27FC236}">
                <a16:creationId xmlns:a16="http://schemas.microsoft.com/office/drawing/2014/main" id="{28C8AFD9-2567-4377-A49E-141E2E7D2352}"/>
              </a:ext>
            </a:extLst>
          </p:cNvPr>
          <p:cNvSpPr>
            <a:spLocks xmlns:a="http://schemas.openxmlformats.org/drawingml/2006/main" noGrp="1"/>
          </p:cNvSpPr>
          <p:nvPr/>
        </p:nvSpPr>
        <p:spPr>
          <a:xfrm xmlns:a="http://schemas.openxmlformats.org/drawingml/2006/main">
            <a:off x="462915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5" name="Standardized person 232: without endpoint">
            <a:extLst xmlns:a="http://schemas.openxmlformats.org/drawingml/2006/main">
              <a:ext uri="{FF2B5EF4-FFF2-40B4-BE49-F238E27FC236}">
                <a16:creationId xmlns:a16="http://schemas.microsoft.com/office/drawing/2014/main" id="{DC4DD9D3-C86C-4A6D-B74F-3D339E102CD7}"/>
              </a:ext>
            </a:extLst>
          </p:cNvPr>
          <p:cNvSpPr>
            <a:spLocks xmlns:a="http://schemas.openxmlformats.org/drawingml/2006/main" noGrp="1"/>
          </p:cNvSpPr>
          <p:nvPr/>
        </p:nvSpPr>
        <p:spPr>
          <a:xfrm xmlns:a="http://schemas.openxmlformats.org/drawingml/2006/main">
            <a:off x="476059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6" name="Standardized person 233: without endpoint">
            <a:extLst xmlns:a="http://schemas.openxmlformats.org/drawingml/2006/main">
              <a:ext uri="{FF2B5EF4-FFF2-40B4-BE49-F238E27FC236}">
                <a16:creationId xmlns:a16="http://schemas.microsoft.com/office/drawing/2014/main" id="{8F4A25E6-33B4-4E9E-9EE4-C7A494EDAAF5}"/>
              </a:ext>
            </a:extLst>
          </p:cNvPr>
          <p:cNvSpPr>
            <a:spLocks xmlns:a="http://schemas.openxmlformats.org/drawingml/2006/main" noGrp="1"/>
          </p:cNvSpPr>
          <p:nvPr/>
        </p:nvSpPr>
        <p:spPr>
          <a:xfrm xmlns:a="http://schemas.openxmlformats.org/drawingml/2006/main">
            <a:off x="489204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7" name="Standardized person 234: without endpoint">
            <a:extLst xmlns:a="http://schemas.openxmlformats.org/drawingml/2006/main">
              <a:ext uri="{FF2B5EF4-FFF2-40B4-BE49-F238E27FC236}">
                <a16:creationId xmlns:a16="http://schemas.microsoft.com/office/drawing/2014/main" id="{EE2AE9AF-3F2C-4BED-97F9-52CBD9E4E183}"/>
              </a:ext>
            </a:extLst>
          </p:cNvPr>
          <p:cNvSpPr>
            <a:spLocks xmlns:a="http://schemas.openxmlformats.org/drawingml/2006/main" noGrp="1"/>
          </p:cNvSpPr>
          <p:nvPr/>
        </p:nvSpPr>
        <p:spPr>
          <a:xfrm xmlns:a="http://schemas.openxmlformats.org/drawingml/2006/main">
            <a:off x="502348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8" name="Standardized person 235: without endpoint">
            <a:extLst xmlns:a="http://schemas.openxmlformats.org/drawingml/2006/main">
              <a:ext uri="{FF2B5EF4-FFF2-40B4-BE49-F238E27FC236}">
                <a16:creationId xmlns:a16="http://schemas.microsoft.com/office/drawing/2014/main" id="{931E02F5-CA4D-4401-A5D5-E73B98E5CFB7}"/>
              </a:ext>
            </a:extLst>
          </p:cNvPr>
          <p:cNvSpPr>
            <a:spLocks xmlns:a="http://schemas.openxmlformats.org/drawingml/2006/main" noGrp="1"/>
          </p:cNvSpPr>
          <p:nvPr/>
        </p:nvSpPr>
        <p:spPr>
          <a:xfrm xmlns:a="http://schemas.openxmlformats.org/drawingml/2006/main">
            <a:off x="515493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39" name="Standardized person 236: without endpoint">
            <a:extLst xmlns:a="http://schemas.openxmlformats.org/drawingml/2006/main">
              <a:ext uri="{FF2B5EF4-FFF2-40B4-BE49-F238E27FC236}">
                <a16:creationId xmlns:a16="http://schemas.microsoft.com/office/drawing/2014/main" id="{3EF31280-35A5-4B0B-8157-D23702B8F92D}"/>
              </a:ext>
            </a:extLst>
          </p:cNvPr>
          <p:cNvSpPr>
            <a:spLocks xmlns:a="http://schemas.openxmlformats.org/drawingml/2006/main" noGrp="1"/>
          </p:cNvSpPr>
          <p:nvPr/>
        </p:nvSpPr>
        <p:spPr>
          <a:xfrm xmlns:a="http://schemas.openxmlformats.org/drawingml/2006/main">
            <a:off x="528637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0" name="Standardized person 237: without endpoint">
            <a:extLst xmlns:a="http://schemas.openxmlformats.org/drawingml/2006/main">
              <a:ext uri="{FF2B5EF4-FFF2-40B4-BE49-F238E27FC236}">
                <a16:creationId xmlns:a16="http://schemas.microsoft.com/office/drawing/2014/main" id="{6C865671-D459-49E5-91C3-1F39C95CEA26}"/>
              </a:ext>
            </a:extLst>
          </p:cNvPr>
          <p:cNvSpPr>
            <a:spLocks xmlns:a="http://schemas.openxmlformats.org/drawingml/2006/main" noGrp="1"/>
          </p:cNvSpPr>
          <p:nvPr/>
        </p:nvSpPr>
        <p:spPr>
          <a:xfrm xmlns:a="http://schemas.openxmlformats.org/drawingml/2006/main">
            <a:off x="541782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1" name="Standardized person 238: without endpoint">
            <a:extLst xmlns:a="http://schemas.openxmlformats.org/drawingml/2006/main">
              <a:ext uri="{FF2B5EF4-FFF2-40B4-BE49-F238E27FC236}">
                <a16:creationId xmlns:a16="http://schemas.microsoft.com/office/drawing/2014/main" id="{365034B5-4B9E-44D3-83B2-30FF713FFF76}"/>
              </a:ext>
            </a:extLst>
          </p:cNvPr>
          <p:cNvSpPr>
            <a:spLocks xmlns:a="http://schemas.openxmlformats.org/drawingml/2006/main" noGrp="1"/>
          </p:cNvSpPr>
          <p:nvPr/>
        </p:nvSpPr>
        <p:spPr>
          <a:xfrm xmlns:a="http://schemas.openxmlformats.org/drawingml/2006/main">
            <a:off x="554926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2" name="Standardized person 239: without endpoint">
            <a:extLst xmlns:a="http://schemas.openxmlformats.org/drawingml/2006/main">
              <a:ext uri="{FF2B5EF4-FFF2-40B4-BE49-F238E27FC236}">
                <a16:creationId xmlns:a16="http://schemas.microsoft.com/office/drawing/2014/main" id="{E40BAE6F-A50C-43BE-8487-60DB768B7697}"/>
              </a:ext>
            </a:extLst>
          </p:cNvPr>
          <p:cNvSpPr>
            <a:spLocks xmlns:a="http://schemas.openxmlformats.org/drawingml/2006/main" noGrp="1"/>
          </p:cNvSpPr>
          <p:nvPr/>
        </p:nvSpPr>
        <p:spPr>
          <a:xfrm xmlns:a="http://schemas.openxmlformats.org/drawingml/2006/main">
            <a:off x="5680710"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3" name="Standardized person 240: without endpoint">
            <a:extLst xmlns:a="http://schemas.openxmlformats.org/drawingml/2006/main">
              <a:ext uri="{FF2B5EF4-FFF2-40B4-BE49-F238E27FC236}">
                <a16:creationId xmlns:a16="http://schemas.microsoft.com/office/drawing/2014/main" id="{3F3D1D42-9AD4-4797-A548-2E40243B873D}"/>
              </a:ext>
            </a:extLst>
          </p:cNvPr>
          <p:cNvSpPr>
            <a:spLocks xmlns:a="http://schemas.openxmlformats.org/drawingml/2006/main" noGrp="1"/>
          </p:cNvSpPr>
          <p:nvPr/>
        </p:nvSpPr>
        <p:spPr>
          <a:xfrm xmlns:a="http://schemas.openxmlformats.org/drawingml/2006/main">
            <a:off x="5812155" y="316611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4" name="Standardized person 241: without endpoint">
            <a:extLst xmlns:a="http://schemas.openxmlformats.org/drawingml/2006/main">
              <a:ext uri="{FF2B5EF4-FFF2-40B4-BE49-F238E27FC236}">
                <a16:creationId xmlns:a16="http://schemas.microsoft.com/office/drawing/2014/main" id="{F10DBE1F-D0A5-4FAE-A3E6-0CAEBE44BD21}"/>
              </a:ext>
            </a:extLst>
          </p:cNvPr>
          <p:cNvSpPr>
            <a:spLocks xmlns:a="http://schemas.openxmlformats.org/drawingml/2006/main" noGrp="1"/>
          </p:cNvSpPr>
          <p:nvPr/>
        </p:nvSpPr>
        <p:spPr>
          <a:xfrm xmlns:a="http://schemas.openxmlformats.org/drawingml/2006/main">
            <a:off x="68580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5" name="Standardized person 242: without endpoint">
            <a:extLst xmlns:a="http://schemas.openxmlformats.org/drawingml/2006/main">
              <a:ext uri="{FF2B5EF4-FFF2-40B4-BE49-F238E27FC236}">
                <a16:creationId xmlns:a16="http://schemas.microsoft.com/office/drawing/2014/main" id="{0029D541-148C-449E-A7D6-87B404B78B56}"/>
              </a:ext>
            </a:extLst>
          </p:cNvPr>
          <p:cNvSpPr>
            <a:spLocks xmlns:a="http://schemas.openxmlformats.org/drawingml/2006/main" noGrp="1"/>
          </p:cNvSpPr>
          <p:nvPr/>
        </p:nvSpPr>
        <p:spPr>
          <a:xfrm xmlns:a="http://schemas.openxmlformats.org/drawingml/2006/main">
            <a:off x="81724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6" name="Standardized person 243: without endpoint">
            <a:extLst xmlns:a="http://schemas.openxmlformats.org/drawingml/2006/main">
              <a:ext uri="{FF2B5EF4-FFF2-40B4-BE49-F238E27FC236}">
                <a16:creationId xmlns:a16="http://schemas.microsoft.com/office/drawing/2014/main" id="{ED41B196-D72C-48FA-9224-1233B94CAA41}"/>
              </a:ext>
            </a:extLst>
          </p:cNvPr>
          <p:cNvSpPr>
            <a:spLocks xmlns:a="http://schemas.openxmlformats.org/drawingml/2006/main" noGrp="1"/>
          </p:cNvSpPr>
          <p:nvPr/>
        </p:nvSpPr>
        <p:spPr>
          <a:xfrm xmlns:a="http://schemas.openxmlformats.org/drawingml/2006/main">
            <a:off x="94869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7" name="Standardized person 244: without endpoint">
            <a:extLst xmlns:a="http://schemas.openxmlformats.org/drawingml/2006/main">
              <a:ext uri="{FF2B5EF4-FFF2-40B4-BE49-F238E27FC236}">
                <a16:creationId xmlns:a16="http://schemas.microsoft.com/office/drawing/2014/main" id="{5BBBF3EF-2C43-443B-B247-CAA497325240}"/>
              </a:ext>
            </a:extLst>
          </p:cNvPr>
          <p:cNvSpPr>
            <a:spLocks xmlns:a="http://schemas.openxmlformats.org/drawingml/2006/main" noGrp="1"/>
          </p:cNvSpPr>
          <p:nvPr/>
        </p:nvSpPr>
        <p:spPr>
          <a:xfrm xmlns:a="http://schemas.openxmlformats.org/drawingml/2006/main">
            <a:off x="108013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8" name="Standardized person 245: without endpoint">
            <a:extLst xmlns:a="http://schemas.openxmlformats.org/drawingml/2006/main">
              <a:ext uri="{FF2B5EF4-FFF2-40B4-BE49-F238E27FC236}">
                <a16:creationId xmlns:a16="http://schemas.microsoft.com/office/drawing/2014/main" id="{65D6A9BE-DD70-473E-9EE1-E4143B4E9264}"/>
              </a:ext>
            </a:extLst>
          </p:cNvPr>
          <p:cNvSpPr>
            <a:spLocks xmlns:a="http://schemas.openxmlformats.org/drawingml/2006/main" noGrp="1"/>
          </p:cNvSpPr>
          <p:nvPr/>
        </p:nvSpPr>
        <p:spPr>
          <a:xfrm xmlns:a="http://schemas.openxmlformats.org/drawingml/2006/main">
            <a:off x="121158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49" name="Standardized person 246: without endpoint">
            <a:extLst xmlns:a="http://schemas.openxmlformats.org/drawingml/2006/main">
              <a:ext uri="{FF2B5EF4-FFF2-40B4-BE49-F238E27FC236}">
                <a16:creationId xmlns:a16="http://schemas.microsoft.com/office/drawing/2014/main" id="{F1CCF747-AED0-4881-8034-61689DCDA8FC}"/>
              </a:ext>
            </a:extLst>
          </p:cNvPr>
          <p:cNvSpPr>
            <a:spLocks xmlns:a="http://schemas.openxmlformats.org/drawingml/2006/main" noGrp="1"/>
          </p:cNvSpPr>
          <p:nvPr/>
        </p:nvSpPr>
        <p:spPr>
          <a:xfrm xmlns:a="http://schemas.openxmlformats.org/drawingml/2006/main">
            <a:off x="134302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0" name="Standardized person 247: without endpoint">
            <a:extLst xmlns:a="http://schemas.openxmlformats.org/drawingml/2006/main">
              <a:ext uri="{FF2B5EF4-FFF2-40B4-BE49-F238E27FC236}">
                <a16:creationId xmlns:a16="http://schemas.microsoft.com/office/drawing/2014/main" id="{91B73A10-43AF-4E1E-9D3C-E5D14E2029F8}"/>
              </a:ext>
            </a:extLst>
          </p:cNvPr>
          <p:cNvSpPr>
            <a:spLocks xmlns:a="http://schemas.openxmlformats.org/drawingml/2006/main" noGrp="1"/>
          </p:cNvSpPr>
          <p:nvPr/>
        </p:nvSpPr>
        <p:spPr>
          <a:xfrm xmlns:a="http://schemas.openxmlformats.org/drawingml/2006/main">
            <a:off x="147447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1" name="Standardized person 248: without endpoint">
            <a:extLst xmlns:a="http://schemas.openxmlformats.org/drawingml/2006/main">
              <a:ext uri="{FF2B5EF4-FFF2-40B4-BE49-F238E27FC236}">
                <a16:creationId xmlns:a16="http://schemas.microsoft.com/office/drawing/2014/main" id="{972094FA-5367-40B9-B1AB-E6719690930E}"/>
              </a:ext>
            </a:extLst>
          </p:cNvPr>
          <p:cNvSpPr>
            <a:spLocks xmlns:a="http://schemas.openxmlformats.org/drawingml/2006/main" noGrp="1"/>
          </p:cNvSpPr>
          <p:nvPr/>
        </p:nvSpPr>
        <p:spPr>
          <a:xfrm xmlns:a="http://schemas.openxmlformats.org/drawingml/2006/main">
            <a:off x="160591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2" name="Standardized person 249: without endpoint">
            <a:extLst xmlns:a="http://schemas.openxmlformats.org/drawingml/2006/main">
              <a:ext uri="{FF2B5EF4-FFF2-40B4-BE49-F238E27FC236}">
                <a16:creationId xmlns:a16="http://schemas.microsoft.com/office/drawing/2014/main" id="{3CAE0959-81B8-4C18-B144-613CF54C3918}"/>
              </a:ext>
            </a:extLst>
          </p:cNvPr>
          <p:cNvSpPr>
            <a:spLocks xmlns:a="http://schemas.openxmlformats.org/drawingml/2006/main" noGrp="1"/>
          </p:cNvSpPr>
          <p:nvPr/>
        </p:nvSpPr>
        <p:spPr>
          <a:xfrm xmlns:a="http://schemas.openxmlformats.org/drawingml/2006/main">
            <a:off x="173736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3" name="Standardized person 250: without endpoint">
            <a:extLst xmlns:a="http://schemas.openxmlformats.org/drawingml/2006/main">
              <a:ext uri="{FF2B5EF4-FFF2-40B4-BE49-F238E27FC236}">
                <a16:creationId xmlns:a16="http://schemas.microsoft.com/office/drawing/2014/main" id="{27AFA3E5-444E-4204-85BA-E48BD3663C0D}"/>
              </a:ext>
            </a:extLst>
          </p:cNvPr>
          <p:cNvSpPr>
            <a:spLocks xmlns:a="http://schemas.openxmlformats.org/drawingml/2006/main" noGrp="1"/>
          </p:cNvSpPr>
          <p:nvPr/>
        </p:nvSpPr>
        <p:spPr>
          <a:xfrm xmlns:a="http://schemas.openxmlformats.org/drawingml/2006/main">
            <a:off x="186880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4" name="Standardized person 251: without endpoint">
            <a:extLst xmlns:a="http://schemas.openxmlformats.org/drawingml/2006/main">
              <a:ext uri="{FF2B5EF4-FFF2-40B4-BE49-F238E27FC236}">
                <a16:creationId xmlns:a16="http://schemas.microsoft.com/office/drawing/2014/main" id="{864B7E13-7E96-4A83-BE19-EF7B9F719392}"/>
              </a:ext>
            </a:extLst>
          </p:cNvPr>
          <p:cNvSpPr>
            <a:spLocks xmlns:a="http://schemas.openxmlformats.org/drawingml/2006/main" noGrp="1"/>
          </p:cNvSpPr>
          <p:nvPr/>
        </p:nvSpPr>
        <p:spPr>
          <a:xfrm xmlns:a="http://schemas.openxmlformats.org/drawingml/2006/main">
            <a:off x="200025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5" name="Standardized person 252: without endpoint">
            <a:extLst xmlns:a="http://schemas.openxmlformats.org/drawingml/2006/main">
              <a:ext uri="{FF2B5EF4-FFF2-40B4-BE49-F238E27FC236}">
                <a16:creationId xmlns:a16="http://schemas.microsoft.com/office/drawing/2014/main" id="{58DABE6B-3250-492C-843E-C944A29F0217}"/>
              </a:ext>
            </a:extLst>
          </p:cNvPr>
          <p:cNvSpPr>
            <a:spLocks xmlns:a="http://schemas.openxmlformats.org/drawingml/2006/main" noGrp="1"/>
          </p:cNvSpPr>
          <p:nvPr/>
        </p:nvSpPr>
        <p:spPr>
          <a:xfrm xmlns:a="http://schemas.openxmlformats.org/drawingml/2006/main">
            <a:off x="213169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6" name="Standardized person 253: without endpoint">
            <a:extLst xmlns:a="http://schemas.openxmlformats.org/drawingml/2006/main">
              <a:ext uri="{FF2B5EF4-FFF2-40B4-BE49-F238E27FC236}">
                <a16:creationId xmlns:a16="http://schemas.microsoft.com/office/drawing/2014/main" id="{BB2C909C-697B-4957-A48D-6E559C9C3493}"/>
              </a:ext>
            </a:extLst>
          </p:cNvPr>
          <p:cNvSpPr>
            <a:spLocks xmlns:a="http://schemas.openxmlformats.org/drawingml/2006/main" noGrp="1"/>
          </p:cNvSpPr>
          <p:nvPr/>
        </p:nvSpPr>
        <p:spPr>
          <a:xfrm xmlns:a="http://schemas.openxmlformats.org/drawingml/2006/main">
            <a:off x="226314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7" name="Standardized person 254: without endpoint">
            <a:extLst xmlns:a="http://schemas.openxmlformats.org/drawingml/2006/main">
              <a:ext uri="{FF2B5EF4-FFF2-40B4-BE49-F238E27FC236}">
                <a16:creationId xmlns:a16="http://schemas.microsoft.com/office/drawing/2014/main" id="{70A8AFE2-DA4C-40CC-A519-A879D028833F}"/>
              </a:ext>
            </a:extLst>
          </p:cNvPr>
          <p:cNvSpPr>
            <a:spLocks xmlns:a="http://schemas.openxmlformats.org/drawingml/2006/main" noGrp="1"/>
          </p:cNvSpPr>
          <p:nvPr/>
        </p:nvSpPr>
        <p:spPr>
          <a:xfrm xmlns:a="http://schemas.openxmlformats.org/drawingml/2006/main">
            <a:off x="239458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8" name="Standardized person 255: without endpoint">
            <a:extLst xmlns:a="http://schemas.openxmlformats.org/drawingml/2006/main">
              <a:ext uri="{FF2B5EF4-FFF2-40B4-BE49-F238E27FC236}">
                <a16:creationId xmlns:a16="http://schemas.microsoft.com/office/drawing/2014/main" id="{EFF8C36A-9598-4913-ACCB-6810E5C3723B}"/>
              </a:ext>
            </a:extLst>
          </p:cNvPr>
          <p:cNvSpPr>
            <a:spLocks xmlns:a="http://schemas.openxmlformats.org/drawingml/2006/main" noGrp="1"/>
          </p:cNvSpPr>
          <p:nvPr/>
        </p:nvSpPr>
        <p:spPr>
          <a:xfrm xmlns:a="http://schemas.openxmlformats.org/drawingml/2006/main">
            <a:off x="252603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59" name="Standardized person 256: without endpoint">
            <a:extLst xmlns:a="http://schemas.openxmlformats.org/drawingml/2006/main">
              <a:ext uri="{FF2B5EF4-FFF2-40B4-BE49-F238E27FC236}">
                <a16:creationId xmlns:a16="http://schemas.microsoft.com/office/drawing/2014/main" id="{AC629127-376B-41A1-ACA9-773EA4673621}"/>
              </a:ext>
            </a:extLst>
          </p:cNvPr>
          <p:cNvSpPr>
            <a:spLocks xmlns:a="http://schemas.openxmlformats.org/drawingml/2006/main" noGrp="1"/>
          </p:cNvSpPr>
          <p:nvPr/>
        </p:nvSpPr>
        <p:spPr>
          <a:xfrm xmlns:a="http://schemas.openxmlformats.org/drawingml/2006/main">
            <a:off x="265747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0" name="Standardized person 257: without endpoint">
            <a:extLst xmlns:a="http://schemas.openxmlformats.org/drawingml/2006/main">
              <a:ext uri="{FF2B5EF4-FFF2-40B4-BE49-F238E27FC236}">
                <a16:creationId xmlns:a16="http://schemas.microsoft.com/office/drawing/2014/main" id="{415814E7-6434-43DB-882F-B2F2FF9B0B4E}"/>
              </a:ext>
            </a:extLst>
          </p:cNvPr>
          <p:cNvSpPr>
            <a:spLocks xmlns:a="http://schemas.openxmlformats.org/drawingml/2006/main" noGrp="1"/>
          </p:cNvSpPr>
          <p:nvPr/>
        </p:nvSpPr>
        <p:spPr>
          <a:xfrm xmlns:a="http://schemas.openxmlformats.org/drawingml/2006/main">
            <a:off x="278892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1" name="Standardized person 258: without endpoint">
            <a:extLst xmlns:a="http://schemas.openxmlformats.org/drawingml/2006/main">
              <a:ext uri="{FF2B5EF4-FFF2-40B4-BE49-F238E27FC236}">
                <a16:creationId xmlns:a16="http://schemas.microsoft.com/office/drawing/2014/main" id="{959B6AD3-678D-4580-88F1-1D27D2ABD228}"/>
              </a:ext>
            </a:extLst>
          </p:cNvPr>
          <p:cNvSpPr>
            <a:spLocks xmlns:a="http://schemas.openxmlformats.org/drawingml/2006/main" noGrp="1"/>
          </p:cNvSpPr>
          <p:nvPr/>
        </p:nvSpPr>
        <p:spPr>
          <a:xfrm xmlns:a="http://schemas.openxmlformats.org/drawingml/2006/main">
            <a:off x="292036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2" name="Standardized person 259: without endpoint">
            <a:extLst xmlns:a="http://schemas.openxmlformats.org/drawingml/2006/main">
              <a:ext uri="{FF2B5EF4-FFF2-40B4-BE49-F238E27FC236}">
                <a16:creationId xmlns:a16="http://schemas.microsoft.com/office/drawing/2014/main" id="{2E648290-6490-4BE2-BD0B-EDC517944D1D}"/>
              </a:ext>
            </a:extLst>
          </p:cNvPr>
          <p:cNvSpPr>
            <a:spLocks xmlns:a="http://schemas.openxmlformats.org/drawingml/2006/main" noGrp="1"/>
          </p:cNvSpPr>
          <p:nvPr/>
        </p:nvSpPr>
        <p:spPr>
          <a:xfrm xmlns:a="http://schemas.openxmlformats.org/drawingml/2006/main">
            <a:off x="305181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3" name="Standardized person 260: without endpoint">
            <a:extLst xmlns:a="http://schemas.openxmlformats.org/drawingml/2006/main">
              <a:ext uri="{FF2B5EF4-FFF2-40B4-BE49-F238E27FC236}">
                <a16:creationId xmlns:a16="http://schemas.microsoft.com/office/drawing/2014/main" id="{AD44D182-D0D7-48AC-8B0A-7299986CC885}"/>
              </a:ext>
            </a:extLst>
          </p:cNvPr>
          <p:cNvSpPr>
            <a:spLocks xmlns:a="http://schemas.openxmlformats.org/drawingml/2006/main" noGrp="1"/>
          </p:cNvSpPr>
          <p:nvPr/>
        </p:nvSpPr>
        <p:spPr>
          <a:xfrm xmlns:a="http://schemas.openxmlformats.org/drawingml/2006/main">
            <a:off x="318325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4" name="Standardized person 261: without endpoint">
            <a:extLst xmlns:a="http://schemas.openxmlformats.org/drawingml/2006/main">
              <a:ext uri="{FF2B5EF4-FFF2-40B4-BE49-F238E27FC236}">
                <a16:creationId xmlns:a16="http://schemas.microsoft.com/office/drawing/2014/main" id="{BC474972-2E3D-4555-B54F-A9641C11E623}"/>
              </a:ext>
            </a:extLst>
          </p:cNvPr>
          <p:cNvSpPr>
            <a:spLocks xmlns:a="http://schemas.openxmlformats.org/drawingml/2006/main" noGrp="1"/>
          </p:cNvSpPr>
          <p:nvPr/>
        </p:nvSpPr>
        <p:spPr>
          <a:xfrm xmlns:a="http://schemas.openxmlformats.org/drawingml/2006/main">
            <a:off x="331470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5" name="Standardized person 262: without endpoint">
            <a:extLst xmlns:a="http://schemas.openxmlformats.org/drawingml/2006/main">
              <a:ext uri="{FF2B5EF4-FFF2-40B4-BE49-F238E27FC236}">
                <a16:creationId xmlns:a16="http://schemas.microsoft.com/office/drawing/2014/main" id="{1EC28906-4FE0-4B09-A40C-55B3CB3DFC37}"/>
              </a:ext>
            </a:extLst>
          </p:cNvPr>
          <p:cNvSpPr>
            <a:spLocks xmlns:a="http://schemas.openxmlformats.org/drawingml/2006/main" noGrp="1"/>
          </p:cNvSpPr>
          <p:nvPr/>
        </p:nvSpPr>
        <p:spPr>
          <a:xfrm xmlns:a="http://schemas.openxmlformats.org/drawingml/2006/main">
            <a:off x="344614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6" name="Standardized person 263: without endpoint">
            <a:extLst xmlns:a="http://schemas.openxmlformats.org/drawingml/2006/main">
              <a:ext uri="{FF2B5EF4-FFF2-40B4-BE49-F238E27FC236}">
                <a16:creationId xmlns:a16="http://schemas.microsoft.com/office/drawing/2014/main" id="{C4F1C835-07A2-4A42-9A6E-6FAEA1286467}"/>
              </a:ext>
            </a:extLst>
          </p:cNvPr>
          <p:cNvSpPr>
            <a:spLocks xmlns:a="http://schemas.openxmlformats.org/drawingml/2006/main" noGrp="1"/>
          </p:cNvSpPr>
          <p:nvPr/>
        </p:nvSpPr>
        <p:spPr>
          <a:xfrm xmlns:a="http://schemas.openxmlformats.org/drawingml/2006/main">
            <a:off x="357759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7" name="Standardized person 264: without endpoint">
            <a:extLst xmlns:a="http://schemas.openxmlformats.org/drawingml/2006/main">
              <a:ext uri="{FF2B5EF4-FFF2-40B4-BE49-F238E27FC236}">
                <a16:creationId xmlns:a16="http://schemas.microsoft.com/office/drawing/2014/main" id="{E1CD7879-7E52-4F9F-A874-90DBD40E77F4}"/>
              </a:ext>
            </a:extLst>
          </p:cNvPr>
          <p:cNvSpPr>
            <a:spLocks xmlns:a="http://schemas.openxmlformats.org/drawingml/2006/main" noGrp="1"/>
          </p:cNvSpPr>
          <p:nvPr/>
        </p:nvSpPr>
        <p:spPr>
          <a:xfrm xmlns:a="http://schemas.openxmlformats.org/drawingml/2006/main">
            <a:off x="370903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8" name="Standardized person 265: without endpoint">
            <a:extLst xmlns:a="http://schemas.openxmlformats.org/drawingml/2006/main">
              <a:ext uri="{FF2B5EF4-FFF2-40B4-BE49-F238E27FC236}">
                <a16:creationId xmlns:a16="http://schemas.microsoft.com/office/drawing/2014/main" id="{D13AF743-E594-406B-B2BA-D9C26C82C87E}"/>
              </a:ext>
            </a:extLst>
          </p:cNvPr>
          <p:cNvSpPr>
            <a:spLocks xmlns:a="http://schemas.openxmlformats.org/drawingml/2006/main" noGrp="1"/>
          </p:cNvSpPr>
          <p:nvPr/>
        </p:nvSpPr>
        <p:spPr>
          <a:xfrm xmlns:a="http://schemas.openxmlformats.org/drawingml/2006/main">
            <a:off x="384048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69" name="Standardized person 266: without endpoint">
            <a:extLst xmlns:a="http://schemas.openxmlformats.org/drawingml/2006/main">
              <a:ext uri="{FF2B5EF4-FFF2-40B4-BE49-F238E27FC236}">
                <a16:creationId xmlns:a16="http://schemas.microsoft.com/office/drawing/2014/main" id="{CA8CA1CF-0460-4516-BF29-8592A79F5DF6}"/>
              </a:ext>
            </a:extLst>
          </p:cNvPr>
          <p:cNvSpPr>
            <a:spLocks xmlns:a="http://schemas.openxmlformats.org/drawingml/2006/main" noGrp="1"/>
          </p:cNvSpPr>
          <p:nvPr/>
        </p:nvSpPr>
        <p:spPr>
          <a:xfrm xmlns:a="http://schemas.openxmlformats.org/drawingml/2006/main">
            <a:off x="397192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0" name="Standardized person 267: without endpoint">
            <a:extLst xmlns:a="http://schemas.openxmlformats.org/drawingml/2006/main">
              <a:ext uri="{FF2B5EF4-FFF2-40B4-BE49-F238E27FC236}">
                <a16:creationId xmlns:a16="http://schemas.microsoft.com/office/drawing/2014/main" id="{F8EAC922-6107-433C-B6F9-02553B00DFA7}"/>
              </a:ext>
            </a:extLst>
          </p:cNvPr>
          <p:cNvSpPr>
            <a:spLocks xmlns:a="http://schemas.openxmlformats.org/drawingml/2006/main" noGrp="1"/>
          </p:cNvSpPr>
          <p:nvPr/>
        </p:nvSpPr>
        <p:spPr>
          <a:xfrm xmlns:a="http://schemas.openxmlformats.org/drawingml/2006/main">
            <a:off x="410337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1" name="Standardized person 268: without endpoint">
            <a:extLst xmlns:a="http://schemas.openxmlformats.org/drawingml/2006/main">
              <a:ext uri="{FF2B5EF4-FFF2-40B4-BE49-F238E27FC236}">
                <a16:creationId xmlns:a16="http://schemas.microsoft.com/office/drawing/2014/main" id="{4D8A2001-BEA5-4B55-AEC5-D2A56072709C}"/>
              </a:ext>
            </a:extLst>
          </p:cNvPr>
          <p:cNvSpPr>
            <a:spLocks xmlns:a="http://schemas.openxmlformats.org/drawingml/2006/main" noGrp="1"/>
          </p:cNvSpPr>
          <p:nvPr/>
        </p:nvSpPr>
        <p:spPr>
          <a:xfrm xmlns:a="http://schemas.openxmlformats.org/drawingml/2006/main">
            <a:off x="423481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2" name="Standardized person 269: without endpoint">
            <a:extLst xmlns:a="http://schemas.openxmlformats.org/drawingml/2006/main">
              <a:ext uri="{FF2B5EF4-FFF2-40B4-BE49-F238E27FC236}">
                <a16:creationId xmlns:a16="http://schemas.microsoft.com/office/drawing/2014/main" id="{02609F6E-EC77-4729-AE02-CB0D19E2EE65}"/>
              </a:ext>
            </a:extLst>
          </p:cNvPr>
          <p:cNvSpPr>
            <a:spLocks xmlns:a="http://schemas.openxmlformats.org/drawingml/2006/main" noGrp="1"/>
          </p:cNvSpPr>
          <p:nvPr/>
        </p:nvSpPr>
        <p:spPr>
          <a:xfrm xmlns:a="http://schemas.openxmlformats.org/drawingml/2006/main">
            <a:off x="436626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3" name="Standardized person 270: without endpoint">
            <a:extLst xmlns:a="http://schemas.openxmlformats.org/drawingml/2006/main">
              <a:ext uri="{FF2B5EF4-FFF2-40B4-BE49-F238E27FC236}">
                <a16:creationId xmlns:a16="http://schemas.microsoft.com/office/drawing/2014/main" id="{B999F64F-28C2-4BD2-9D3C-A74C782EE315}"/>
              </a:ext>
            </a:extLst>
          </p:cNvPr>
          <p:cNvSpPr>
            <a:spLocks xmlns:a="http://schemas.openxmlformats.org/drawingml/2006/main" noGrp="1"/>
          </p:cNvSpPr>
          <p:nvPr/>
        </p:nvSpPr>
        <p:spPr>
          <a:xfrm xmlns:a="http://schemas.openxmlformats.org/drawingml/2006/main">
            <a:off x="449770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4" name="Standardized person 271: without endpoint">
            <a:extLst xmlns:a="http://schemas.openxmlformats.org/drawingml/2006/main">
              <a:ext uri="{FF2B5EF4-FFF2-40B4-BE49-F238E27FC236}">
                <a16:creationId xmlns:a16="http://schemas.microsoft.com/office/drawing/2014/main" id="{5C711613-32FC-41EC-9EEE-259D82F335FD}"/>
              </a:ext>
            </a:extLst>
          </p:cNvPr>
          <p:cNvSpPr>
            <a:spLocks xmlns:a="http://schemas.openxmlformats.org/drawingml/2006/main" noGrp="1"/>
          </p:cNvSpPr>
          <p:nvPr/>
        </p:nvSpPr>
        <p:spPr>
          <a:xfrm xmlns:a="http://schemas.openxmlformats.org/drawingml/2006/main">
            <a:off x="462915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5" name="Standardized person 272: without endpoint">
            <a:extLst xmlns:a="http://schemas.openxmlformats.org/drawingml/2006/main">
              <a:ext uri="{FF2B5EF4-FFF2-40B4-BE49-F238E27FC236}">
                <a16:creationId xmlns:a16="http://schemas.microsoft.com/office/drawing/2014/main" id="{1D21B1C1-2427-4C5F-883E-224F0279D434}"/>
              </a:ext>
            </a:extLst>
          </p:cNvPr>
          <p:cNvSpPr>
            <a:spLocks xmlns:a="http://schemas.openxmlformats.org/drawingml/2006/main" noGrp="1"/>
          </p:cNvSpPr>
          <p:nvPr/>
        </p:nvSpPr>
        <p:spPr>
          <a:xfrm xmlns:a="http://schemas.openxmlformats.org/drawingml/2006/main">
            <a:off x="476059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6" name="Standardized person 273: without endpoint">
            <a:extLst xmlns:a="http://schemas.openxmlformats.org/drawingml/2006/main">
              <a:ext uri="{FF2B5EF4-FFF2-40B4-BE49-F238E27FC236}">
                <a16:creationId xmlns:a16="http://schemas.microsoft.com/office/drawing/2014/main" id="{5348B95A-AC37-4A0C-B6CF-DF703FD52785}"/>
              </a:ext>
            </a:extLst>
          </p:cNvPr>
          <p:cNvSpPr>
            <a:spLocks xmlns:a="http://schemas.openxmlformats.org/drawingml/2006/main" noGrp="1"/>
          </p:cNvSpPr>
          <p:nvPr/>
        </p:nvSpPr>
        <p:spPr>
          <a:xfrm xmlns:a="http://schemas.openxmlformats.org/drawingml/2006/main">
            <a:off x="489204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7" name="Standardized person 274: without endpoint">
            <a:extLst xmlns:a="http://schemas.openxmlformats.org/drawingml/2006/main">
              <a:ext uri="{FF2B5EF4-FFF2-40B4-BE49-F238E27FC236}">
                <a16:creationId xmlns:a16="http://schemas.microsoft.com/office/drawing/2014/main" id="{7B2C3AF5-B851-4EC7-9412-DA4244B2E0C2}"/>
              </a:ext>
            </a:extLst>
          </p:cNvPr>
          <p:cNvSpPr>
            <a:spLocks xmlns:a="http://schemas.openxmlformats.org/drawingml/2006/main" noGrp="1"/>
          </p:cNvSpPr>
          <p:nvPr/>
        </p:nvSpPr>
        <p:spPr>
          <a:xfrm xmlns:a="http://schemas.openxmlformats.org/drawingml/2006/main">
            <a:off x="502348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8" name="Standardized person 275: without endpoint">
            <a:extLst xmlns:a="http://schemas.openxmlformats.org/drawingml/2006/main">
              <a:ext uri="{FF2B5EF4-FFF2-40B4-BE49-F238E27FC236}">
                <a16:creationId xmlns:a16="http://schemas.microsoft.com/office/drawing/2014/main" id="{A3CBD70C-7CF8-4803-A0CB-D731075B6F81}"/>
              </a:ext>
            </a:extLst>
          </p:cNvPr>
          <p:cNvSpPr>
            <a:spLocks xmlns:a="http://schemas.openxmlformats.org/drawingml/2006/main" noGrp="1"/>
          </p:cNvSpPr>
          <p:nvPr/>
        </p:nvSpPr>
        <p:spPr>
          <a:xfrm xmlns:a="http://schemas.openxmlformats.org/drawingml/2006/main">
            <a:off x="515493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79" name="Standardized person 276: without endpoint">
            <a:extLst xmlns:a="http://schemas.openxmlformats.org/drawingml/2006/main">
              <a:ext uri="{FF2B5EF4-FFF2-40B4-BE49-F238E27FC236}">
                <a16:creationId xmlns:a16="http://schemas.microsoft.com/office/drawing/2014/main" id="{893C157D-DD82-474B-802B-AE119E897017}"/>
              </a:ext>
            </a:extLst>
          </p:cNvPr>
          <p:cNvSpPr>
            <a:spLocks xmlns:a="http://schemas.openxmlformats.org/drawingml/2006/main" noGrp="1"/>
          </p:cNvSpPr>
          <p:nvPr/>
        </p:nvSpPr>
        <p:spPr>
          <a:xfrm xmlns:a="http://schemas.openxmlformats.org/drawingml/2006/main">
            <a:off x="528637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0" name="Standardized person 277: without endpoint">
            <a:extLst xmlns:a="http://schemas.openxmlformats.org/drawingml/2006/main">
              <a:ext uri="{FF2B5EF4-FFF2-40B4-BE49-F238E27FC236}">
                <a16:creationId xmlns:a16="http://schemas.microsoft.com/office/drawing/2014/main" id="{F6D07F94-C8FE-4149-8027-A01E053E6DCB}"/>
              </a:ext>
            </a:extLst>
          </p:cNvPr>
          <p:cNvSpPr>
            <a:spLocks xmlns:a="http://schemas.openxmlformats.org/drawingml/2006/main" noGrp="1"/>
          </p:cNvSpPr>
          <p:nvPr/>
        </p:nvSpPr>
        <p:spPr>
          <a:xfrm xmlns:a="http://schemas.openxmlformats.org/drawingml/2006/main">
            <a:off x="541782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1" name="Standardized person 278: without endpoint">
            <a:extLst xmlns:a="http://schemas.openxmlformats.org/drawingml/2006/main">
              <a:ext uri="{FF2B5EF4-FFF2-40B4-BE49-F238E27FC236}">
                <a16:creationId xmlns:a16="http://schemas.microsoft.com/office/drawing/2014/main" id="{4927E372-4EA4-4B16-8800-BDB5AABED37D}"/>
              </a:ext>
            </a:extLst>
          </p:cNvPr>
          <p:cNvSpPr>
            <a:spLocks xmlns:a="http://schemas.openxmlformats.org/drawingml/2006/main" noGrp="1"/>
          </p:cNvSpPr>
          <p:nvPr/>
        </p:nvSpPr>
        <p:spPr>
          <a:xfrm xmlns:a="http://schemas.openxmlformats.org/drawingml/2006/main">
            <a:off x="554926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2" name="Standardized person 279: without endpoint">
            <a:extLst xmlns:a="http://schemas.openxmlformats.org/drawingml/2006/main">
              <a:ext uri="{FF2B5EF4-FFF2-40B4-BE49-F238E27FC236}">
                <a16:creationId xmlns:a16="http://schemas.microsoft.com/office/drawing/2014/main" id="{18928452-E12F-4A67-B93C-CC0D23A89178}"/>
              </a:ext>
            </a:extLst>
          </p:cNvPr>
          <p:cNvSpPr>
            <a:spLocks xmlns:a="http://schemas.openxmlformats.org/drawingml/2006/main" noGrp="1"/>
          </p:cNvSpPr>
          <p:nvPr/>
        </p:nvSpPr>
        <p:spPr>
          <a:xfrm xmlns:a="http://schemas.openxmlformats.org/drawingml/2006/main">
            <a:off x="568071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3" name="Standardized person 280: without endpoint">
            <a:extLst xmlns:a="http://schemas.openxmlformats.org/drawingml/2006/main">
              <a:ext uri="{FF2B5EF4-FFF2-40B4-BE49-F238E27FC236}">
                <a16:creationId xmlns:a16="http://schemas.microsoft.com/office/drawing/2014/main" id="{185A5B25-EE21-4456-9A39-B225AF7E10EB}"/>
              </a:ext>
            </a:extLst>
          </p:cNvPr>
          <p:cNvSpPr>
            <a:spLocks xmlns:a="http://schemas.openxmlformats.org/drawingml/2006/main" noGrp="1"/>
          </p:cNvSpPr>
          <p:nvPr/>
        </p:nvSpPr>
        <p:spPr>
          <a:xfrm xmlns:a="http://schemas.openxmlformats.org/drawingml/2006/main">
            <a:off x="581215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4" name="Standardized person 281: without endpoint">
            <a:extLst xmlns:a="http://schemas.openxmlformats.org/drawingml/2006/main">
              <a:ext uri="{FF2B5EF4-FFF2-40B4-BE49-F238E27FC236}">
                <a16:creationId xmlns:a16="http://schemas.microsoft.com/office/drawing/2014/main" id="{5E90A8CF-20C2-4C2E-8A49-FE77A8B6B904}"/>
              </a:ext>
            </a:extLst>
          </p:cNvPr>
          <p:cNvSpPr>
            <a:spLocks xmlns:a="http://schemas.openxmlformats.org/drawingml/2006/main" noGrp="1"/>
          </p:cNvSpPr>
          <p:nvPr/>
        </p:nvSpPr>
        <p:spPr>
          <a:xfrm xmlns:a="http://schemas.openxmlformats.org/drawingml/2006/main">
            <a:off x="68580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5" name="Standardized person 282: without endpoint">
            <a:extLst xmlns:a="http://schemas.openxmlformats.org/drawingml/2006/main">
              <a:ext uri="{FF2B5EF4-FFF2-40B4-BE49-F238E27FC236}">
                <a16:creationId xmlns:a16="http://schemas.microsoft.com/office/drawing/2014/main" id="{8CBD44A5-B8DC-443F-9472-6A87FA01E27F}"/>
              </a:ext>
            </a:extLst>
          </p:cNvPr>
          <p:cNvSpPr>
            <a:spLocks xmlns:a="http://schemas.openxmlformats.org/drawingml/2006/main" noGrp="1"/>
          </p:cNvSpPr>
          <p:nvPr/>
        </p:nvSpPr>
        <p:spPr>
          <a:xfrm xmlns:a="http://schemas.openxmlformats.org/drawingml/2006/main">
            <a:off x="81724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6" name="Standardized person 283: without endpoint">
            <a:extLst xmlns:a="http://schemas.openxmlformats.org/drawingml/2006/main">
              <a:ext uri="{FF2B5EF4-FFF2-40B4-BE49-F238E27FC236}">
                <a16:creationId xmlns:a16="http://schemas.microsoft.com/office/drawing/2014/main" id="{50B055A1-0CDE-46AB-915D-057CF751BE7F}"/>
              </a:ext>
            </a:extLst>
          </p:cNvPr>
          <p:cNvSpPr>
            <a:spLocks xmlns:a="http://schemas.openxmlformats.org/drawingml/2006/main" noGrp="1"/>
          </p:cNvSpPr>
          <p:nvPr/>
        </p:nvSpPr>
        <p:spPr>
          <a:xfrm xmlns:a="http://schemas.openxmlformats.org/drawingml/2006/main">
            <a:off x="94869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7" name="Standardized person 284: without endpoint">
            <a:extLst xmlns:a="http://schemas.openxmlformats.org/drawingml/2006/main">
              <a:ext uri="{FF2B5EF4-FFF2-40B4-BE49-F238E27FC236}">
                <a16:creationId xmlns:a16="http://schemas.microsoft.com/office/drawing/2014/main" id="{EF348043-2066-4165-BCF0-963370E3F046}"/>
              </a:ext>
            </a:extLst>
          </p:cNvPr>
          <p:cNvSpPr>
            <a:spLocks xmlns:a="http://schemas.openxmlformats.org/drawingml/2006/main" noGrp="1"/>
          </p:cNvSpPr>
          <p:nvPr/>
        </p:nvSpPr>
        <p:spPr>
          <a:xfrm xmlns:a="http://schemas.openxmlformats.org/drawingml/2006/main">
            <a:off x="108013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8" name="Standardized person 285: without endpoint">
            <a:extLst xmlns:a="http://schemas.openxmlformats.org/drawingml/2006/main">
              <a:ext uri="{FF2B5EF4-FFF2-40B4-BE49-F238E27FC236}">
                <a16:creationId xmlns:a16="http://schemas.microsoft.com/office/drawing/2014/main" id="{EAB26BF5-A06D-49B5-A1BD-3029A6AF6617}"/>
              </a:ext>
            </a:extLst>
          </p:cNvPr>
          <p:cNvSpPr>
            <a:spLocks xmlns:a="http://schemas.openxmlformats.org/drawingml/2006/main" noGrp="1"/>
          </p:cNvSpPr>
          <p:nvPr/>
        </p:nvSpPr>
        <p:spPr>
          <a:xfrm xmlns:a="http://schemas.openxmlformats.org/drawingml/2006/main">
            <a:off x="121158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89" name="Standardized person 286: without endpoint">
            <a:extLst xmlns:a="http://schemas.openxmlformats.org/drawingml/2006/main">
              <a:ext uri="{FF2B5EF4-FFF2-40B4-BE49-F238E27FC236}">
                <a16:creationId xmlns:a16="http://schemas.microsoft.com/office/drawing/2014/main" id="{03D14873-F949-4F9D-BC0C-3533F04EB11F}"/>
              </a:ext>
            </a:extLst>
          </p:cNvPr>
          <p:cNvSpPr>
            <a:spLocks xmlns:a="http://schemas.openxmlformats.org/drawingml/2006/main" noGrp="1"/>
          </p:cNvSpPr>
          <p:nvPr/>
        </p:nvSpPr>
        <p:spPr>
          <a:xfrm xmlns:a="http://schemas.openxmlformats.org/drawingml/2006/main">
            <a:off x="134302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0" name="Standardized person 287: without endpoint">
            <a:extLst xmlns:a="http://schemas.openxmlformats.org/drawingml/2006/main">
              <a:ext uri="{FF2B5EF4-FFF2-40B4-BE49-F238E27FC236}">
                <a16:creationId xmlns:a16="http://schemas.microsoft.com/office/drawing/2014/main" id="{6FB3C8CF-A9DA-4939-A859-2070F5C9459B}"/>
              </a:ext>
            </a:extLst>
          </p:cNvPr>
          <p:cNvSpPr>
            <a:spLocks xmlns:a="http://schemas.openxmlformats.org/drawingml/2006/main" noGrp="1"/>
          </p:cNvSpPr>
          <p:nvPr/>
        </p:nvSpPr>
        <p:spPr>
          <a:xfrm xmlns:a="http://schemas.openxmlformats.org/drawingml/2006/main">
            <a:off x="147447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1" name="Standardized person 288: without endpoint">
            <a:extLst xmlns:a="http://schemas.openxmlformats.org/drawingml/2006/main">
              <a:ext uri="{FF2B5EF4-FFF2-40B4-BE49-F238E27FC236}">
                <a16:creationId xmlns:a16="http://schemas.microsoft.com/office/drawing/2014/main" id="{88F281A9-FC03-49E1-83B4-955CB31A81DA}"/>
              </a:ext>
            </a:extLst>
          </p:cNvPr>
          <p:cNvSpPr>
            <a:spLocks xmlns:a="http://schemas.openxmlformats.org/drawingml/2006/main" noGrp="1"/>
          </p:cNvSpPr>
          <p:nvPr/>
        </p:nvSpPr>
        <p:spPr>
          <a:xfrm xmlns:a="http://schemas.openxmlformats.org/drawingml/2006/main">
            <a:off x="160591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2" name="Standardized person 289: without endpoint">
            <a:extLst xmlns:a="http://schemas.openxmlformats.org/drawingml/2006/main">
              <a:ext uri="{FF2B5EF4-FFF2-40B4-BE49-F238E27FC236}">
                <a16:creationId xmlns:a16="http://schemas.microsoft.com/office/drawing/2014/main" id="{8AE37B30-CBD8-4DF2-8EC7-87B2AA7D4646}"/>
              </a:ext>
            </a:extLst>
          </p:cNvPr>
          <p:cNvSpPr>
            <a:spLocks xmlns:a="http://schemas.openxmlformats.org/drawingml/2006/main" noGrp="1"/>
          </p:cNvSpPr>
          <p:nvPr/>
        </p:nvSpPr>
        <p:spPr>
          <a:xfrm xmlns:a="http://schemas.openxmlformats.org/drawingml/2006/main">
            <a:off x="173736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3" name="Standardized person 290: without endpoint">
            <a:extLst xmlns:a="http://schemas.openxmlformats.org/drawingml/2006/main">
              <a:ext uri="{FF2B5EF4-FFF2-40B4-BE49-F238E27FC236}">
                <a16:creationId xmlns:a16="http://schemas.microsoft.com/office/drawing/2014/main" id="{E755CEA1-09BB-4902-B8DA-E7E31D8288F3}"/>
              </a:ext>
            </a:extLst>
          </p:cNvPr>
          <p:cNvSpPr>
            <a:spLocks xmlns:a="http://schemas.openxmlformats.org/drawingml/2006/main" noGrp="1"/>
          </p:cNvSpPr>
          <p:nvPr/>
        </p:nvSpPr>
        <p:spPr>
          <a:xfrm xmlns:a="http://schemas.openxmlformats.org/drawingml/2006/main">
            <a:off x="186880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4" name="Standardized person 291: without endpoint">
            <a:extLst xmlns:a="http://schemas.openxmlformats.org/drawingml/2006/main">
              <a:ext uri="{FF2B5EF4-FFF2-40B4-BE49-F238E27FC236}">
                <a16:creationId xmlns:a16="http://schemas.microsoft.com/office/drawing/2014/main" id="{9CF6066E-15F3-4AAE-BCCA-16065ED61693}"/>
              </a:ext>
            </a:extLst>
          </p:cNvPr>
          <p:cNvSpPr>
            <a:spLocks xmlns:a="http://schemas.openxmlformats.org/drawingml/2006/main" noGrp="1"/>
          </p:cNvSpPr>
          <p:nvPr/>
        </p:nvSpPr>
        <p:spPr>
          <a:xfrm xmlns:a="http://schemas.openxmlformats.org/drawingml/2006/main">
            <a:off x="200025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5" name="Standardized person 292: without endpoint">
            <a:extLst xmlns:a="http://schemas.openxmlformats.org/drawingml/2006/main">
              <a:ext uri="{FF2B5EF4-FFF2-40B4-BE49-F238E27FC236}">
                <a16:creationId xmlns:a16="http://schemas.microsoft.com/office/drawing/2014/main" id="{55EF11B3-F571-4277-BBE0-0A1B3A39F717}"/>
              </a:ext>
            </a:extLst>
          </p:cNvPr>
          <p:cNvSpPr>
            <a:spLocks xmlns:a="http://schemas.openxmlformats.org/drawingml/2006/main" noGrp="1"/>
          </p:cNvSpPr>
          <p:nvPr/>
        </p:nvSpPr>
        <p:spPr>
          <a:xfrm xmlns:a="http://schemas.openxmlformats.org/drawingml/2006/main">
            <a:off x="213169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6" name="Standardized person 293: without endpoint">
            <a:extLst xmlns:a="http://schemas.openxmlformats.org/drawingml/2006/main">
              <a:ext uri="{FF2B5EF4-FFF2-40B4-BE49-F238E27FC236}">
                <a16:creationId xmlns:a16="http://schemas.microsoft.com/office/drawing/2014/main" id="{ECFED054-CC59-4853-A561-CFE9F2466EB9}"/>
              </a:ext>
            </a:extLst>
          </p:cNvPr>
          <p:cNvSpPr>
            <a:spLocks xmlns:a="http://schemas.openxmlformats.org/drawingml/2006/main" noGrp="1"/>
          </p:cNvSpPr>
          <p:nvPr/>
        </p:nvSpPr>
        <p:spPr>
          <a:xfrm xmlns:a="http://schemas.openxmlformats.org/drawingml/2006/main">
            <a:off x="226314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7" name="Standardized person 294: without endpoint">
            <a:extLst xmlns:a="http://schemas.openxmlformats.org/drawingml/2006/main">
              <a:ext uri="{FF2B5EF4-FFF2-40B4-BE49-F238E27FC236}">
                <a16:creationId xmlns:a16="http://schemas.microsoft.com/office/drawing/2014/main" id="{FB91898D-8F68-40D0-A33B-3EB789925A48}"/>
              </a:ext>
            </a:extLst>
          </p:cNvPr>
          <p:cNvSpPr>
            <a:spLocks xmlns:a="http://schemas.openxmlformats.org/drawingml/2006/main" noGrp="1"/>
          </p:cNvSpPr>
          <p:nvPr/>
        </p:nvSpPr>
        <p:spPr>
          <a:xfrm xmlns:a="http://schemas.openxmlformats.org/drawingml/2006/main">
            <a:off x="239458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8" name="Standardized person 295: without endpoint">
            <a:extLst xmlns:a="http://schemas.openxmlformats.org/drawingml/2006/main">
              <a:ext uri="{FF2B5EF4-FFF2-40B4-BE49-F238E27FC236}">
                <a16:creationId xmlns:a16="http://schemas.microsoft.com/office/drawing/2014/main" id="{1C6903FA-8934-49F1-AEA0-0E6F7A3F3BE6}"/>
              </a:ext>
            </a:extLst>
          </p:cNvPr>
          <p:cNvSpPr>
            <a:spLocks xmlns:a="http://schemas.openxmlformats.org/drawingml/2006/main" noGrp="1"/>
          </p:cNvSpPr>
          <p:nvPr/>
        </p:nvSpPr>
        <p:spPr>
          <a:xfrm xmlns:a="http://schemas.openxmlformats.org/drawingml/2006/main">
            <a:off x="252603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99" name="Standardized person 296: without endpoint">
            <a:extLst xmlns:a="http://schemas.openxmlformats.org/drawingml/2006/main">
              <a:ext uri="{FF2B5EF4-FFF2-40B4-BE49-F238E27FC236}">
                <a16:creationId xmlns:a16="http://schemas.microsoft.com/office/drawing/2014/main" id="{A763F224-778D-44C3-8F84-F15032638BC1}"/>
              </a:ext>
            </a:extLst>
          </p:cNvPr>
          <p:cNvSpPr>
            <a:spLocks xmlns:a="http://schemas.openxmlformats.org/drawingml/2006/main" noGrp="1"/>
          </p:cNvSpPr>
          <p:nvPr/>
        </p:nvSpPr>
        <p:spPr>
          <a:xfrm xmlns:a="http://schemas.openxmlformats.org/drawingml/2006/main">
            <a:off x="265747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0" name="Standardized person 297: without endpoint">
            <a:extLst xmlns:a="http://schemas.openxmlformats.org/drawingml/2006/main">
              <a:ext uri="{FF2B5EF4-FFF2-40B4-BE49-F238E27FC236}">
                <a16:creationId xmlns:a16="http://schemas.microsoft.com/office/drawing/2014/main" id="{7E7EB14A-74A1-4A09-9143-FF589D2A45CB}"/>
              </a:ext>
            </a:extLst>
          </p:cNvPr>
          <p:cNvSpPr>
            <a:spLocks xmlns:a="http://schemas.openxmlformats.org/drawingml/2006/main" noGrp="1"/>
          </p:cNvSpPr>
          <p:nvPr/>
        </p:nvSpPr>
        <p:spPr>
          <a:xfrm xmlns:a="http://schemas.openxmlformats.org/drawingml/2006/main">
            <a:off x="278892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1" name="Standardized person 298: without endpoint">
            <a:extLst xmlns:a="http://schemas.openxmlformats.org/drawingml/2006/main">
              <a:ext uri="{FF2B5EF4-FFF2-40B4-BE49-F238E27FC236}">
                <a16:creationId xmlns:a16="http://schemas.microsoft.com/office/drawing/2014/main" id="{8BCE71C9-67EC-43D1-BC0A-D37F23AFF010}"/>
              </a:ext>
            </a:extLst>
          </p:cNvPr>
          <p:cNvSpPr>
            <a:spLocks xmlns:a="http://schemas.openxmlformats.org/drawingml/2006/main" noGrp="1"/>
          </p:cNvSpPr>
          <p:nvPr/>
        </p:nvSpPr>
        <p:spPr>
          <a:xfrm xmlns:a="http://schemas.openxmlformats.org/drawingml/2006/main">
            <a:off x="292036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2" name="Standardized person 299: without endpoint">
            <a:extLst xmlns:a="http://schemas.openxmlformats.org/drawingml/2006/main">
              <a:ext uri="{FF2B5EF4-FFF2-40B4-BE49-F238E27FC236}">
                <a16:creationId xmlns:a16="http://schemas.microsoft.com/office/drawing/2014/main" id="{F13B3ABD-82BA-419E-9783-3AE63BDE1FFD}"/>
              </a:ext>
            </a:extLst>
          </p:cNvPr>
          <p:cNvSpPr>
            <a:spLocks xmlns:a="http://schemas.openxmlformats.org/drawingml/2006/main" noGrp="1"/>
          </p:cNvSpPr>
          <p:nvPr/>
        </p:nvSpPr>
        <p:spPr>
          <a:xfrm xmlns:a="http://schemas.openxmlformats.org/drawingml/2006/main">
            <a:off x="305181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3" name="Standardized person 300: without endpoint">
            <a:extLst xmlns:a="http://schemas.openxmlformats.org/drawingml/2006/main">
              <a:ext uri="{FF2B5EF4-FFF2-40B4-BE49-F238E27FC236}">
                <a16:creationId xmlns:a16="http://schemas.microsoft.com/office/drawing/2014/main" id="{E40DA966-247A-4094-BC30-E0AAEFF5C083}"/>
              </a:ext>
            </a:extLst>
          </p:cNvPr>
          <p:cNvSpPr>
            <a:spLocks xmlns:a="http://schemas.openxmlformats.org/drawingml/2006/main" noGrp="1"/>
          </p:cNvSpPr>
          <p:nvPr/>
        </p:nvSpPr>
        <p:spPr>
          <a:xfrm xmlns:a="http://schemas.openxmlformats.org/drawingml/2006/main">
            <a:off x="318325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4" name="Standardized person 301: without endpoint">
            <a:extLst xmlns:a="http://schemas.openxmlformats.org/drawingml/2006/main">
              <a:ext uri="{FF2B5EF4-FFF2-40B4-BE49-F238E27FC236}">
                <a16:creationId xmlns:a16="http://schemas.microsoft.com/office/drawing/2014/main" id="{CADBA0BD-7069-4A1E-AE67-48D83808EF19}"/>
              </a:ext>
            </a:extLst>
          </p:cNvPr>
          <p:cNvSpPr>
            <a:spLocks xmlns:a="http://schemas.openxmlformats.org/drawingml/2006/main" noGrp="1"/>
          </p:cNvSpPr>
          <p:nvPr/>
        </p:nvSpPr>
        <p:spPr>
          <a:xfrm xmlns:a="http://schemas.openxmlformats.org/drawingml/2006/main">
            <a:off x="331470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5" name="Standardized person 302: without endpoint">
            <a:extLst xmlns:a="http://schemas.openxmlformats.org/drawingml/2006/main">
              <a:ext uri="{FF2B5EF4-FFF2-40B4-BE49-F238E27FC236}">
                <a16:creationId xmlns:a16="http://schemas.microsoft.com/office/drawing/2014/main" id="{5F137420-1704-4D2B-AA8A-1B9AC70A833D}"/>
              </a:ext>
            </a:extLst>
          </p:cNvPr>
          <p:cNvSpPr>
            <a:spLocks xmlns:a="http://schemas.openxmlformats.org/drawingml/2006/main" noGrp="1"/>
          </p:cNvSpPr>
          <p:nvPr/>
        </p:nvSpPr>
        <p:spPr>
          <a:xfrm xmlns:a="http://schemas.openxmlformats.org/drawingml/2006/main">
            <a:off x="344614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6" name="Standardized person 303: without endpoint">
            <a:extLst xmlns:a="http://schemas.openxmlformats.org/drawingml/2006/main">
              <a:ext uri="{FF2B5EF4-FFF2-40B4-BE49-F238E27FC236}">
                <a16:creationId xmlns:a16="http://schemas.microsoft.com/office/drawing/2014/main" id="{14B75364-6668-433E-B9AC-8C71F44F7FD2}"/>
              </a:ext>
            </a:extLst>
          </p:cNvPr>
          <p:cNvSpPr>
            <a:spLocks xmlns:a="http://schemas.openxmlformats.org/drawingml/2006/main" noGrp="1"/>
          </p:cNvSpPr>
          <p:nvPr/>
        </p:nvSpPr>
        <p:spPr>
          <a:xfrm xmlns:a="http://schemas.openxmlformats.org/drawingml/2006/main">
            <a:off x="357759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7" name="Standardized person 304: without endpoint">
            <a:extLst xmlns:a="http://schemas.openxmlformats.org/drawingml/2006/main">
              <a:ext uri="{FF2B5EF4-FFF2-40B4-BE49-F238E27FC236}">
                <a16:creationId xmlns:a16="http://schemas.microsoft.com/office/drawing/2014/main" id="{80388F65-6C5D-4FA7-9623-B60C77D250E7}"/>
              </a:ext>
            </a:extLst>
          </p:cNvPr>
          <p:cNvSpPr>
            <a:spLocks xmlns:a="http://schemas.openxmlformats.org/drawingml/2006/main" noGrp="1"/>
          </p:cNvSpPr>
          <p:nvPr/>
        </p:nvSpPr>
        <p:spPr>
          <a:xfrm xmlns:a="http://schemas.openxmlformats.org/drawingml/2006/main">
            <a:off x="370903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8" name="Standardized person 305: without endpoint">
            <a:extLst xmlns:a="http://schemas.openxmlformats.org/drawingml/2006/main">
              <a:ext uri="{FF2B5EF4-FFF2-40B4-BE49-F238E27FC236}">
                <a16:creationId xmlns:a16="http://schemas.microsoft.com/office/drawing/2014/main" id="{58D6BA49-2483-48EC-8868-21A607AE8547}"/>
              </a:ext>
            </a:extLst>
          </p:cNvPr>
          <p:cNvSpPr>
            <a:spLocks xmlns:a="http://schemas.openxmlformats.org/drawingml/2006/main" noGrp="1"/>
          </p:cNvSpPr>
          <p:nvPr/>
        </p:nvSpPr>
        <p:spPr>
          <a:xfrm xmlns:a="http://schemas.openxmlformats.org/drawingml/2006/main">
            <a:off x="384048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09" name="Standardized person 306: without endpoint">
            <a:extLst xmlns:a="http://schemas.openxmlformats.org/drawingml/2006/main">
              <a:ext uri="{FF2B5EF4-FFF2-40B4-BE49-F238E27FC236}">
                <a16:creationId xmlns:a16="http://schemas.microsoft.com/office/drawing/2014/main" id="{17D9EBCB-C3BA-4A72-8B44-BCF6829C2594}"/>
              </a:ext>
            </a:extLst>
          </p:cNvPr>
          <p:cNvSpPr>
            <a:spLocks xmlns:a="http://schemas.openxmlformats.org/drawingml/2006/main" noGrp="1"/>
          </p:cNvSpPr>
          <p:nvPr/>
        </p:nvSpPr>
        <p:spPr>
          <a:xfrm xmlns:a="http://schemas.openxmlformats.org/drawingml/2006/main">
            <a:off x="397192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0" name="Standardized person 307: without endpoint">
            <a:extLst xmlns:a="http://schemas.openxmlformats.org/drawingml/2006/main">
              <a:ext uri="{FF2B5EF4-FFF2-40B4-BE49-F238E27FC236}">
                <a16:creationId xmlns:a16="http://schemas.microsoft.com/office/drawing/2014/main" id="{77142081-CAC9-40A5-9EAF-7426F7431579}"/>
              </a:ext>
            </a:extLst>
          </p:cNvPr>
          <p:cNvSpPr>
            <a:spLocks xmlns:a="http://schemas.openxmlformats.org/drawingml/2006/main" noGrp="1"/>
          </p:cNvSpPr>
          <p:nvPr/>
        </p:nvSpPr>
        <p:spPr>
          <a:xfrm xmlns:a="http://schemas.openxmlformats.org/drawingml/2006/main">
            <a:off x="410337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1" name="Standardized person 308: without endpoint">
            <a:extLst xmlns:a="http://schemas.openxmlformats.org/drawingml/2006/main">
              <a:ext uri="{FF2B5EF4-FFF2-40B4-BE49-F238E27FC236}">
                <a16:creationId xmlns:a16="http://schemas.microsoft.com/office/drawing/2014/main" id="{C703E6AD-4B1F-477C-AA69-B3E2CBCAAF9F}"/>
              </a:ext>
            </a:extLst>
          </p:cNvPr>
          <p:cNvSpPr>
            <a:spLocks xmlns:a="http://schemas.openxmlformats.org/drawingml/2006/main" noGrp="1"/>
          </p:cNvSpPr>
          <p:nvPr/>
        </p:nvSpPr>
        <p:spPr>
          <a:xfrm xmlns:a="http://schemas.openxmlformats.org/drawingml/2006/main">
            <a:off x="423481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2" name="Standardized person 309: without endpoint">
            <a:extLst xmlns:a="http://schemas.openxmlformats.org/drawingml/2006/main">
              <a:ext uri="{FF2B5EF4-FFF2-40B4-BE49-F238E27FC236}">
                <a16:creationId xmlns:a16="http://schemas.microsoft.com/office/drawing/2014/main" id="{D9415072-1698-47D0-90C0-CF5AE6A83A4B}"/>
              </a:ext>
            </a:extLst>
          </p:cNvPr>
          <p:cNvSpPr>
            <a:spLocks xmlns:a="http://schemas.openxmlformats.org/drawingml/2006/main" noGrp="1"/>
          </p:cNvSpPr>
          <p:nvPr/>
        </p:nvSpPr>
        <p:spPr>
          <a:xfrm xmlns:a="http://schemas.openxmlformats.org/drawingml/2006/main">
            <a:off x="436626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3" name="Standardized person 310: without endpoint">
            <a:extLst xmlns:a="http://schemas.openxmlformats.org/drawingml/2006/main">
              <a:ext uri="{FF2B5EF4-FFF2-40B4-BE49-F238E27FC236}">
                <a16:creationId xmlns:a16="http://schemas.microsoft.com/office/drawing/2014/main" id="{B07A7A70-8C82-4E36-884E-F57D4B9F3D58}"/>
              </a:ext>
            </a:extLst>
          </p:cNvPr>
          <p:cNvSpPr>
            <a:spLocks xmlns:a="http://schemas.openxmlformats.org/drawingml/2006/main" noGrp="1"/>
          </p:cNvSpPr>
          <p:nvPr/>
        </p:nvSpPr>
        <p:spPr>
          <a:xfrm xmlns:a="http://schemas.openxmlformats.org/drawingml/2006/main">
            <a:off x="449770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4" name="Standardized person 311: without endpoint">
            <a:extLst xmlns:a="http://schemas.openxmlformats.org/drawingml/2006/main">
              <a:ext uri="{FF2B5EF4-FFF2-40B4-BE49-F238E27FC236}">
                <a16:creationId xmlns:a16="http://schemas.microsoft.com/office/drawing/2014/main" id="{2FF4EDDB-2901-4D7A-AAC7-42C608B73110}"/>
              </a:ext>
            </a:extLst>
          </p:cNvPr>
          <p:cNvSpPr>
            <a:spLocks xmlns:a="http://schemas.openxmlformats.org/drawingml/2006/main" noGrp="1"/>
          </p:cNvSpPr>
          <p:nvPr/>
        </p:nvSpPr>
        <p:spPr>
          <a:xfrm xmlns:a="http://schemas.openxmlformats.org/drawingml/2006/main">
            <a:off x="462915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5" name="Standardized person 312: without endpoint">
            <a:extLst xmlns:a="http://schemas.openxmlformats.org/drawingml/2006/main">
              <a:ext uri="{FF2B5EF4-FFF2-40B4-BE49-F238E27FC236}">
                <a16:creationId xmlns:a16="http://schemas.microsoft.com/office/drawing/2014/main" id="{45C24490-5B78-4108-A815-FBF9F3A797AF}"/>
              </a:ext>
            </a:extLst>
          </p:cNvPr>
          <p:cNvSpPr>
            <a:spLocks xmlns:a="http://schemas.openxmlformats.org/drawingml/2006/main" noGrp="1"/>
          </p:cNvSpPr>
          <p:nvPr/>
        </p:nvSpPr>
        <p:spPr>
          <a:xfrm xmlns:a="http://schemas.openxmlformats.org/drawingml/2006/main">
            <a:off x="476059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6" name="Standardized person 313: without endpoint">
            <a:extLst xmlns:a="http://schemas.openxmlformats.org/drawingml/2006/main">
              <a:ext uri="{FF2B5EF4-FFF2-40B4-BE49-F238E27FC236}">
                <a16:creationId xmlns:a16="http://schemas.microsoft.com/office/drawing/2014/main" id="{A9B6DE29-8D1D-4722-93E3-2103E8F2D6CF}"/>
              </a:ext>
            </a:extLst>
          </p:cNvPr>
          <p:cNvSpPr>
            <a:spLocks xmlns:a="http://schemas.openxmlformats.org/drawingml/2006/main" noGrp="1"/>
          </p:cNvSpPr>
          <p:nvPr/>
        </p:nvSpPr>
        <p:spPr>
          <a:xfrm xmlns:a="http://schemas.openxmlformats.org/drawingml/2006/main">
            <a:off x="489204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7" name="Standardized person 314: without endpoint">
            <a:extLst xmlns:a="http://schemas.openxmlformats.org/drawingml/2006/main">
              <a:ext uri="{FF2B5EF4-FFF2-40B4-BE49-F238E27FC236}">
                <a16:creationId xmlns:a16="http://schemas.microsoft.com/office/drawing/2014/main" id="{DDC22602-ABA0-4A0D-A593-FAFEB3D1B706}"/>
              </a:ext>
            </a:extLst>
          </p:cNvPr>
          <p:cNvSpPr>
            <a:spLocks xmlns:a="http://schemas.openxmlformats.org/drawingml/2006/main" noGrp="1"/>
          </p:cNvSpPr>
          <p:nvPr/>
        </p:nvSpPr>
        <p:spPr>
          <a:xfrm xmlns:a="http://schemas.openxmlformats.org/drawingml/2006/main">
            <a:off x="502348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8" name="Standardized person 315: without endpoint">
            <a:extLst xmlns:a="http://schemas.openxmlformats.org/drawingml/2006/main">
              <a:ext uri="{FF2B5EF4-FFF2-40B4-BE49-F238E27FC236}">
                <a16:creationId xmlns:a16="http://schemas.microsoft.com/office/drawing/2014/main" id="{02463673-448F-4888-875A-24DC2EAD5512}"/>
              </a:ext>
            </a:extLst>
          </p:cNvPr>
          <p:cNvSpPr>
            <a:spLocks xmlns:a="http://schemas.openxmlformats.org/drawingml/2006/main" noGrp="1"/>
          </p:cNvSpPr>
          <p:nvPr/>
        </p:nvSpPr>
        <p:spPr>
          <a:xfrm xmlns:a="http://schemas.openxmlformats.org/drawingml/2006/main">
            <a:off x="515493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19" name="Standardized person 316: without endpoint">
            <a:extLst xmlns:a="http://schemas.openxmlformats.org/drawingml/2006/main">
              <a:ext uri="{FF2B5EF4-FFF2-40B4-BE49-F238E27FC236}">
                <a16:creationId xmlns:a16="http://schemas.microsoft.com/office/drawing/2014/main" id="{87B56C59-5BB5-4B59-A1E3-B37A421DBAF8}"/>
              </a:ext>
            </a:extLst>
          </p:cNvPr>
          <p:cNvSpPr>
            <a:spLocks xmlns:a="http://schemas.openxmlformats.org/drawingml/2006/main" noGrp="1"/>
          </p:cNvSpPr>
          <p:nvPr/>
        </p:nvSpPr>
        <p:spPr>
          <a:xfrm xmlns:a="http://schemas.openxmlformats.org/drawingml/2006/main">
            <a:off x="528637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0" name="Standardized person 317: without endpoint">
            <a:extLst xmlns:a="http://schemas.openxmlformats.org/drawingml/2006/main">
              <a:ext uri="{FF2B5EF4-FFF2-40B4-BE49-F238E27FC236}">
                <a16:creationId xmlns:a16="http://schemas.microsoft.com/office/drawing/2014/main" id="{DC9D5333-5F63-46D4-B7D2-303BAEFF00FA}"/>
              </a:ext>
            </a:extLst>
          </p:cNvPr>
          <p:cNvSpPr>
            <a:spLocks xmlns:a="http://schemas.openxmlformats.org/drawingml/2006/main" noGrp="1"/>
          </p:cNvSpPr>
          <p:nvPr/>
        </p:nvSpPr>
        <p:spPr>
          <a:xfrm xmlns:a="http://schemas.openxmlformats.org/drawingml/2006/main">
            <a:off x="541782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1" name="Standardized person 318: without endpoint">
            <a:extLst xmlns:a="http://schemas.openxmlformats.org/drawingml/2006/main">
              <a:ext uri="{FF2B5EF4-FFF2-40B4-BE49-F238E27FC236}">
                <a16:creationId xmlns:a16="http://schemas.microsoft.com/office/drawing/2014/main" id="{5DFEB0EA-D4BD-4BD5-8B13-54044CAF4CD1}"/>
              </a:ext>
            </a:extLst>
          </p:cNvPr>
          <p:cNvSpPr>
            <a:spLocks xmlns:a="http://schemas.openxmlformats.org/drawingml/2006/main" noGrp="1"/>
          </p:cNvSpPr>
          <p:nvPr/>
        </p:nvSpPr>
        <p:spPr>
          <a:xfrm xmlns:a="http://schemas.openxmlformats.org/drawingml/2006/main">
            <a:off x="554926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2" name="Standardized person 319: without endpoint">
            <a:extLst xmlns:a="http://schemas.openxmlformats.org/drawingml/2006/main">
              <a:ext uri="{FF2B5EF4-FFF2-40B4-BE49-F238E27FC236}">
                <a16:creationId xmlns:a16="http://schemas.microsoft.com/office/drawing/2014/main" id="{94C5A83D-38DD-447C-954C-80675D3D9180}"/>
              </a:ext>
            </a:extLst>
          </p:cNvPr>
          <p:cNvSpPr>
            <a:spLocks xmlns:a="http://schemas.openxmlformats.org/drawingml/2006/main" noGrp="1"/>
          </p:cNvSpPr>
          <p:nvPr/>
        </p:nvSpPr>
        <p:spPr>
          <a:xfrm xmlns:a="http://schemas.openxmlformats.org/drawingml/2006/main">
            <a:off x="568071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3" name="Standardized person 320: without endpoint">
            <a:extLst xmlns:a="http://schemas.openxmlformats.org/drawingml/2006/main">
              <a:ext uri="{FF2B5EF4-FFF2-40B4-BE49-F238E27FC236}">
                <a16:creationId xmlns:a16="http://schemas.microsoft.com/office/drawing/2014/main" id="{785F9802-D384-4468-8EE1-C8EC2F6B564F}"/>
              </a:ext>
            </a:extLst>
          </p:cNvPr>
          <p:cNvSpPr>
            <a:spLocks xmlns:a="http://schemas.openxmlformats.org/drawingml/2006/main" noGrp="1"/>
          </p:cNvSpPr>
          <p:nvPr/>
        </p:nvSpPr>
        <p:spPr>
          <a:xfrm xmlns:a="http://schemas.openxmlformats.org/drawingml/2006/main">
            <a:off x="581215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4" name="Standardized person 321: without endpoint">
            <a:extLst xmlns:a="http://schemas.openxmlformats.org/drawingml/2006/main">
              <a:ext uri="{FF2B5EF4-FFF2-40B4-BE49-F238E27FC236}">
                <a16:creationId xmlns:a16="http://schemas.microsoft.com/office/drawing/2014/main" id="{C2BFCF21-A9FD-4536-A4D1-066D1CED38B3}"/>
              </a:ext>
            </a:extLst>
          </p:cNvPr>
          <p:cNvSpPr>
            <a:spLocks xmlns:a="http://schemas.openxmlformats.org/drawingml/2006/main" noGrp="1"/>
          </p:cNvSpPr>
          <p:nvPr/>
        </p:nvSpPr>
        <p:spPr>
          <a:xfrm xmlns:a="http://schemas.openxmlformats.org/drawingml/2006/main">
            <a:off x="68580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5" name="Standardized person 322: without endpoint">
            <a:extLst xmlns:a="http://schemas.openxmlformats.org/drawingml/2006/main">
              <a:ext uri="{FF2B5EF4-FFF2-40B4-BE49-F238E27FC236}">
                <a16:creationId xmlns:a16="http://schemas.microsoft.com/office/drawing/2014/main" id="{EEE2E5DD-AA39-465C-ADC5-6BA2E26199D8}"/>
              </a:ext>
            </a:extLst>
          </p:cNvPr>
          <p:cNvSpPr>
            <a:spLocks xmlns:a="http://schemas.openxmlformats.org/drawingml/2006/main" noGrp="1"/>
          </p:cNvSpPr>
          <p:nvPr/>
        </p:nvSpPr>
        <p:spPr>
          <a:xfrm xmlns:a="http://schemas.openxmlformats.org/drawingml/2006/main">
            <a:off x="81724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6" name="Standardized person 323: without endpoint">
            <a:extLst xmlns:a="http://schemas.openxmlformats.org/drawingml/2006/main">
              <a:ext uri="{FF2B5EF4-FFF2-40B4-BE49-F238E27FC236}">
                <a16:creationId xmlns:a16="http://schemas.microsoft.com/office/drawing/2014/main" id="{6989CDCE-27C8-4F9D-AA75-A2CC85E836AC}"/>
              </a:ext>
            </a:extLst>
          </p:cNvPr>
          <p:cNvSpPr>
            <a:spLocks xmlns:a="http://schemas.openxmlformats.org/drawingml/2006/main" noGrp="1"/>
          </p:cNvSpPr>
          <p:nvPr/>
        </p:nvSpPr>
        <p:spPr>
          <a:xfrm xmlns:a="http://schemas.openxmlformats.org/drawingml/2006/main">
            <a:off x="94869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7" name="Standardized person 324: without endpoint">
            <a:extLst xmlns:a="http://schemas.openxmlformats.org/drawingml/2006/main">
              <a:ext uri="{FF2B5EF4-FFF2-40B4-BE49-F238E27FC236}">
                <a16:creationId xmlns:a16="http://schemas.microsoft.com/office/drawing/2014/main" id="{3BF2BAFD-DAA2-4228-AE9E-69F8F09DB18F}"/>
              </a:ext>
            </a:extLst>
          </p:cNvPr>
          <p:cNvSpPr>
            <a:spLocks xmlns:a="http://schemas.openxmlformats.org/drawingml/2006/main" noGrp="1"/>
          </p:cNvSpPr>
          <p:nvPr/>
        </p:nvSpPr>
        <p:spPr>
          <a:xfrm xmlns:a="http://schemas.openxmlformats.org/drawingml/2006/main">
            <a:off x="108013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8" name="Standardized person 325: without endpoint">
            <a:extLst xmlns:a="http://schemas.openxmlformats.org/drawingml/2006/main">
              <a:ext uri="{FF2B5EF4-FFF2-40B4-BE49-F238E27FC236}">
                <a16:creationId xmlns:a16="http://schemas.microsoft.com/office/drawing/2014/main" id="{F5A3B0F5-48BE-463E-B9DC-3FFEF2E8A4FF}"/>
              </a:ext>
            </a:extLst>
          </p:cNvPr>
          <p:cNvSpPr>
            <a:spLocks xmlns:a="http://schemas.openxmlformats.org/drawingml/2006/main" noGrp="1"/>
          </p:cNvSpPr>
          <p:nvPr/>
        </p:nvSpPr>
        <p:spPr>
          <a:xfrm xmlns:a="http://schemas.openxmlformats.org/drawingml/2006/main">
            <a:off x="121158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29" name="Standardized person 326: without endpoint">
            <a:extLst xmlns:a="http://schemas.openxmlformats.org/drawingml/2006/main">
              <a:ext uri="{FF2B5EF4-FFF2-40B4-BE49-F238E27FC236}">
                <a16:creationId xmlns:a16="http://schemas.microsoft.com/office/drawing/2014/main" id="{A720962F-7E3F-4628-8790-AF37D11BD15F}"/>
              </a:ext>
            </a:extLst>
          </p:cNvPr>
          <p:cNvSpPr>
            <a:spLocks xmlns:a="http://schemas.openxmlformats.org/drawingml/2006/main" noGrp="1"/>
          </p:cNvSpPr>
          <p:nvPr/>
        </p:nvSpPr>
        <p:spPr>
          <a:xfrm xmlns:a="http://schemas.openxmlformats.org/drawingml/2006/main">
            <a:off x="134302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0" name="Standardized person 327: without endpoint">
            <a:extLst xmlns:a="http://schemas.openxmlformats.org/drawingml/2006/main">
              <a:ext uri="{FF2B5EF4-FFF2-40B4-BE49-F238E27FC236}">
                <a16:creationId xmlns:a16="http://schemas.microsoft.com/office/drawing/2014/main" id="{13D4ABD1-2498-4987-ABB2-F3BB362BF4EA}"/>
              </a:ext>
            </a:extLst>
          </p:cNvPr>
          <p:cNvSpPr>
            <a:spLocks xmlns:a="http://schemas.openxmlformats.org/drawingml/2006/main" noGrp="1"/>
          </p:cNvSpPr>
          <p:nvPr/>
        </p:nvSpPr>
        <p:spPr>
          <a:xfrm xmlns:a="http://schemas.openxmlformats.org/drawingml/2006/main">
            <a:off x="147447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1" name="Standardized person 328: without endpoint">
            <a:extLst xmlns:a="http://schemas.openxmlformats.org/drawingml/2006/main">
              <a:ext uri="{FF2B5EF4-FFF2-40B4-BE49-F238E27FC236}">
                <a16:creationId xmlns:a16="http://schemas.microsoft.com/office/drawing/2014/main" id="{617DB309-4CDE-4400-B74F-AD09F607D5EC}"/>
              </a:ext>
            </a:extLst>
          </p:cNvPr>
          <p:cNvSpPr>
            <a:spLocks xmlns:a="http://schemas.openxmlformats.org/drawingml/2006/main" noGrp="1"/>
          </p:cNvSpPr>
          <p:nvPr/>
        </p:nvSpPr>
        <p:spPr>
          <a:xfrm xmlns:a="http://schemas.openxmlformats.org/drawingml/2006/main">
            <a:off x="160591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2" name="Standardized person 329: without endpoint">
            <a:extLst xmlns:a="http://schemas.openxmlformats.org/drawingml/2006/main">
              <a:ext uri="{FF2B5EF4-FFF2-40B4-BE49-F238E27FC236}">
                <a16:creationId xmlns:a16="http://schemas.microsoft.com/office/drawing/2014/main" id="{5A7112E9-3D4E-4B92-952F-694088CFBD2B}"/>
              </a:ext>
            </a:extLst>
          </p:cNvPr>
          <p:cNvSpPr>
            <a:spLocks xmlns:a="http://schemas.openxmlformats.org/drawingml/2006/main" noGrp="1"/>
          </p:cNvSpPr>
          <p:nvPr/>
        </p:nvSpPr>
        <p:spPr>
          <a:xfrm xmlns:a="http://schemas.openxmlformats.org/drawingml/2006/main">
            <a:off x="173736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3" name="Standardized person 330: without endpoint">
            <a:extLst xmlns:a="http://schemas.openxmlformats.org/drawingml/2006/main">
              <a:ext uri="{FF2B5EF4-FFF2-40B4-BE49-F238E27FC236}">
                <a16:creationId xmlns:a16="http://schemas.microsoft.com/office/drawing/2014/main" id="{0430B717-667D-4B10-ADB3-7D174686CC7A}"/>
              </a:ext>
            </a:extLst>
          </p:cNvPr>
          <p:cNvSpPr>
            <a:spLocks xmlns:a="http://schemas.openxmlformats.org/drawingml/2006/main" noGrp="1"/>
          </p:cNvSpPr>
          <p:nvPr/>
        </p:nvSpPr>
        <p:spPr>
          <a:xfrm xmlns:a="http://schemas.openxmlformats.org/drawingml/2006/main">
            <a:off x="186880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4" name="Standardized person 331: without endpoint">
            <a:extLst xmlns:a="http://schemas.openxmlformats.org/drawingml/2006/main">
              <a:ext uri="{FF2B5EF4-FFF2-40B4-BE49-F238E27FC236}">
                <a16:creationId xmlns:a16="http://schemas.microsoft.com/office/drawing/2014/main" id="{DFE7875D-1D88-46B9-8A7C-CE8F98B8B119}"/>
              </a:ext>
            </a:extLst>
          </p:cNvPr>
          <p:cNvSpPr>
            <a:spLocks xmlns:a="http://schemas.openxmlformats.org/drawingml/2006/main" noGrp="1"/>
          </p:cNvSpPr>
          <p:nvPr/>
        </p:nvSpPr>
        <p:spPr>
          <a:xfrm xmlns:a="http://schemas.openxmlformats.org/drawingml/2006/main">
            <a:off x="200025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5" name="Standardized person 332: without endpoint">
            <a:extLst xmlns:a="http://schemas.openxmlformats.org/drawingml/2006/main">
              <a:ext uri="{FF2B5EF4-FFF2-40B4-BE49-F238E27FC236}">
                <a16:creationId xmlns:a16="http://schemas.microsoft.com/office/drawing/2014/main" id="{3636FA4A-E1FA-43F2-B65B-0C3637C44526}"/>
              </a:ext>
            </a:extLst>
          </p:cNvPr>
          <p:cNvSpPr>
            <a:spLocks xmlns:a="http://schemas.openxmlformats.org/drawingml/2006/main" noGrp="1"/>
          </p:cNvSpPr>
          <p:nvPr/>
        </p:nvSpPr>
        <p:spPr>
          <a:xfrm xmlns:a="http://schemas.openxmlformats.org/drawingml/2006/main">
            <a:off x="213169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6" name="Standardized person 333: without endpoint">
            <a:extLst xmlns:a="http://schemas.openxmlformats.org/drawingml/2006/main">
              <a:ext uri="{FF2B5EF4-FFF2-40B4-BE49-F238E27FC236}">
                <a16:creationId xmlns:a16="http://schemas.microsoft.com/office/drawing/2014/main" id="{FA7F25A9-19F4-4C7B-ACC0-130E50CC1734}"/>
              </a:ext>
            </a:extLst>
          </p:cNvPr>
          <p:cNvSpPr>
            <a:spLocks xmlns:a="http://schemas.openxmlformats.org/drawingml/2006/main" noGrp="1"/>
          </p:cNvSpPr>
          <p:nvPr/>
        </p:nvSpPr>
        <p:spPr>
          <a:xfrm xmlns:a="http://schemas.openxmlformats.org/drawingml/2006/main">
            <a:off x="226314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7" name="Standardized person 334: without endpoint">
            <a:extLst xmlns:a="http://schemas.openxmlformats.org/drawingml/2006/main">
              <a:ext uri="{FF2B5EF4-FFF2-40B4-BE49-F238E27FC236}">
                <a16:creationId xmlns:a16="http://schemas.microsoft.com/office/drawing/2014/main" id="{2688E1A8-3261-4C3C-9F82-B73BF1E5AE6F}"/>
              </a:ext>
            </a:extLst>
          </p:cNvPr>
          <p:cNvSpPr>
            <a:spLocks xmlns:a="http://schemas.openxmlformats.org/drawingml/2006/main" noGrp="1"/>
          </p:cNvSpPr>
          <p:nvPr/>
        </p:nvSpPr>
        <p:spPr>
          <a:xfrm xmlns:a="http://schemas.openxmlformats.org/drawingml/2006/main">
            <a:off x="239458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8" name="Standardized person 335: without endpoint">
            <a:extLst xmlns:a="http://schemas.openxmlformats.org/drawingml/2006/main">
              <a:ext uri="{FF2B5EF4-FFF2-40B4-BE49-F238E27FC236}">
                <a16:creationId xmlns:a16="http://schemas.microsoft.com/office/drawing/2014/main" id="{B162ACC2-A5DC-4A8B-88A8-FBA20A2453CB}"/>
              </a:ext>
            </a:extLst>
          </p:cNvPr>
          <p:cNvSpPr>
            <a:spLocks xmlns:a="http://schemas.openxmlformats.org/drawingml/2006/main" noGrp="1"/>
          </p:cNvSpPr>
          <p:nvPr/>
        </p:nvSpPr>
        <p:spPr>
          <a:xfrm xmlns:a="http://schemas.openxmlformats.org/drawingml/2006/main">
            <a:off x="252603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39" name="Standardized person 336: without endpoint">
            <a:extLst xmlns:a="http://schemas.openxmlformats.org/drawingml/2006/main">
              <a:ext uri="{FF2B5EF4-FFF2-40B4-BE49-F238E27FC236}">
                <a16:creationId xmlns:a16="http://schemas.microsoft.com/office/drawing/2014/main" id="{0305DE29-11E7-47AF-975B-7F9E843E1998}"/>
              </a:ext>
            </a:extLst>
          </p:cNvPr>
          <p:cNvSpPr>
            <a:spLocks xmlns:a="http://schemas.openxmlformats.org/drawingml/2006/main" noGrp="1"/>
          </p:cNvSpPr>
          <p:nvPr/>
        </p:nvSpPr>
        <p:spPr>
          <a:xfrm xmlns:a="http://schemas.openxmlformats.org/drawingml/2006/main">
            <a:off x="265747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0" name="Standardized person 337: without endpoint">
            <a:extLst xmlns:a="http://schemas.openxmlformats.org/drawingml/2006/main">
              <a:ext uri="{FF2B5EF4-FFF2-40B4-BE49-F238E27FC236}">
                <a16:creationId xmlns:a16="http://schemas.microsoft.com/office/drawing/2014/main" id="{4B688A67-B4F1-40C6-999E-54D877D9D34A}"/>
              </a:ext>
            </a:extLst>
          </p:cNvPr>
          <p:cNvSpPr>
            <a:spLocks xmlns:a="http://schemas.openxmlformats.org/drawingml/2006/main" noGrp="1"/>
          </p:cNvSpPr>
          <p:nvPr/>
        </p:nvSpPr>
        <p:spPr>
          <a:xfrm xmlns:a="http://schemas.openxmlformats.org/drawingml/2006/main">
            <a:off x="278892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1" name="Standardized person 338: without endpoint">
            <a:extLst xmlns:a="http://schemas.openxmlformats.org/drawingml/2006/main">
              <a:ext uri="{FF2B5EF4-FFF2-40B4-BE49-F238E27FC236}">
                <a16:creationId xmlns:a16="http://schemas.microsoft.com/office/drawing/2014/main" id="{4271FFDE-F56E-4D4E-A9F4-338CB542748A}"/>
              </a:ext>
            </a:extLst>
          </p:cNvPr>
          <p:cNvSpPr>
            <a:spLocks xmlns:a="http://schemas.openxmlformats.org/drawingml/2006/main" noGrp="1"/>
          </p:cNvSpPr>
          <p:nvPr/>
        </p:nvSpPr>
        <p:spPr>
          <a:xfrm xmlns:a="http://schemas.openxmlformats.org/drawingml/2006/main">
            <a:off x="292036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2" name="Standardized person 339: without endpoint">
            <a:extLst xmlns:a="http://schemas.openxmlformats.org/drawingml/2006/main">
              <a:ext uri="{FF2B5EF4-FFF2-40B4-BE49-F238E27FC236}">
                <a16:creationId xmlns:a16="http://schemas.microsoft.com/office/drawing/2014/main" id="{747878CD-ADC4-4F12-AACC-40D593ACEBCF}"/>
              </a:ext>
            </a:extLst>
          </p:cNvPr>
          <p:cNvSpPr>
            <a:spLocks xmlns:a="http://schemas.openxmlformats.org/drawingml/2006/main" noGrp="1"/>
          </p:cNvSpPr>
          <p:nvPr/>
        </p:nvSpPr>
        <p:spPr>
          <a:xfrm xmlns:a="http://schemas.openxmlformats.org/drawingml/2006/main">
            <a:off x="305181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3" name="Standardized person 340: without endpoint">
            <a:extLst xmlns:a="http://schemas.openxmlformats.org/drawingml/2006/main">
              <a:ext uri="{FF2B5EF4-FFF2-40B4-BE49-F238E27FC236}">
                <a16:creationId xmlns:a16="http://schemas.microsoft.com/office/drawing/2014/main" id="{5FE88E52-2761-4666-881B-AD1AC2351877}"/>
              </a:ext>
            </a:extLst>
          </p:cNvPr>
          <p:cNvSpPr>
            <a:spLocks xmlns:a="http://schemas.openxmlformats.org/drawingml/2006/main" noGrp="1"/>
          </p:cNvSpPr>
          <p:nvPr/>
        </p:nvSpPr>
        <p:spPr>
          <a:xfrm xmlns:a="http://schemas.openxmlformats.org/drawingml/2006/main">
            <a:off x="318325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4" name="Standardized person 341: without endpoint">
            <a:extLst xmlns:a="http://schemas.openxmlformats.org/drawingml/2006/main">
              <a:ext uri="{FF2B5EF4-FFF2-40B4-BE49-F238E27FC236}">
                <a16:creationId xmlns:a16="http://schemas.microsoft.com/office/drawing/2014/main" id="{C8A404EE-D74F-4E5A-BE65-10AE5625F0B5}"/>
              </a:ext>
            </a:extLst>
          </p:cNvPr>
          <p:cNvSpPr>
            <a:spLocks xmlns:a="http://schemas.openxmlformats.org/drawingml/2006/main" noGrp="1"/>
          </p:cNvSpPr>
          <p:nvPr/>
        </p:nvSpPr>
        <p:spPr>
          <a:xfrm xmlns:a="http://schemas.openxmlformats.org/drawingml/2006/main">
            <a:off x="331470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5" name="Standardized person 342: without endpoint">
            <a:extLst xmlns:a="http://schemas.openxmlformats.org/drawingml/2006/main">
              <a:ext uri="{FF2B5EF4-FFF2-40B4-BE49-F238E27FC236}">
                <a16:creationId xmlns:a16="http://schemas.microsoft.com/office/drawing/2014/main" id="{8BE80DB0-79AB-4F82-A9BC-58F7C48F7E20}"/>
              </a:ext>
            </a:extLst>
          </p:cNvPr>
          <p:cNvSpPr>
            <a:spLocks xmlns:a="http://schemas.openxmlformats.org/drawingml/2006/main" noGrp="1"/>
          </p:cNvSpPr>
          <p:nvPr/>
        </p:nvSpPr>
        <p:spPr>
          <a:xfrm xmlns:a="http://schemas.openxmlformats.org/drawingml/2006/main">
            <a:off x="344614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6" name="Standardized person 343: without endpoint">
            <a:extLst xmlns:a="http://schemas.openxmlformats.org/drawingml/2006/main">
              <a:ext uri="{FF2B5EF4-FFF2-40B4-BE49-F238E27FC236}">
                <a16:creationId xmlns:a16="http://schemas.microsoft.com/office/drawing/2014/main" id="{B09A2E7E-8936-4949-A048-8A154A3FF255}"/>
              </a:ext>
            </a:extLst>
          </p:cNvPr>
          <p:cNvSpPr>
            <a:spLocks xmlns:a="http://schemas.openxmlformats.org/drawingml/2006/main" noGrp="1"/>
          </p:cNvSpPr>
          <p:nvPr/>
        </p:nvSpPr>
        <p:spPr>
          <a:xfrm xmlns:a="http://schemas.openxmlformats.org/drawingml/2006/main">
            <a:off x="357759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7" name="Standardized person 344: without endpoint">
            <a:extLst xmlns:a="http://schemas.openxmlformats.org/drawingml/2006/main">
              <a:ext uri="{FF2B5EF4-FFF2-40B4-BE49-F238E27FC236}">
                <a16:creationId xmlns:a16="http://schemas.microsoft.com/office/drawing/2014/main" id="{F0A76E47-CA4D-480A-AC10-78AF046FAA53}"/>
              </a:ext>
            </a:extLst>
          </p:cNvPr>
          <p:cNvSpPr>
            <a:spLocks xmlns:a="http://schemas.openxmlformats.org/drawingml/2006/main" noGrp="1"/>
          </p:cNvSpPr>
          <p:nvPr/>
        </p:nvSpPr>
        <p:spPr>
          <a:xfrm xmlns:a="http://schemas.openxmlformats.org/drawingml/2006/main">
            <a:off x="370903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8" name="Standardized person 345: without endpoint">
            <a:extLst xmlns:a="http://schemas.openxmlformats.org/drawingml/2006/main">
              <a:ext uri="{FF2B5EF4-FFF2-40B4-BE49-F238E27FC236}">
                <a16:creationId xmlns:a16="http://schemas.microsoft.com/office/drawing/2014/main" id="{AD709AA5-A646-4C7C-8883-50F71A96D9E0}"/>
              </a:ext>
            </a:extLst>
          </p:cNvPr>
          <p:cNvSpPr>
            <a:spLocks xmlns:a="http://schemas.openxmlformats.org/drawingml/2006/main" noGrp="1"/>
          </p:cNvSpPr>
          <p:nvPr/>
        </p:nvSpPr>
        <p:spPr>
          <a:xfrm xmlns:a="http://schemas.openxmlformats.org/drawingml/2006/main">
            <a:off x="384048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49" name="Standardized person 346: without endpoint">
            <a:extLst xmlns:a="http://schemas.openxmlformats.org/drawingml/2006/main">
              <a:ext uri="{FF2B5EF4-FFF2-40B4-BE49-F238E27FC236}">
                <a16:creationId xmlns:a16="http://schemas.microsoft.com/office/drawing/2014/main" id="{764B485F-33BF-412F-BE19-30AC04B0727C}"/>
              </a:ext>
            </a:extLst>
          </p:cNvPr>
          <p:cNvSpPr>
            <a:spLocks xmlns:a="http://schemas.openxmlformats.org/drawingml/2006/main" noGrp="1"/>
          </p:cNvSpPr>
          <p:nvPr/>
        </p:nvSpPr>
        <p:spPr>
          <a:xfrm xmlns:a="http://schemas.openxmlformats.org/drawingml/2006/main">
            <a:off x="397192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0" name="Standardized person 347: without endpoint">
            <a:extLst xmlns:a="http://schemas.openxmlformats.org/drawingml/2006/main">
              <a:ext uri="{FF2B5EF4-FFF2-40B4-BE49-F238E27FC236}">
                <a16:creationId xmlns:a16="http://schemas.microsoft.com/office/drawing/2014/main" id="{8E6B6D32-4706-4192-AD4D-3B0AF1547FF9}"/>
              </a:ext>
            </a:extLst>
          </p:cNvPr>
          <p:cNvSpPr>
            <a:spLocks xmlns:a="http://schemas.openxmlformats.org/drawingml/2006/main" noGrp="1"/>
          </p:cNvSpPr>
          <p:nvPr/>
        </p:nvSpPr>
        <p:spPr>
          <a:xfrm xmlns:a="http://schemas.openxmlformats.org/drawingml/2006/main">
            <a:off x="410337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1" name="Standardized person 348: without endpoint">
            <a:extLst xmlns:a="http://schemas.openxmlformats.org/drawingml/2006/main">
              <a:ext uri="{FF2B5EF4-FFF2-40B4-BE49-F238E27FC236}">
                <a16:creationId xmlns:a16="http://schemas.microsoft.com/office/drawing/2014/main" id="{4CED7125-71B2-4865-BD52-35FFF6380C89}"/>
              </a:ext>
            </a:extLst>
          </p:cNvPr>
          <p:cNvSpPr>
            <a:spLocks xmlns:a="http://schemas.openxmlformats.org/drawingml/2006/main" noGrp="1"/>
          </p:cNvSpPr>
          <p:nvPr/>
        </p:nvSpPr>
        <p:spPr>
          <a:xfrm xmlns:a="http://schemas.openxmlformats.org/drawingml/2006/main">
            <a:off x="423481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2" name="Standardized person 349: without endpoint">
            <a:extLst xmlns:a="http://schemas.openxmlformats.org/drawingml/2006/main">
              <a:ext uri="{FF2B5EF4-FFF2-40B4-BE49-F238E27FC236}">
                <a16:creationId xmlns:a16="http://schemas.microsoft.com/office/drawing/2014/main" id="{D4D004F2-D218-44F0-9755-3D427BAB9CF8}"/>
              </a:ext>
            </a:extLst>
          </p:cNvPr>
          <p:cNvSpPr>
            <a:spLocks xmlns:a="http://schemas.openxmlformats.org/drawingml/2006/main" noGrp="1"/>
          </p:cNvSpPr>
          <p:nvPr/>
        </p:nvSpPr>
        <p:spPr>
          <a:xfrm xmlns:a="http://schemas.openxmlformats.org/drawingml/2006/main">
            <a:off x="436626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3" name="Standardized person 350: without endpoint">
            <a:extLst xmlns:a="http://schemas.openxmlformats.org/drawingml/2006/main">
              <a:ext uri="{FF2B5EF4-FFF2-40B4-BE49-F238E27FC236}">
                <a16:creationId xmlns:a16="http://schemas.microsoft.com/office/drawing/2014/main" id="{9DEC7333-92A0-4F09-9128-A7B10EDFA97B}"/>
              </a:ext>
            </a:extLst>
          </p:cNvPr>
          <p:cNvSpPr>
            <a:spLocks xmlns:a="http://schemas.openxmlformats.org/drawingml/2006/main" noGrp="1"/>
          </p:cNvSpPr>
          <p:nvPr/>
        </p:nvSpPr>
        <p:spPr>
          <a:xfrm xmlns:a="http://schemas.openxmlformats.org/drawingml/2006/main">
            <a:off x="449770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4" name="Standardized person 351: without endpoint">
            <a:extLst xmlns:a="http://schemas.openxmlformats.org/drawingml/2006/main">
              <a:ext uri="{FF2B5EF4-FFF2-40B4-BE49-F238E27FC236}">
                <a16:creationId xmlns:a16="http://schemas.microsoft.com/office/drawing/2014/main" id="{98B4327E-AEAC-42F3-961E-27A07C63E879}"/>
              </a:ext>
            </a:extLst>
          </p:cNvPr>
          <p:cNvSpPr>
            <a:spLocks xmlns:a="http://schemas.openxmlformats.org/drawingml/2006/main" noGrp="1"/>
          </p:cNvSpPr>
          <p:nvPr/>
        </p:nvSpPr>
        <p:spPr>
          <a:xfrm xmlns:a="http://schemas.openxmlformats.org/drawingml/2006/main">
            <a:off x="462915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5" name="Standardized person 352: without endpoint">
            <a:extLst xmlns:a="http://schemas.openxmlformats.org/drawingml/2006/main">
              <a:ext uri="{FF2B5EF4-FFF2-40B4-BE49-F238E27FC236}">
                <a16:creationId xmlns:a16="http://schemas.microsoft.com/office/drawing/2014/main" id="{999B7CD0-EB6C-4C68-8239-74F8FE649CE1}"/>
              </a:ext>
            </a:extLst>
          </p:cNvPr>
          <p:cNvSpPr>
            <a:spLocks xmlns:a="http://schemas.openxmlformats.org/drawingml/2006/main" noGrp="1"/>
          </p:cNvSpPr>
          <p:nvPr/>
        </p:nvSpPr>
        <p:spPr>
          <a:xfrm xmlns:a="http://schemas.openxmlformats.org/drawingml/2006/main">
            <a:off x="476059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6" name="Standardized person 353: without endpoint">
            <a:extLst xmlns:a="http://schemas.openxmlformats.org/drawingml/2006/main">
              <a:ext uri="{FF2B5EF4-FFF2-40B4-BE49-F238E27FC236}">
                <a16:creationId xmlns:a16="http://schemas.microsoft.com/office/drawing/2014/main" id="{7BC9F027-E5CE-42DB-BB3A-EA1FEF27106E}"/>
              </a:ext>
            </a:extLst>
          </p:cNvPr>
          <p:cNvSpPr>
            <a:spLocks xmlns:a="http://schemas.openxmlformats.org/drawingml/2006/main" noGrp="1"/>
          </p:cNvSpPr>
          <p:nvPr/>
        </p:nvSpPr>
        <p:spPr>
          <a:xfrm xmlns:a="http://schemas.openxmlformats.org/drawingml/2006/main">
            <a:off x="489204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7" name="Standardized person 354: without endpoint">
            <a:extLst xmlns:a="http://schemas.openxmlformats.org/drawingml/2006/main">
              <a:ext uri="{FF2B5EF4-FFF2-40B4-BE49-F238E27FC236}">
                <a16:creationId xmlns:a16="http://schemas.microsoft.com/office/drawing/2014/main" id="{9109AF38-828B-43B6-9889-09B52C644710}"/>
              </a:ext>
            </a:extLst>
          </p:cNvPr>
          <p:cNvSpPr>
            <a:spLocks xmlns:a="http://schemas.openxmlformats.org/drawingml/2006/main" noGrp="1"/>
          </p:cNvSpPr>
          <p:nvPr/>
        </p:nvSpPr>
        <p:spPr>
          <a:xfrm xmlns:a="http://schemas.openxmlformats.org/drawingml/2006/main">
            <a:off x="502348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8" name="Standardized person 355: without endpoint">
            <a:extLst xmlns:a="http://schemas.openxmlformats.org/drawingml/2006/main">
              <a:ext uri="{FF2B5EF4-FFF2-40B4-BE49-F238E27FC236}">
                <a16:creationId xmlns:a16="http://schemas.microsoft.com/office/drawing/2014/main" id="{C9801093-7F13-421E-AD65-0CC89C126749}"/>
              </a:ext>
            </a:extLst>
          </p:cNvPr>
          <p:cNvSpPr>
            <a:spLocks xmlns:a="http://schemas.openxmlformats.org/drawingml/2006/main" noGrp="1"/>
          </p:cNvSpPr>
          <p:nvPr/>
        </p:nvSpPr>
        <p:spPr>
          <a:xfrm xmlns:a="http://schemas.openxmlformats.org/drawingml/2006/main">
            <a:off x="515493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59" name="Standardized person 356: without endpoint">
            <a:extLst xmlns:a="http://schemas.openxmlformats.org/drawingml/2006/main">
              <a:ext uri="{FF2B5EF4-FFF2-40B4-BE49-F238E27FC236}">
                <a16:creationId xmlns:a16="http://schemas.microsoft.com/office/drawing/2014/main" id="{C03248FA-C3E2-4CD9-A28B-61E73B8C0B10}"/>
              </a:ext>
            </a:extLst>
          </p:cNvPr>
          <p:cNvSpPr>
            <a:spLocks xmlns:a="http://schemas.openxmlformats.org/drawingml/2006/main" noGrp="1"/>
          </p:cNvSpPr>
          <p:nvPr/>
        </p:nvSpPr>
        <p:spPr>
          <a:xfrm xmlns:a="http://schemas.openxmlformats.org/drawingml/2006/main">
            <a:off x="528637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0" name="Standardized person 357: without endpoint">
            <a:extLst xmlns:a="http://schemas.openxmlformats.org/drawingml/2006/main">
              <a:ext uri="{FF2B5EF4-FFF2-40B4-BE49-F238E27FC236}">
                <a16:creationId xmlns:a16="http://schemas.microsoft.com/office/drawing/2014/main" id="{2203B765-4627-44C7-AC2A-D8F07E82FBB4}"/>
              </a:ext>
            </a:extLst>
          </p:cNvPr>
          <p:cNvSpPr>
            <a:spLocks xmlns:a="http://schemas.openxmlformats.org/drawingml/2006/main" noGrp="1"/>
          </p:cNvSpPr>
          <p:nvPr/>
        </p:nvSpPr>
        <p:spPr>
          <a:xfrm xmlns:a="http://schemas.openxmlformats.org/drawingml/2006/main">
            <a:off x="541782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1" name="Standardized person 358: without endpoint">
            <a:extLst xmlns:a="http://schemas.openxmlformats.org/drawingml/2006/main">
              <a:ext uri="{FF2B5EF4-FFF2-40B4-BE49-F238E27FC236}">
                <a16:creationId xmlns:a16="http://schemas.microsoft.com/office/drawing/2014/main" id="{9F1F9991-7BD0-43E6-A29C-1B850F735035}"/>
              </a:ext>
            </a:extLst>
          </p:cNvPr>
          <p:cNvSpPr>
            <a:spLocks xmlns:a="http://schemas.openxmlformats.org/drawingml/2006/main" noGrp="1"/>
          </p:cNvSpPr>
          <p:nvPr/>
        </p:nvSpPr>
        <p:spPr>
          <a:xfrm xmlns:a="http://schemas.openxmlformats.org/drawingml/2006/main">
            <a:off x="554926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2" name="Standardized person 359: without endpoint">
            <a:extLst xmlns:a="http://schemas.openxmlformats.org/drawingml/2006/main">
              <a:ext uri="{FF2B5EF4-FFF2-40B4-BE49-F238E27FC236}">
                <a16:creationId xmlns:a16="http://schemas.microsoft.com/office/drawing/2014/main" id="{6CC4F7A2-21DD-47C5-920F-7FD996482A4F}"/>
              </a:ext>
            </a:extLst>
          </p:cNvPr>
          <p:cNvSpPr>
            <a:spLocks xmlns:a="http://schemas.openxmlformats.org/drawingml/2006/main" noGrp="1"/>
          </p:cNvSpPr>
          <p:nvPr/>
        </p:nvSpPr>
        <p:spPr>
          <a:xfrm xmlns:a="http://schemas.openxmlformats.org/drawingml/2006/main">
            <a:off x="568071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3" name="Standardized person 360: without endpoint">
            <a:extLst xmlns:a="http://schemas.openxmlformats.org/drawingml/2006/main">
              <a:ext uri="{FF2B5EF4-FFF2-40B4-BE49-F238E27FC236}">
                <a16:creationId xmlns:a16="http://schemas.microsoft.com/office/drawing/2014/main" id="{071C3A52-8DEF-49C9-A5EC-0F3E3770D233}"/>
              </a:ext>
            </a:extLst>
          </p:cNvPr>
          <p:cNvSpPr>
            <a:spLocks xmlns:a="http://schemas.openxmlformats.org/drawingml/2006/main" noGrp="1"/>
          </p:cNvSpPr>
          <p:nvPr/>
        </p:nvSpPr>
        <p:spPr>
          <a:xfrm xmlns:a="http://schemas.openxmlformats.org/drawingml/2006/main">
            <a:off x="581215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4" name="Standardized person 361: without endpoint">
            <a:extLst xmlns:a="http://schemas.openxmlformats.org/drawingml/2006/main">
              <a:ext uri="{FF2B5EF4-FFF2-40B4-BE49-F238E27FC236}">
                <a16:creationId xmlns:a16="http://schemas.microsoft.com/office/drawing/2014/main" id="{67D3EB5C-ABE0-44F2-9B9C-98CC2A243F9E}"/>
              </a:ext>
            </a:extLst>
          </p:cNvPr>
          <p:cNvSpPr>
            <a:spLocks xmlns:a="http://schemas.openxmlformats.org/drawingml/2006/main" noGrp="1"/>
          </p:cNvSpPr>
          <p:nvPr/>
        </p:nvSpPr>
        <p:spPr>
          <a:xfrm xmlns:a="http://schemas.openxmlformats.org/drawingml/2006/main">
            <a:off x="68580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5" name="Standardized person 362: without endpoint">
            <a:extLst xmlns:a="http://schemas.openxmlformats.org/drawingml/2006/main">
              <a:ext uri="{FF2B5EF4-FFF2-40B4-BE49-F238E27FC236}">
                <a16:creationId xmlns:a16="http://schemas.microsoft.com/office/drawing/2014/main" id="{F2DC6786-4548-4439-ADCE-7704BBD293E9}"/>
              </a:ext>
            </a:extLst>
          </p:cNvPr>
          <p:cNvSpPr>
            <a:spLocks xmlns:a="http://schemas.openxmlformats.org/drawingml/2006/main" noGrp="1"/>
          </p:cNvSpPr>
          <p:nvPr/>
        </p:nvSpPr>
        <p:spPr>
          <a:xfrm xmlns:a="http://schemas.openxmlformats.org/drawingml/2006/main">
            <a:off x="81724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6" name="Standardized person 363: without endpoint">
            <a:extLst xmlns:a="http://schemas.openxmlformats.org/drawingml/2006/main">
              <a:ext uri="{FF2B5EF4-FFF2-40B4-BE49-F238E27FC236}">
                <a16:creationId xmlns:a16="http://schemas.microsoft.com/office/drawing/2014/main" id="{58FFE413-B1C2-4782-A11D-B9D29A8B3123}"/>
              </a:ext>
            </a:extLst>
          </p:cNvPr>
          <p:cNvSpPr>
            <a:spLocks xmlns:a="http://schemas.openxmlformats.org/drawingml/2006/main" noGrp="1"/>
          </p:cNvSpPr>
          <p:nvPr/>
        </p:nvSpPr>
        <p:spPr>
          <a:xfrm xmlns:a="http://schemas.openxmlformats.org/drawingml/2006/main">
            <a:off x="94869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7" name="Standardized person 364: without endpoint">
            <a:extLst xmlns:a="http://schemas.openxmlformats.org/drawingml/2006/main">
              <a:ext uri="{FF2B5EF4-FFF2-40B4-BE49-F238E27FC236}">
                <a16:creationId xmlns:a16="http://schemas.microsoft.com/office/drawing/2014/main" id="{3D07BAFB-B6F4-4802-99A6-A1061A30057E}"/>
              </a:ext>
            </a:extLst>
          </p:cNvPr>
          <p:cNvSpPr>
            <a:spLocks xmlns:a="http://schemas.openxmlformats.org/drawingml/2006/main" noGrp="1"/>
          </p:cNvSpPr>
          <p:nvPr/>
        </p:nvSpPr>
        <p:spPr>
          <a:xfrm xmlns:a="http://schemas.openxmlformats.org/drawingml/2006/main">
            <a:off x="108013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8" name="Standardized person 365: without endpoint">
            <a:extLst xmlns:a="http://schemas.openxmlformats.org/drawingml/2006/main">
              <a:ext uri="{FF2B5EF4-FFF2-40B4-BE49-F238E27FC236}">
                <a16:creationId xmlns:a16="http://schemas.microsoft.com/office/drawing/2014/main" id="{239B76D8-DA31-4577-87CB-1CDE7F6C260B}"/>
              </a:ext>
            </a:extLst>
          </p:cNvPr>
          <p:cNvSpPr>
            <a:spLocks xmlns:a="http://schemas.openxmlformats.org/drawingml/2006/main" noGrp="1"/>
          </p:cNvSpPr>
          <p:nvPr/>
        </p:nvSpPr>
        <p:spPr>
          <a:xfrm xmlns:a="http://schemas.openxmlformats.org/drawingml/2006/main">
            <a:off x="121158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69" name="Standardized person 366: without endpoint">
            <a:extLst xmlns:a="http://schemas.openxmlformats.org/drawingml/2006/main">
              <a:ext uri="{FF2B5EF4-FFF2-40B4-BE49-F238E27FC236}">
                <a16:creationId xmlns:a16="http://schemas.microsoft.com/office/drawing/2014/main" id="{00F9B5E5-D3B8-4005-B133-8C277A0AC7B4}"/>
              </a:ext>
            </a:extLst>
          </p:cNvPr>
          <p:cNvSpPr>
            <a:spLocks xmlns:a="http://schemas.openxmlformats.org/drawingml/2006/main" noGrp="1"/>
          </p:cNvSpPr>
          <p:nvPr/>
        </p:nvSpPr>
        <p:spPr>
          <a:xfrm xmlns:a="http://schemas.openxmlformats.org/drawingml/2006/main">
            <a:off x="134302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0" name="Standardized person 367: without endpoint">
            <a:extLst xmlns:a="http://schemas.openxmlformats.org/drawingml/2006/main">
              <a:ext uri="{FF2B5EF4-FFF2-40B4-BE49-F238E27FC236}">
                <a16:creationId xmlns:a16="http://schemas.microsoft.com/office/drawing/2014/main" id="{08AED2E8-F988-4C3B-AB57-D9A18AED09E5}"/>
              </a:ext>
            </a:extLst>
          </p:cNvPr>
          <p:cNvSpPr>
            <a:spLocks xmlns:a="http://schemas.openxmlformats.org/drawingml/2006/main" noGrp="1"/>
          </p:cNvSpPr>
          <p:nvPr/>
        </p:nvSpPr>
        <p:spPr>
          <a:xfrm xmlns:a="http://schemas.openxmlformats.org/drawingml/2006/main">
            <a:off x="147447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1" name="Standardized person 368: without endpoint">
            <a:extLst xmlns:a="http://schemas.openxmlformats.org/drawingml/2006/main">
              <a:ext uri="{FF2B5EF4-FFF2-40B4-BE49-F238E27FC236}">
                <a16:creationId xmlns:a16="http://schemas.microsoft.com/office/drawing/2014/main" id="{1391C714-AC66-49FD-AE28-6BD0512F8189}"/>
              </a:ext>
            </a:extLst>
          </p:cNvPr>
          <p:cNvSpPr>
            <a:spLocks xmlns:a="http://schemas.openxmlformats.org/drawingml/2006/main" noGrp="1"/>
          </p:cNvSpPr>
          <p:nvPr/>
        </p:nvSpPr>
        <p:spPr>
          <a:xfrm xmlns:a="http://schemas.openxmlformats.org/drawingml/2006/main">
            <a:off x="160591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2" name="Standardized person 369: without endpoint">
            <a:extLst xmlns:a="http://schemas.openxmlformats.org/drawingml/2006/main">
              <a:ext uri="{FF2B5EF4-FFF2-40B4-BE49-F238E27FC236}">
                <a16:creationId xmlns:a16="http://schemas.microsoft.com/office/drawing/2014/main" id="{1C9D26A3-6094-4353-B104-2F07C70B6A57}"/>
              </a:ext>
            </a:extLst>
          </p:cNvPr>
          <p:cNvSpPr>
            <a:spLocks xmlns:a="http://schemas.openxmlformats.org/drawingml/2006/main" noGrp="1"/>
          </p:cNvSpPr>
          <p:nvPr/>
        </p:nvSpPr>
        <p:spPr>
          <a:xfrm xmlns:a="http://schemas.openxmlformats.org/drawingml/2006/main">
            <a:off x="173736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3" name="Standardized person 370: without endpoint">
            <a:extLst xmlns:a="http://schemas.openxmlformats.org/drawingml/2006/main">
              <a:ext uri="{FF2B5EF4-FFF2-40B4-BE49-F238E27FC236}">
                <a16:creationId xmlns:a16="http://schemas.microsoft.com/office/drawing/2014/main" id="{E3307FFC-84AD-4A2A-8CA8-9AB12BBA1A45}"/>
              </a:ext>
            </a:extLst>
          </p:cNvPr>
          <p:cNvSpPr>
            <a:spLocks xmlns:a="http://schemas.openxmlformats.org/drawingml/2006/main" noGrp="1"/>
          </p:cNvSpPr>
          <p:nvPr/>
        </p:nvSpPr>
        <p:spPr>
          <a:xfrm xmlns:a="http://schemas.openxmlformats.org/drawingml/2006/main">
            <a:off x="186880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4" name="Standardized person 371: without endpoint">
            <a:extLst xmlns:a="http://schemas.openxmlformats.org/drawingml/2006/main">
              <a:ext uri="{FF2B5EF4-FFF2-40B4-BE49-F238E27FC236}">
                <a16:creationId xmlns:a16="http://schemas.microsoft.com/office/drawing/2014/main" id="{2B0F232D-9CED-470E-88FD-45618BD8A2A4}"/>
              </a:ext>
            </a:extLst>
          </p:cNvPr>
          <p:cNvSpPr>
            <a:spLocks xmlns:a="http://schemas.openxmlformats.org/drawingml/2006/main" noGrp="1"/>
          </p:cNvSpPr>
          <p:nvPr/>
        </p:nvSpPr>
        <p:spPr>
          <a:xfrm xmlns:a="http://schemas.openxmlformats.org/drawingml/2006/main">
            <a:off x="200025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5" name="Standardized person 372: without endpoint">
            <a:extLst xmlns:a="http://schemas.openxmlformats.org/drawingml/2006/main">
              <a:ext uri="{FF2B5EF4-FFF2-40B4-BE49-F238E27FC236}">
                <a16:creationId xmlns:a16="http://schemas.microsoft.com/office/drawing/2014/main" id="{9B572F5F-303E-4E65-8E9B-08D50E58229F}"/>
              </a:ext>
            </a:extLst>
          </p:cNvPr>
          <p:cNvSpPr>
            <a:spLocks xmlns:a="http://schemas.openxmlformats.org/drawingml/2006/main" noGrp="1"/>
          </p:cNvSpPr>
          <p:nvPr/>
        </p:nvSpPr>
        <p:spPr>
          <a:xfrm xmlns:a="http://schemas.openxmlformats.org/drawingml/2006/main">
            <a:off x="213169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6" name="Standardized person 373: without endpoint">
            <a:extLst xmlns:a="http://schemas.openxmlformats.org/drawingml/2006/main">
              <a:ext uri="{FF2B5EF4-FFF2-40B4-BE49-F238E27FC236}">
                <a16:creationId xmlns:a16="http://schemas.microsoft.com/office/drawing/2014/main" id="{275AFCDB-DE06-444A-8E22-44954D996B18}"/>
              </a:ext>
            </a:extLst>
          </p:cNvPr>
          <p:cNvSpPr>
            <a:spLocks xmlns:a="http://schemas.openxmlformats.org/drawingml/2006/main" noGrp="1"/>
          </p:cNvSpPr>
          <p:nvPr/>
        </p:nvSpPr>
        <p:spPr>
          <a:xfrm xmlns:a="http://schemas.openxmlformats.org/drawingml/2006/main">
            <a:off x="226314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7" name="Standardized person 374: without endpoint">
            <a:extLst xmlns:a="http://schemas.openxmlformats.org/drawingml/2006/main">
              <a:ext uri="{FF2B5EF4-FFF2-40B4-BE49-F238E27FC236}">
                <a16:creationId xmlns:a16="http://schemas.microsoft.com/office/drawing/2014/main" id="{B5E890F2-B39F-4517-9D7C-B4227AA291AF}"/>
              </a:ext>
            </a:extLst>
          </p:cNvPr>
          <p:cNvSpPr>
            <a:spLocks xmlns:a="http://schemas.openxmlformats.org/drawingml/2006/main" noGrp="1"/>
          </p:cNvSpPr>
          <p:nvPr/>
        </p:nvSpPr>
        <p:spPr>
          <a:xfrm xmlns:a="http://schemas.openxmlformats.org/drawingml/2006/main">
            <a:off x="239458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8" name="Standardized person 375: without endpoint">
            <a:extLst xmlns:a="http://schemas.openxmlformats.org/drawingml/2006/main">
              <a:ext uri="{FF2B5EF4-FFF2-40B4-BE49-F238E27FC236}">
                <a16:creationId xmlns:a16="http://schemas.microsoft.com/office/drawing/2014/main" id="{7385FC28-A365-4189-BC94-5EA1419FAA08}"/>
              </a:ext>
            </a:extLst>
          </p:cNvPr>
          <p:cNvSpPr>
            <a:spLocks xmlns:a="http://schemas.openxmlformats.org/drawingml/2006/main" noGrp="1"/>
          </p:cNvSpPr>
          <p:nvPr/>
        </p:nvSpPr>
        <p:spPr>
          <a:xfrm xmlns:a="http://schemas.openxmlformats.org/drawingml/2006/main">
            <a:off x="252603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79" name="Standardized person 376: without endpoint">
            <a:extLst xmlns:a="http://schemas.openxmlformats.org/drawingml/2006/main">
              <a:ext uri="{FF2B5EF4-FFF2-40B4-BE49-F238E27FC236}">
                <a16:creationId xmlns:a16="http://schemas.microsoft.com/office/drawing/2014/main" id="{9E3060BB-E12D-45AB-8970-9D1DC5841ECD}"/>
              </a:ext>
            </a:extLst>
          </p:cNvPr>
          <p:cNvSpPr>
            <a:spLocks xmlns:a="http://schemas.openxmlformats.org/drawingml/2006/main" noGrp="1"/>
          </p:cNvSpPr>
          <p:nvPr/>
        </p:nvSpPr>
        <p:spPr>
          <a:xfrm xmlns:a="http://schemas.openxmlformats.org/drawingml/2006/main">
            <a:off x="265747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0" name="Standardized person 377: without endpoint">
            <a:extLst xmlns:a="http://schemas.openxmlformats.org/drawingml/2006/main">
              <a:ext uri="{FF2B5EF4-FFF2-40B4-BE49-F238E27FC236}">
                <a16:creationId xmlns:a16="http://schemas.microsoft.com/office/drawing/2014/main" id="{A1ABAAA7-CC15-495A-ADDC-40C1BA563107}"/>
              </a:ext>
            </a:extLst>
          </p:cNvPr>
          <p:cNvSpPr>
            <a:spLocks xmlns:a="http://schemas.openxmlformats.org/drawingml/2006/main" noGrp="1"/>
          </p:cNvSpPr>
          <p:nvPr/>
        </p:nvSpPr>
        <p:spPr>
          <a:xfrm xmlns:a="http://schemas.openxmlformats.org/drawingml/2006/main">
            <a:off x="278892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1" name="Standardized person 378: without endpoint">
            <a:extLst xmlns:a="http://schemas.openxmlformats.org/drawingml/2006/main">
              <a:ext uri="{FF2B5EF4-FFF2-40B4-BE49-F238E27FC236}">
                <a16:creationId xmlns:a16="http://schemas.microsoft.com/office/drawing/2014/main" id="{AA1EC656-54D3-4A35-91E1-77BF517212DF}"/>
              </a:ext>
            </a:extLst>
          </p:cNvPr>
          <p:cNvSpPr>
            <a:spLocks xmlns:a="http://schemas.openxmlformats.org/drawingml/2006/main" noGrp="1"/>
          </p:cNvSpPr>
          <p:nvPr/>
        </p:nvSpPr>
        <p:spPr>
          <a:xfrm xmlns:a="http://schemas.openxmlformats.org/drawingml/2006/main">
            <a:off x="292036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2" name="Standardized person 379: without endpoint">
            <a:extLst xmlns:a="http://schemas.openxmlformats.org/drawingml/2006/main">
              <a:ext uri="{FF2B5EF4-FFF2-40B4-BE49-F238E27FC236}">
                <a16:creationId xmlns:a16="http://schemas.microsoft.com/office/drawing/2014/main" id="{024F94A4-CE75-4C9D-8A8C-84F814FC12A2}"/>
              </a:ext>
            </a:extLst>
          </p:cNvPr>
          <p:cNvSpPr>
            <a:spLocks xmlns:a="http://schemas.openxmlformats.org/drawingml/2006/main" noGrp="1"/>
          </p:cNvSpPr>
          <p:nvPr/>
        </p:nvSpPr>
        <p:spPr>
          <a:xfrm xmlns:a="http://schemas.openxmlformats.org/drawingml/2006/main">
            <a:off x="305181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3" name="Standardized person 380: without endpoint">
            <a:extLst xmlns:a="http://schemas.openxmlformats.org/drawingml/2006/main">
              <a:ext uri="{FF2B5EF4-FFF2-40B4-BE49-F238E27FC236}">
                <a16:creationId xmlns:a16="http://schemas.microsoft.com/office/drawing/2014/main" id="{5E5E5C47-5712-424D-9BEB-9DFA460A9318}"/>
              </a:ext>
            </a:extLst>
          </p:cNvPr>
          <p:cNvSpPr>
            <a:spLocks xmlns:a="http://schemas.openxmlformats.org/drawingml/2006/main" noGrp="1"/>
          </p:cNvSpPr>
          <p:nvPr/>
        </p:nvSpPr>
        <p:spPr>
          <a:xfrm xmlns:a="http://schemas.openxmlformats.org/drawingml/2006/main">
            <a:off x="318325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4" name="Standardized person 381: without endpoint">
            <a:extLst xmlns:a="http://schemas.openxmlformats.org/drawingml/2006/main">
              <a:ext uri="{FF2B5EF4-FFF2-40B4-BE49-F238E27FC236}">
                <a16:creationId xmlns:a16="http://schemas.microsoft.com/office/drawing/2014/main" id="{12DCB74B-0235-4BEA-9BF3-24B96F454EC2}"/>
              </a:ext>
            </a:extLst>
          </p:cNvPr>
          <p:cNvSpPr>
            <a:spLocks xmlns:a="http://schemas.openxmlformats.org/drawingml/2006/main" noGrp="1"/>
          </p:cNvSpPr>
          <p:nvPr/>
        </p:nvSpPr>
        <p:spPr>
          <a:xfrm xmlns:a="http://schemas.openxmlformats.org/drawingml/2006/main">
            <a:off x="331470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5" name="Standardized person 382: without endpoint">
            <a:extLst xmlns:a="http://schemas.openxmlformats.org/drawingml/2006/main">
              <a:ext uri="{FF2B5EF4-FFF2-40B4-BE49-F238E27FC236}">
                <a16:creationId xmlns:a16="http://schemas.microsoft.com/office/drawing/2014/main" id="{2F6E5722-0948-4BFF-A5A0-4B1252DD4D73}"/>
              </a:ext>
            </a:extLst>
          </p:cNvPr>
          <p:cNvSpPr>
            <a:spLocks xmlns:a="http://schemas.openxmlformats.org/drawingml/2006/main" noGrp="1"/>
          </p:cNvSpPr>
          <p:nvPr/>
        </p:nvSpPr>
        <p:spPr>
          <a:xfrm xmlns:a="http://schemas.openxmlformats.org/drawingml/2006/main">
            <a:off x="344614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6" name="Standardized person 383: without endpoint">
            <a:extLst xmlns:a="http://schemas.openxmlformats.org/drawingml/2006/main">
              <a:ext uri="{FF2B5EF4-FFF2-40B4-BE49-F238E27FC236}">
                <a16:creationId xmlns:a16="http://schemas.microsoft.com/office/drawing/2014/main" id="{17135DDC-16EE-4858-A806-B588E627502F}"/>
              </a:ext>
            </a:extLst>
          </p:cNvPr>
          <p:cNvSpPr>
            <a:spLocks xmlns:a="http://schemas.openxmlformats.org/drawingml/2006/main" noGrp="1"/>
          </p:cNvSpPr>
          <p:nvPr/>
        </p:nvSpPr>
        <p:spPr>
          <a:xfrm xmlns:a="http://schemas.openxmlformats.org/drawingml/2006/main">
            <a:off x="357759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7" name="Standardized person 384: without endpoint">
            <a:extLst xmlns:a="http://schemas.openxmlformats.org/drawingml/2006/main">
              <a:ext uri="{FF2B5EF4-FFF2-40B4-BE49-F238E27FC236}">
                <a16:creationId xmlns:a16="http://schemas.microsoft.com/office/drawing/2014/main" id="{DE384807-C19D-486F-9808-5679D29D27EB}"/>
              </a:ext>
            </a:extLst>
          </p:cNvPr>
          <p:cNvSpPr>
            <a:spLocks xmlns:a="http://schemas.openxmlformats.org/drawingml/2006/main" noGrp="1"/>
          </p:cNvSpPr>
          <p:nvPr/>
        </p:nvSpPr>
        <p:spPr>
          <a:xfrm xmlns:a="http://schemas.openxmlformats.org/drawingml/2006/main">
            <a:off x="370903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8" name="Standardized person 385: without endpoint">
            <a:extLst xmlns:a="http://schemas.openxmlformats.org/drawingml/2006/main">
              <a:ext uri="{FF2B5EF4-FFF2-40B4-BE49-F238E27FC236}">
                <a16:creationId xmlns:a16="http://schemas.microsoft.com/office/drawing/2014/main" id="{A864041C-491C-4D76-BEA6-302BC74259D2}"/>
              </a:ext>
            </a:extLst>
          </p:cNvPr>
          <p:cNvSpPr>
            <a:spLocks xmlns:a="http://schemas.openxmlformats.org/drawingml/2006/main" noGrp="1"/>
          </p:cNvSpPr>
          <p:nvPr/>
        </p:nvSpPr>
        <p:spPr>
          <a:xfrm xmlns:a="http://schemas.openxmlformats.org/drawingml/2006/main">
            <a:off x="384048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89" name="Standardized person 386: without endpoint">
            <a:extLst xmlns:a="http://schemas.openxmlformats.org/drawingml/2006/main">
              <a:ext uri="{FF2B5EF4-FFF2-40B4-BE49-F238E27FC236}">
                <a16:creationId xmlns:a16="http://schemas.microsoft.com/office/drawing/2014/main" id="{B1326743-37AA-4A3F-80D3-6187CBCDB328}"/>
              </a:ext>
            </a:extLst>
          </p:cNvPr>
          <p:cNvSpPr>
            <a:spLocks xmlns:a="http://schemas.openxmlformats.org/drawingml/2006/main" noGrp="1"/>
          </p:cNvSpPr>
          <p:nvPr/>
        </p:nvSpPr>
        <p:spPr>
          <a:xfrm xmlns:a="http://schemas.openxmlformats.org/drawingml/2006/main">
            <a:off x="397192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0" name="Standardized person 387: without endpoint">
            <a:extLst xmlns:a="http://schemas.openxmlformats.org/drawingml/2006/main">
              <a:ext uri="{FF2B5EF4-FFF2-40B4-BE49-F238E27FC236}">
                <a16:creationId xmlns:a16="http://schemas.microsoft.com/office/drawing/2014/main" id="{9BD95E44-AD08-4AE5-AC6C-1A8B21AFCEA7}"/>
              </a:ext>
            </a:extLst>
          </p:cNvPr>
          <p:cNvSpPr>
            <a:spLocks xmlns:a="http://schemas.openxmlformats.org/drawingml/2006/main" noGrp="1"/>
          </p:cNvSpPr>
          <p:nvPr/>
        </p:nvSpPr>
        <p:spPr>
          <a:xfrm xmlns:a="http://schemas.openxmlformats.org/drawingml/2006/main">
            <a:off x="410337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1" name="Standardized person 388: without endpoint">
            <a:extLst xmlns:a="http://schemas.openxmlformats.org/drawingml/2006/main">
              <a:ext uri="{FF2B5EF4-FFF2-40B4-BE49-F238E27FC236}">
                <a16:creationId xmlns:a16="http://schemas.microsoft.com/office/drawing/2014/main" id="{17CC8ECB-BC29-48C4-ADD2-71A5C15E9FD1}"/>
              </a:ext>
            </a:extLst>
          </p:cNvPr>
          <p:cNvSpPr>
            <a:spLocks xmlns:a="http://schemas.openxmlformats.org/drawingml/2006/main" noGrp="1"/>
          </p:cNvSpPr>
          <p:nvPr/>
        </p:nvSpPr>
        <p:spPr>
          <a:xfrm xmlns:a="http://schemas.openxmlformats.org/drawingml/2006/main">
            <a:off x="423481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2" name="Standardized person 389: without endpoint">
            <a:extLst xmlns:a="http://schemas.openxmlformats.org/drawingml/2006/main">
              <a:ext uri="{FF2B5EF4-FFF2-40B4-BE49-F238E27FC236}">
                <a16:creationId xmlns:a16="http://schemas.microsoft.com/office/drawing/2014/main" id="{C127A6E0-4DF4-47D1-AFED-AD8AB11987B3}"/>
              </a:ext>
            </a:extLst>
          </p:cNvPr>
          <p:cNvSpPr>
            <a:spLocks xmlns:a="http://schemas.openxmlformats.org/drawingml/2006/main" noGrp="1"/>
          </p:cNvSpPr>
          <p:nvPr/>
        </p:nvSpPr>
        <p:spPr>
          <a:xfrm xmlns:a="http://schemas.openxmlformats.org/drawingml/2006/main">
            <a:off x="436626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3" name="Standardized person 390: without endpoint">
            <a:extLst xmlns:a="http://schemas.openxmlformats.org/drawingml/2006/main">
              <a:ext uri="{FF2B5EF4-FFF2-40B4-BE49-F238E27FC236}">
                <a16:creationId xmlns:a16="http://schemas.microsoft.com/office/drawing/2014/main" id="{E97CA603-D990-446E-9B9B-0DAE1DD56570}"/>
              </a:ext>
            </a:extLst>
          </p:cNvPr>
          <p:cNvSpPr>
            <a:spLocks xmlns:a="http://schemas.openxmlformats.org/drawingml/2006/main" noGrp="1"/>
          </p:cNvSpPr>
          <p:nvPr/>
        </p:nvSpPr>
        <p:spPr>
          <a:xfrm xmlns:a="http://schemas.openxmlformats.org/drawingml/2006/main">
            <a:off x="449770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4" name="Standardized person 391: without endpoint">
            <a:extLst xmlns:a="http://schemas.openxmlformats.org/drawingml/2006/main">
              <a:ext uri="{FF2B5EF4-FFF2-40B4-BE49-F238E27FC236}">
                <a16:creationId xmlns:a16="http://schemas.microsoft.com/office/drawing/2014/main" id="{E14AF4B2-038C-4A7E-8F2B-342EC49E254E}"/>
              </a:ext>
            </a:extLst>
          </p:cNvPr>
          <p:cNvSpPr>
            <a:spLocks xmlns:a="http://schemas.openxmlformats.org/drawingml/2006/main" noGrp="1"/>
          </p:cNvSpPr>
          <p:nvPr/>
        </p:nvSpPr>
        <p:spPr>
          <a:xfrm xmlns:a="http://schemas.openxmlformats.org/drawingml/2006/main">
            <a:off x="462915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5" name="Standardized person 392: without endpoint">
            <a:extLst xmlns:a="http://schemas.openxmlformats.org/drawingml/2006/main">
              <a:ext uri="{FF2B5EF4-FFF2-40B4-BE49-F238E27FC236}">
                <a16:creationId xmlns:a16="http://schemas.microsoft.com/office/drawing/2014/main" id="{4CA7B53B-F061-4858-B7DC-9C31698225F0}"/>
              </a:ext>
            </a:extLst>
          </p:cNvPr>
          <p:cNvSpPr>
            <a:spLocks xmlns:a="http://schemas.openxmlformats.org/drawingml/2006/main" noGrp="1"/>
          </p:cNvSpPr>
          <p:nvPr/>
        </p:nvSpPr>
        <p:spPr>
          <a:xfrm xmlns:a="http://schemas.openxmlformats.org/drawingml/2006/main">
            <a:off x="476059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6" name="Standardized person 393: without endpoint">
            <a:extLst xmlns:a="http://schemas.openxmlformats.org/drawingml/2006/main">
              <a:ext uri="{FF2B5EF4-FFF2-40B4-BE49-F238E27FC236}">
                <a16:creationId xmlns:a16="http://schemas.microsoft.com/office/drawing/2014/main" id="{62CFD612-66BF-4B39-9216-D2ED198F2BE3}"/>
              </a:ext>
            </a:extLst>
          </p:cNvPr>
          <p:cNvSpPr>
            <a:spLocks xmlns:a="http://schemas.openxmlformats.org/drawingml/2006/main" noGrp="1"/>
          </p:cNvSpPr>
          <p:nvPr/>
        </p:nvSpPr>
        <p:spPr>
          <a:xfrm xmlns:a="http://schemas.openxmlformats.org/drawingml/2006/main">
            <a:off x="489204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7" name="Standardized person 394: without endpoint">
            <a:extLst xmlns:a="http://schemas.openxmlformats.org/drawingml/2006/main">
              <a:ext uri="{FF2B5EF4-FFF2-40B4-BE49-F238E27FC236}">
                <a16:creationId xmlns:a16="http://schemas.microsoft.com/office/drawing/2014/main" id="{BBE07A96-0280-4D20-8454-9A86551E06CB}"/>
              </a:ext>
            </a:extLst>
          </p:cNvPr>
          <p:cNvSpPr>
            <a:spLocks xmlns:a="http://schemas.openxmlformats.org/drawingml/2006/main" noGrp="1"/>
          </p:cNvSpPr>
          <p:nvPr/>
        </p:nvSpPr>
        <p:spPr>
          <a:xfrm xmlns:a="http://schemas.openxmlformats.org/drawingml/2006/main">
            <a:off x="502348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8" name="Standardized person 395: without endpoint">
            <a:extLst xmlns:a="http://schemas.openxmlformats.org/drawingml/2006/main">
              <a:ext uri="{FF2B5EF4-FFF2-40B4-BE49-F238E27FC236}">
                <a16:creationId xmlns:a16="http://schemas.microsoft.com/office/drawing/2014/main" id="{281CA93B-7970-47FB-81C9-778B83D72FE0}"/>
              </a:ext>
            </a:extLst>
          </p:cNvPr>
          <p:cNvSpPr>
            <a:spLocks xmlns:a="http://schemas.openxmlformats.org/drawingml/2006/main" noGrp="1"/>
          </p:cNvSpPr>
          <p:nvPr/>
        </p:nvSpPr>
        <p:spPr>
          <a:xfrm xmlns:a="http://schemas.openxmlformats.org/drawingml/2006/main">
            <a:off x="515493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399" name="Standardized person 396: without endpoint">
            <a:extLst xmlns:a="http://schemas.openxmlformats.org/drawingml/2006/main">
              <a:ext uri="{FF2B5EF4-FFF2-40B4-BE49-F238E27FC236}">
                <a16:creationId xmlns:a16="http://schemas.microsoft.com/office/drawing/2014/main" id="{2B0BBB91-FF25-4DD5-9DE3-B76D48B84BCE}"/>
              </a:ext>
            </a:extLst>
          </p:cNvPr>
          <p:cNvSpPr>
            <a:spLocks xmlns:a="http://schemas.openxmlformats.org/drawingml/2006/main" noGrp="1"/>
          </p:cNvSpPr>
          <p:nvPr/>
        </p:nvSpPr>
        <p:spPr>
          <a:xfrm xmlns:a="http://schemas.openxmlformats.org/drawingml/2006/main">
            <a:off x="528637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0" name="Standardized person 397: without endpoint">
            <a:extLst xmlns:a="http://schemas.openxmlformats.org/drawingml/2006/main">
              <a:ext uri="{FF2B5EF4-FFF2-40B4-BE49-F238E27FC236}">
                <a16:creationId xmlns:a16="http://schemas.microsoft.com/office/drawing/2014/main" id="{62D916D8-74CD-4E06-AB2F-52ED68DF9B6C}"/>
              </a:ext>
            </a:extLst>
          </p:cNvPr>
          <p:cNvSpPr>
            <a:spLocks xmlns:a="http://schemas.openxmlformats.org/drawingml/2006/main" noGrp="1"/>
          </p:cNvSpPr>
          <p:nvPr/>
        </p:nvSpPr>
        <p:spPr>
          <a:xfrm xmlns:a="http://schemas.openxmlformats.org/drawingml/2006/main">
            <a:off x="541782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1" name="Standardized person 398: without endpoint">
            <a:extLst xmlns:a="http://schemas.openxmlformats.org/drawingml/2006/main">
              <a:ext uri="{FF2B5EF4-FFF2-40B4-BE49-F238E27FC236}">
                <a16:creationId xmlns:a16="http://schemas.microsoft.com/office/drawing/2014/main" id="{9E2E72CA-F636-4D76-BF7A-165D870C1CFF}"/>
              </a:ext>
            </a:extLst>
          </p:cNvPr>
          <p:cNvSpPr>
            <a:spLocks xmlns:a="http://schemas.openxmlformats.org/drawingml/2006/main" noGrp="1"/>
          </p:cNvSpPr>
          <p:nvPr/>
        </p:nvSpPr>
        <p:spPr>
          <a:xfrm xmlns:a="http://schemas.openxmlformats.org/drawingml/2006/main">
            <a:off x="554926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2" name="Standardized person 399: without endpoint">
            <a:extLst xmlns:a="http://schemas.openxmlformats.org/drawingml/2006/main">
              <a:ext uri="{FF2B5EF4-FFF2-40B4-BE49-F238E27FC236}">
                <a16:creationId xmlns:a16="http://schemas.microsoft.com/office/drawing/2014/main" id="{8ED4C323-9D3F-44D4-8896-8170EC99CE29}"/>
              </a:ext>
            </a:extLst>
          </p:cNvPr>
          <p:cNvSpPr>
            <a:spLocks xmlns:a="http://schemas.openxmlformats.org/drawingml/2006/main" noGrp="1"/>
          </p:cNvSpPr>
          <p:nvPr/>
        </p:nvSpPr>
        <p:spPr>
          <a:xfrm xmlns:a="http://schemas.openxmlformats.org/drawingml/2006/main">
            <a:off x="568071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3" name="Standardized person 400: without endpoint">
            <a:extLst xmlns:a="http://schemas.openxmlformats.org/drawingml/2006/main">
              <a:ext uri="{FF2B5EF4-FFF2-40B4-BE49-F238E27FC236}">
                <a16:creationId xmlns:a16="http://schemas.microsoft.com/office/drawing/2014/main" id="{9C772249-3463-4803-BC21-E7650276FDB7}"/>
              </a:ext>
            </a:extLst>
          </p:cNvPr>
          <p:cNvSpPr>
            <a:spLocks xmlns:a="http://schemas.openxmlformats.org/drawingml/2006/main" noGrp="1"/>
          </p:cNvSpPr>
          <p:nvPr/>
        </p:nvSpPr>
        <p:spPr>
          <a:xfrm xmlns:a="http://schemas.openxmlformats.org/drawingml/2006/main">
            <a:off x="581215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4" name="Standardized person 401: without endpoint">
            <a:extLst xmlns:a="http://schemas.openxmlformats.org/drawingml/2006/main">
              <a:ext uri="{FF2B5EF4-FFF2-40B4-BE49-F238E27FC236}">
                <a16:creationId xmlns:a16="http://schemas.microsoft.com/office/drawing/2014/main" id="{5C6E8EDE-44F3-4648-8396-8D1A6ACE5DAD}"/>
              </a:ext>
            </a:extLst>
          </p:cNvPr>
          <p:cNvSpPr>
            <a:spLocks xmlns:a="http://schemas.openxmlformats.org/drawingml/2006/main" noGrp="1"/>
          </p:cNvSpPr>
          <p:nvPr/>
        </p:nvSpPr>
        <p:spPr>
          <a:xfrm xmlns:a="http://schemas.openxmlformats.org/drawingml/2006/main">
            <a:off x="68580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5" name="Standardized person 402: without endpoint">
            <a:extLst xmlns:a="http://schemas.openxmlformats.org/drawingml/2006/main">
              <a:ext uri="{FF2B5EF4-FFF2-40B4-BE49-F238E27FC236}">
                <a16:creationId xmlns:a16="http://schemas.microsoft.com/office/drawing/2014/main" id="{22BF54E2-DD56-4519-BC9A-96DB7B43AC5B}"/>
              </a:ext>
            </a:extLst>
          </p:cNvPr>
          <p:cNvSpPr>
            <a:spLocks xmlns:a="http://schemas.openxmlformats.org/drawingml/2006/main" noGrp="1"/>
          </p:cNvSpPr>
          <p:nvPr/>
        </p:nvSpPr>
        <p:spPr>
          <a:xfrm xmlns:a="http://schemas.openxmlformats.org/drawingml/2006/main">
            <a:off x="81724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6" name="Standardized person 403: without endpoint">
            <a:extLst xmlns:a="http://schemas.openxmlformats.org/drawingml/2006/main">
              <a:ext uri="{FF2B5EF4-FFF2-40B4-BE49-F238E27FC236}">
                <a16:creationId xmlns:a16="http://schemas.microsoft.com/office/drawing/2014/main" id="{D7FCC649-6C1B-4AE0-B738-0C1EC60C0B86}"/>
              </a:ext>
            </a:extLst>
          </p:cNvPr>
          <p:cNvSpPr>
            <a:spLocks xmlns:a="http://schemas.openxmlformats.org/drawingml/2006/main" noGrp="1"/>
          </p:cNvSpPr>
          <p:nvPr/>
        </p:nvSpPr>
        <p:spPr>
          <a:xfrm xmlns:a="http://schemas.openxmlformats.org/drawingml/2006/main">
            <a:off x="94869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7" name="Standardized person 404: without endpoint">
            <a:extLst xmlns:a="http://schemas.openxmlformats.org/drawingml/2006/main">
              <a:ext uri="{FF2B5EF4-FFF2-40B4-BE49-F238E27FC236}">
                <a16:creationId xmlns:a16="http://schemas.microsoft.com/office/drawing/2014/main" id="{5CC2952E-3DB5-4685-B7B7-6A00158BAC22}"/>
              </a:ext>
            </a:extLst>
          </p:cNvPr>
          <p:cNvSpPr>
            <a:spLocks xmlns:a="http://schemas.openxmlformats.org/drawingml/2006/main" noGrp="1"/>
          </p:cNvSpPr>
          <p:nvPr/>
        </p:nvSpPr>
        <p:spPr>
          <a:xfrm xmlns:a="http://schemas.openxmlformats.org/drawingml/2006/main">
            <a:off x="108013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8" name="Standardized person 405: without endpoint">
            <a:extLst xmlns:a="http://schemas.openxmlformats.org/drawingml/2006/main">
              <a:ext uri="{FF2B5EF4-FFF2-40B4-BE49-F238E27FC236}">
                <a16:creationId xmlns:a16="http://schemas.microsoft.com/office/drawing/2014/main" id="{0858623B-2F92-402B-8277-2059CA819444}"/>
              </a:ext>
            </a:extLst>
          </p:cNvPr>
          <p:cNvSpPr>
            <a:spLocks xmlns:a="http://schemas.openxmlformats.org/drawingml/2006/main" noGrp="1"/>
          </p:cNvSpPr>
          <p:nvPr/>
        </p:nvSpPr>
        <p:spPr>
          <a:xfrm xmlns:a="http://schemas.openxmlformats.org/drawingml/2006/main">
            <a:off x="121158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09" name="Standardized person 406: without endpoint">
            <a:extLst xmlns:a="http://schemas.openxmlformats.org/drawingml/2006/main">
              <a:ext uri="{FF2B5EF4-FFF2-40B4-BE49-F238E27FC236}">
                <a16:creationId xmlns:a16="http://schemas.microsoft.com/office/drawing/2014/main" id="{7EE77759-F9F1-493D-8DA5-5A82CCAB8F92}"/>
              </a:ext>
            </a:extLst>
          </p:cNvPr>
          <p:cNvSpPr>
            <a:spLocks xmlns:a="http://schemas.openxmlformats.org/drawingml/2006/main" noGrp="1"/>
          </p:cNvSpPr>
          <p:nvPr/>
        </p:nvSpPr>
        <p:spPr>
          <a:xfrm xmlns:a="http://schemas.openxmlformats.org/drawingml/2006/main">
            <a:off x="134302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0" name="Standardized person 407: without endpoint">
            <a:extLst xmlns:a="http://schemas.openxmlformats.org/drawingml/2006/main">
              <a:ext uri="{FF2B5EF4-FFF2-40B4-BE49-F238E27FC236}">
                <a16:creationId xmlns:a16="http://schemas.microsoft.com/office/drawing/2014/main" id="{7B747818-7700-4A48-90BB-1AB678997B83}"/>
              </a:ext>
            </a:extLst>
          </p:cNvPr>
          <p:cNvSpPr>
            <a:spLocks xmlns:a="http://schemas.openxmlformats.org/drawingml/2006/main" noGrp="1"/>
          </p:cNvSpPr>
          <p:nvPr/>
        </p:nvSpPr>
        <p:spPr>
          <a:xfrm xmlns:a="http://schemas.openxmlformats.org/drawingml/2006/main">
            <a:off x="147447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1" name="Standardized person 408: without endpoint">
            <a:extLst xmlns:a="http://schemas.openxmlformats.org/drawingml/2006/main">
              <a:ext uri="{FF2B5EF4-FFF2-40B4-BE49-F238E27FC236}">
                <a16:creationId xmlns:a16="http://schemas.microsoft.com/office/drawing/2014/main" id="{FA742159-2223-427F-A236-1101EACAEEB3}"/>
              </a:ext>
            </a:extLst>
          </p:cNvPr>
          <p:cNvSpPr>
            <a:spLocks xmlns:a="http://schemas.openxmlformats.org/drawingml/2006/main" noGrp="1"/>
          </p:cNvSpPr>
          <p:nvPr/>
        </p:nvSpPr>
        <p:spPr>
          <a:xfrm xmlns:a="http://schemas.openxmlformats.org/drawingml/2006/main">
            <a:off x="160591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2" name="Standardized person 409: without endpoint">
            <a:extLst xmlns:a="http://schemas.openxmlformats.org/drawingml/2006/main">
              <a:ext uri="{FF2B5EF4-FFF2-40B4-BE49-F238E27FC236}">
                <a16:creationId xmlns:a16="http://schemas.microsoft.com/office/drawing/2014/main" id="{76AD7BE1-6443-4E5E-A9BC-890F4303812F}"/>
              </a:ext>
            </a:extLst>
          </p:cNvPr>
          <p:cNvSpPr>
            <a:spLocks xmlns:a="http://schemas.openxmlformats.org/drawingml/2006/main" noGrp="1"/>
          </p:cNvSpPr>
          <p:nvPr/>
        </p:nvSpPr>
        <p:spPr>
          <a:xfrm xmlns:a="http://schemas.openxmlformats.org/drawingml/2006/main">
            <a:off x="173736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3" name="Standardized person 410: without endpoint">
            <a:extLst xmlns:a="http://schemas.openxmlformats.org/drawingml/2006/main">
              <a:ext uri="{FF2B5EF4-FFF2-40B4-BE49-F238E27FC236}">
                <a16:creationId xmlns:a16="http://schemas.microsoft.com/office/drawing/2014/main" id="{AB728EFF-B5F6-46C4-A429-5BC7D6529BD3}"/>
              </a:ext>
            </a:extLst>
          </p:cNvPr>
          <p:cNvSpPr>
            <a:spLocks xmlns:a="http://schemas.openxmlformats.org/drawingml/2006/main" noGrp="1"/>
          </p:cNvSpPr>
          <p:nvPr/>
        </p:nvSpPr>
        <p:spPr>
          <a:xfrm xmlns:a="http://schemas.openxmlformats.org/drawingml/2006/main">
            <a:off x="186880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4" name="Standardized person 411: without endpoint">
            <a:extLst xmlns:a="http://schemas.openxmlformats.org/drawingml/2006/main">
              <a:ext uri="{FF2B5EF4-FFF2-40B4-BE49-F238E27FC236}">
                <a16:creationId xmlns:a16="http://schemas.microsoft.com/office/drawing/2014/main" id="{11C6B4A2-5EBC-4651-A75B-0AC38013E449}"/>
              </a:ext>
            </a:extLst>
          </p:cNvPr>
          <p:cNvSpPr>
            <a:spLocks xmlns:a="http://schemas.openxmlformats.org/drawingml/2006/main" noGrp="1"/>
          </p:cNvSpPr>
          <p:nvPr/>
        </p:nvSpPr>
        <p:spPr>
          <a:xfrm xmlns:a="http://schemas.openxmlformats.org/drawingml/2006/main">
            <a:off x="200025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5" name="Standardized person 412: without endpoint">
            <a:extLst xmlns:a="http://schemas.openxmlformats.org/drawingml/2006/main">
              <a:ext uri="{FF2B5EF4-FFF2-40B4-BE49-F238E27FC236}">
                <a16:creationId xmlns:a16="http://schemas.microsoft.com/office/drawing/2014/main" id="{EAB8C411-97DE-4BDD-8BE0-3EF421E47C90}"/>
              </a:ext>
            </a:extLst>
          </p:cNvPr>
          <p:cNvSpPr>
            <a:spLocks xmlns:a="http://schemas.openxmlformats.org/drawingml/2006/main" noGrp="1"/>
          </p:cNvSpPr>
          <p:nvPr/>
        </p:nvSpPr>
        <p:spPr>
          <a:xfrm xmlns:a="http://schemas.openxmlformats.org/drawingml/2006/main">
            <a:off x="213169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6" name="Standardized person 413: without endpoint">
            <a:extLst xmlns:a="http://schemas.openxmlformats.org/drawingml/2006/main">
              <a:ext uri="{FF2B5EF4-FFF2-40B4-BE49-F238E27FC236}">
                <a16:creationId xmlns:a16="http://schemas.microsoft.com/office/drawing/2014/main" id="{2CB8EF76-5D94-4163-AB7E-EC1369928F5C}"/>
              </a:ext>
            </a:extLst>
          </p:cNvPr>
          <p:cNvSpPr>
            <a:spLocks xmlns:a="http://schemas.openxmlformats.org/drawingml/2006/main" noGrp="1"/>
          </p:cNvSpPr>
          <p:nvPr/>
        </p:nvSpPr>
        <p:spPr>
          <a:xfrm xmlns:a="http://schemas.openxmlformats.org/drawingml/2006/main">
            <a:off x="226314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7" name="Standardized person 414: without endpoint">
            <a:extLst xmlns:a="http://schemas.openxmlformats.org/drawingml/2006/main">
              <a:ext uri="{FF2B5EF4-FFF2-40B4-BE49-F238E27FC236}">
                <a16:creationId xmlns:a16="http://schemas.microsoft.com/office/drawing/2014/main" id="{90CEE0CB-1355-4CA9-B73F-52BFD9608120}"/>
              </a:ext>
            </a:extLst>
          </p:cNvPr>
          <p:cNvSpPr>
            <a:spLocks xmlns:a="http://schemas.openxmlformats.org/drawingml/2006/main" noGrp="1"/>
          </p:cNvSpPr>
          <p:nvPr/>
        </p:nvSpPr>
        <p:spPr>
          <a:xfrm xmlns:a="http://schemas.openxmlformats.org/drawingml/2006/main">
            <a:off x="239458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8" name="Standardized person 415: without endpoint">
            <a:extLst xmlns:a="http://schemas.openxmlformats.org/drawingml/2006/main">
              <a:ext uri="{FF2B5EF4-FFF2-40B4-BE49-F238E27FC236}">
                <a16:creationId xmlns:a16="http://schemas.microsoft.com/office/drawing/2014/main" id="{236C55B3-1E8A-4E77-8CAC-CEFCE998CF05}"/>
              </a:ext>
            </a:extLst>
          </p:cNvPr>
          <p:cNvSpPr>
            <a:spLocks xmlns:a="http://schemas.openxmlformats.org/drawingml/2006/main" noGrp="1"/>
          </p:cNvSpPr>
          <p:nvPr/>
        </p:nvSpPr>
        <p:spPr>
          <a:xfrm xmlns:a="http://schemas.openxmlformats.org/drawingml/2006/main">
            <a:off x="252603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19" name="Standardized person 416: without endpoint">
            <a:extLst xmlns:a="http://schemas.openxmlformats.org/drawingml/2006/main">
              <a:ext uri="{FF2B5EF4-FFF2-40B4-BE49-F238E27FC236}">
                <a16:creationId xmlns:a16="http://schemas.microsoft.com/office/drawing/2014/main" id="{64F8EE01-8C1C-4F18-9BC0-0F0CD922ADB2}"/>
              </a:ext>
            </a:extLst>
          </p:cNvPr>
          <p:cNvSpPr>
            <a:spLocks xmlns:a="http://schemas.openxmlformats.org/drawingml/2006/main" noGrp="1"/>
          </p:cNvSpPr>
          <p:nvPr/>
        </p:nvSpPr>
        <p:spPr>
          <a:xfrm xmlns:a="http://schemas.openxmlformats.org/drawingml/2006/main">
            <a:off x="265747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0" name="Standardized person 417: without endpoint">
            <a:extLst xmlns:a="http://schemas.openxmlformats.org/drawingml/2006/main">
              <a:ext uri="{FF2B5EF4-FFF2-40B4-BE49-F238E27FC236}">
                <a16:creationId xmlns:a16="http://schemas.microsoft.com/office/drawing/2014/main" id="{93C4763F-2619-4817-8909-B7D21EC793B8}"/>
              </a:ext>
            </a:extLst>
          </p:cNvPr>
          <p:cNvSpPr>
            <a:spLocks xmlns:a="http://schemas.openxmlformats.org/drawingml/2006/main" noGrp="1"/>
          </p:cNvSpPr>
          <p:nvPr/>
        </p:nvSpPr>
        <p:spPr>
          <a:xfrm xmlns:a="http://schemas.openxmlformats.org/drawingml/2006/main">
            <a:off x="278892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1" name="Standardized person 418: without endpoint">
            <a:extLst xmlns:a="http://schemas.openxmlformats.org/drawingml/2006/main">
              <a:ext uri="{FF2B5EF4-FFF2-40B4-BE49-F238E27FC236}">
                <a16:creationId xmlns:a16="http://schemas.microsoft.com/office/drawing/2014/main" id="{11BA07DE-F43B-486E-8DB3-A396F48647D5}"/>
              </a:ext>
            </a:extLst>
          </p:cNvPr>
          <p:cNvSpPr>
            <a:spLocks xmlns:a="http://schemas.openxmlformats.org/drawingml/2006/main" noGrp="1"/>
          </p:cNvSpPr>
          <p:nvPr/>
        </p:nvSpPr>
        <p:spPr>
          <a:xfrm xmlns:a="http://schemas.openxmlformats.org/drawingml/2006/main">
            <a:off x="292036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2" name="Standardized person 419: without endpoint">
            <a:extLst xmlns:a="http://schemas.openxmlformats.org/drawingml/2006/main">
              <a:ext uri="{FF2B5EF4-FFF2-40B4-BE49-F238E27FC236}">
                <a16:creationId xmlns:a16="http://schemas.microsoft.com/office/drawing/2014/main" id="{6B486FB7-67C0-4CF8-A5B0-AC6E51AC0479}"/>
              </a:ext>
            </a:extLst>
          </p:cNvPr>
          <p:cNvSpPr>
            <a:spLocks xmlns:a="http://schemas.openxmlformats.org/drawingml/2006/main" noGrp="1"/>
          </p:cNvSpPr>
          <p:nvPr/>
        </p:nvSpPr>
        <p:spPr>
          <a:xfrm xmlns:a="http://schemas.openxmlformats.org/drawingml/2006/main">
            <a:off x="305181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3" name="Standardized person 420: without endpoint">
            <a:extLst xmlns:a="http://schemas.openxmlformats.org/drawingml/2006/main">
              <a:ext uri="{FF2B5EF4-FFF2-40B4-BE49-F238E27FC236}">
                <a16:creationId xmlns:a16="http://schemas.microsoft.com/office/drawing/2014/main" id="{CA639604-4DD2-47CD-8E05-FA0F9DD4451F}"/>
              </a:ext>
            </a:extLst>
          </p:cNvPr>
          <p:cNvSpPr>
            <a:spLocks xmlns:a="http://schemas.openxmlformats.org/drawingml/2006/main" noGrp="1"/>
          </p:cNvSpPr>
          <p:nvPr/>
        </p:nvSpPr>
        <p:spPr>
          <a:xfrm xmlns:a="http://schemas.openxmlformats.org/drawingml/2006/main">
            <a:off x="318325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4" name="Standardized person 421: without endpoint">
            <a:extLst xmlns:a="http://schemas.openxmlformats.org/drawingml/2006/main">
              <a:ext uri="{FF2B5EF4-FFF2-40B4-BE49-F238E27FC236}">
                <a16:creationId xmlns:a16="http://schemas.microsoft.com/office/drawing/2014/main" id="{83ADC49E-EA61-404D-845B-FBBB2B76D279}"/>
              </a:ext>
            </a:extLst>
          </p:cNvPr>
          <p:cNvSpPr>
            <a:spLocks xmlns:a="http://schemas.openxmlformats.org/drawingml/2006/main" noGrp="1"/>
          </p:cNvSpPr>
          <p:nvPr/>
        </p:nvSpPr>
        <p:spPr>
          <a:xfrm xmlns:a="http://schemas.openxmlformats.org/drawingml/2006/main">
            <a:off x="331470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5" name="Standardized person 422: without endpoint">
            <a:extLst xmlns:a="http://schemas.openxmlformats.org/drawingml/2006/main">
              <a:ext uri="{FF2B5EF4-FFF2-40B4-BE49-F238E27FC236}">
                <a16:creationId xmlns:a16="http://schemas.microsoft.com/office/drawing/2014/main" id="{BAF22908-C765-4D6D-9CAB-4D252B2BAB26}"/>
              </a:ext>
            </a:extLst>
          </p:cNvPr>
          <p:cNvSpPr>
            <a:spLocks xmlns:a="http://schemas.openxmlformats.org/drawingml/2006/main" noGrp="1"/>
          </p:cNvSpPr>
          <p:nvPr/>
        </p:nvSpPr>
        <p:spPr>
          <a:xfrm xmlns:a="http://schemas.openxmlformats.org/drawingml/2006/main">
            <a:off x="344614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6" name="Standardized person 423: without endpoint">
            <a:extLst xmlns:a="http://schemas.openxmlformats.org/drawingml/2006/main">
              <a:ext uri="{FF2B5EF4-FFF2-40B4-BE49-F238E27FC236}">
                <a16:creationId xmlns:a16="http://schemas.microsoft.com/office/drawing/2014/main" id="{176AE261-54DA-41D6-9921-AD509BB4CF01}"/>
              </a:ext>
            </a:extLst>
          </p:cNvPr>
          <p:cNvSpPr>
            <a:spLocks xmlns:a="http://schemas.openxmlformats.org/drawingml/2006/main" noGrp="1"/>
          </p:cNvSpPr>
          <p:nvPr/>
        </p:nvSpPr>
        <p:spPr>
          <a:xfrm xmlns:a="http://schemas.openxmlformats.org/drawingml/2006/main">
            <a:off x="357759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7" name="Standardized person 424: without endpoint">
            <a:extLst xmlns:a="http://schemas.openxmlformats.org/drawingml/2006/main">
              <a:ext uri="{FF2B5EF4-FFF2-40B4-BE49-F238E27FC236}">
                <a16:creationId xmlns:a16="http://schemas.microsoft.com/office/drawing/2014/main" id="{B3EC1F23-9AC1-4C9A-BB60-6DF1173BE5FE}"/>
              </a:ext>
            </a:extLst>
          </p:cNvPr>
          <p:cNvSpPr>
            <a:spLocks xmlns:a="http://schemas.openxmlformats.org/drawingml/2006/main" noGrp="1"/>
          </p:cNvSpPr>
          <p:nvPr/>
        </p:nvSpPr>
        <p:spPr>
          <a:xfrm xmlns:a="http://schemas.openxmlformats.org/drawingml/2006/main">
            <a:off x="370903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8" name="Standardized person 425: without endpoint">
            <a:extLst xmlns:a="http://schemas.openxmlformats.org/drawingml/2006/main">
              <a:ext uri="{FF2B5EF4-FFF2-40B4-BE49-F238E27FC236}">
                <a16:creationId xmlns:a16="http://schemas.microsoft.com/office/drawing/2014/main" id="{B5D0465E-B84F-453C-A709-16E49527E32E}"/>
              </a:ext>
            </a:extLst>
          </p:cNvPr>
          <p:cNvSpPr>
            <a:spLocks xmlns:a="http://schemas.openxmlformats.org/drawingml/2006/main" noGrp="1"/>
          </p:cNvSpPr>
          <p:nvPr/>
        </p:nvSpPr>
        <p:spPr>
          <a:xfrm xmlns:a="http://schemas.openxmlformats.org/drawingml/2006/main">
            <a:off x="384048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29" name="Standardized person 426: without endpoint">
            <a:extLst xmlns:a="http://schemas.openxmlformats.org/drawingml/2006/main">
              <a:ext uri="{FF2B5EF4-FFF2-40B4-BE49-F238E27FC236}">
                <a16:creationId xmlns:a16="http://schemas.microsoft.com/office/drawing/2014/main" id="{9E6CD7A0-7680-4A6F-80CE-7D4D7B4EF384}"/>
              </a:ext>
            </a:extLst>
          </p:cNvPr>
          <p:cNvSpPr>
            <a:spLocks xmlns:a="http://schemas.openxmlformats.org/drawingml/2006/main" noGrp="1"/>
          </p:cNvSpPr>
          <p:nvPr/>
        </p:nvSpPr>
        <p:spPr>
          <a:xfrm xmlns:a="http://schemas.openxmlformats.org/drawingml/2006/main">
            <a:off x="397192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0" name="Standardized person 427: without endpoint">
            <a:extLst xmlns:a="http://schemas.openxmlformats.org/drawingml/2006/main">
              <a:ext uri="{FF2B5EF4-FFF2-40B4-BE49-F238E27FC236}">
                <a16:creationId xmlns:a16="http://schemas.microsoft.com/office/drawing/2014/main" id="{73B25DF5-A244-4ED0-BC9B-33E65236E302}"/>
              </a:ext>
            </a:extLst>
          </p:cNvPr>
          <p:cNvSpPr>
            <a:spLocks xmlns:a="http://schemas.openxmlformats.org/drawingml/2006/main" noGrp="1"/>
          </p:cNvSpPr>
          <p:nvPr/>
        </p:nvSpPr>
        <p:spPr>
          <a:xfrm xmlns:a="http://schemas.openxmlformats.org/drawingml/2006/main">
            <a:off x="410337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1" name="Standardized person 428: without endpoint">
            <a:extLst xmlns:a="http://schemas.openxmlformats.org/drawingml/2006/main">
              <a:ext uri="{FF2B5EF4-FFF2-40B4-BE49-F238E27FC236}">
                <a16:creationId xmlns:a16="http://schemas.microsoft.com/office/drawing/2014/main" id="{001E119A-2DF4-4144-A172-D910F72F27D4}"/>
              </a:ext>
            </a:extLst>
          </p:cNvPr>
          <p:cNvSpPr>
            <a:spLocks xmlns:a="http://schemas.openxmlformats.org/drawingml/2006/main" noGrp="1"/>
          </p:cNvSpPr>
          <p:nvPr/>
        </p:nvSpPr>
        <p:spPr>
          <a:xfrm xmlns:a="http://schemas.openxmlformats.org/drawingml/2006/main">
            <a:off x="423481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2" name="Standardized person 429: without endpoint">
            <a:extLst xmlns:a="http://schemas.openxmlformats.org/drawingml/2006/main">
              <a:ext uri="{FF2B5EF4-FFF2-40B4-BE49-F238E27FC236}">
                <a16:creationId xmlns:a16="http://schemas.microsoft.com/office/drawing/2014/main" id="{040BD100-BFCF-4294-AE62-08AA079CE54B}"/>
              </a:ext>
            </a:extLst>
          </p:cNvPr>
          <p:cNvSpPr>
            <a:spLocks xmlns:a="http://schemas.openxmlformats.org/drawingml/2006/main" noGrp="1"/>
          </p:cNvSpPr>
          <p:nvPr/>
        </p:nvSpPr>
        <p:spPr>
          <a:xfrm xmlns:a="http://schemas.openxmlformats.org/drawingml/2006/main">
            <a:off x="436626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3" name="Standardized person 430: without endpoint">
            <a:extLst xmlns:a="http://schemas.openxmlformats.org/drawingml/2006/main">
              <a:ext uri="{FF2B5EF4-FFF2-40B4-BE49-F238E27FC236}">
                <a16:creationId xmlns:a16="http://schemas.microsoft.com/office/drawing/2014/main" id="{B72F5269-6D27-4F22-840F-E40B15FB7DCE}"/>
              </a:ext>
            </a:extLst>
          </p:cNvPr>
          <p:cNvSpPr>
            <a:spLocks xmlns:a="http://schemas.openxmlformats.org/drawingml/2006/main" noGrp="1"/>
          </p:cNvSpPr>
          <p:nvPr/>
        </p:nvSpPr>
        <p:spPr>
          <a:xfrm xmlns:a="http://schemas.openxmlformats.org/drawingml/2006/main">
            <a:off x="449770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4" name="Standardized person 431: without endpoint">
            <a:extLst xmlns:a="http://schemas.openxmlformats.org/drawingml/2006/main">
              <a:ext uri="{FF2B5EF4-FFF2-40B4-BE49-F238E27FC236}">
                <a16:creationId xmlns:a16="http://schemas.microsoft.com/office/drawing/2014/main" id="{F994E7C9-45FC-4C45-ABCC-C863FDE8A24A}"/>
              </a:ext>
            </a:extLst>
          </p:cNvPr>
          <p:cNvSpPr>
            <a:spLocks xmlns:a="http://schemas.openxmlformats.org/drawingml/2006/main" noGrp="1"/>
          </p:cNvSpPr>
          <p:nvPr/>
        </p:nvSpPr>
        <p:spPr>
          <a:xfrm xmlns:a="http://schemas.openxmlformats.org/drawingml/2006/main">
            <a:off x="462915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5" name="Standardized person 432: without endpoint">
            <a:extLst xmlns:a="http://schemas.openxmlformats.org/drawingml/2006/main">
              <a:ext uri="{FF2B5EF4-FFF2-40B4-BE49-F238E27FC236}">
                <a16:creationId xmlns:a16="http://schemas.microsoft.com/office/drawing/2014/main" id="{2ABF87F6-50BA-4CFE-A3AB-343C0444AC75}"/>
              </a:ext>
            </a:extLst>
          </p:cNvPr>
          <p:cNvSpPr>
            <a:spLocks xmlns:a="http://schemas.openxmlformats.org/drawingml/2006/main" noGrp="1"/>
          </p:cNvSpPr>
          <p:nvPr/>
        </p:nvSpPr>
        <p:spPr>
          <a:xfrm xmlns:a="http://schemas.openxmlformats.org/drawingml/2006/main">
            <a:off x="476059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6" name="Standardized person 433: without endpoint">
            <a:extLst xmlns:a="http://schemas.openxmlformats.org/drawingml/2006/main">
              <a:ext uri="{FF2B5EF4-FFF2-40B4-BE49-F238E27FC236}">
                <a16:creationId xmlns:a16="http://schemas.microsoft.com/office/drawing/2014/main" id="{3CA7EB43-8326-4BDB-B372-0ADFAA346579}"/>
              </a:ext>
            </a:extLst>
          </p:cNvPr>
          <p:cNvSpPr>
            <a:spLocks xmlns:a="http://schemas.openxmlformats.org/drawingml/2006/main" noGrp="1"/>
          </p:cNvSpPr>
          <p:nvPr/>
        </p:nvSpPr>
        <p:spPr>
          <a:xfrm xmlns:a="http://schemas.openxmlformats.org/drawingml/2006/main">
            <a:off x="489204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7" name="Standardized person 434: without endpoint">
            <a:extLst xmlns:a="http://schemas.openxmlformats.org/drawingml/2006/main">
              <a:ext uri="{FF2B5EF4-FFF2-40B4-BE49-F238E27FC236}">
                <a16:creationId xmlns:a16="http://schemas.microsoft.com/office/drawing/2014/main" id="{8AB9D2FB-A72D-46EA-B5FF-36B81A06008B}"/>
              </a:ext>
            </a:extLst>
          </p:cNvPr>
          <p:cNvSpPr>
            <a:spLocks xmlns:a="http://schemas.openxmlformats.org/drawingml/2006/main" noGrp="1"/>
          </p:cNvSpPr>
          <p:nvPr/>
        </p:nvSpPr>
        <p:spPr>
          <a:xfrm xmlns:a="http://schemas.openxmlformats.org/drawingml/2006/main">
            <a:off x="502348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8" name="Standardized person 435: without endpoint">
            <a:extLst xmlns:a="http://schemas.openxmlformats.org/drawingml/2006/main">
              <a:ext uri="{FF2B5EF4-FFF2-40B4-BE49-F238E27FC236}">
                <a16:creationId xmlns:a16="http://schemas.microsoft.com/office/drawing/2014/main" id="{AF2F9F21-B5F9-4646-915A-F34ACB3B0A2F}"/>
              </a:ext>
            </a:extLst>
          </p:cNvPr>
          <p:cNvSpPr>
            <a:spLocks xmlns:a="http://schemas.openxmlformats.org/drawingml/2006/main" noGrp="1"/>
          </p:cNvSpPr>
          <p:nvPr/>
        </p:nvSpPr>
        <p:spPr>
          <a:xfrm xmlns:a="http://schemas.openxmlformats.org/drawingml/2006/main">
            <a:off x="515493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39" name="Standardized person 436: without endpoint">
            <a:extLst xmlns:a="http://schemas.openxmlformats.org/drawingml/2006/main">
              <a:ext uri="{FF2B5EF4-FFF2-40B4-BE49-F238E27FC236}">
                <a16:creationId xmlns:a16="http://schemas.microsoft.com/office/drawing/2014/main" id="{E0E39071-ABE1-48DA-A2AB-F227A15EA8AA}"/>
              </a:ext>
            </a:extLst>
          </p:cNvPr>
          <p:cNvSpPr>
            <a:spLocks xmlns:a="http://schemas.openxmlformats.org/drawingml/2006/main" noGrp="1"/>
          </p:cNvSpPr>
          <p:nvPr/>
        </p:nvSpPr>
        <p:spPr>
          <a:xfrm xmlns:a="http://schemas.openxmlformats.org/drawingml/2006/main">
            <a:off x="528637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0" name="Standardized person 437: without endpoint">
            <a:extLst xmlns:a="http://schemas.openxmlformats.org/drawingml/2006/main">
              <a:ext uri="{FF2B5EF4-FFF2-40B4-BE49-F238E27FC236}">
                <a16:creationId xmlns:a16="http://schemas.microsoft.com/office/drawing/2014/main" id="{004754EA-6B87-49FC-ADF1-7D5C0220E22D}"/>
              </a:ext>
            </a:extLst>
          </p:cNvPr>
          <p:cNvSpPr>
            <a:spLocks xmlns:a="http://schemas.openxmlformats.org/drawingml/2006/main" noGrp="1"/>
          </p:cNvSpPr>
          <p:nvPr/>
        </p:nvSpPr>
        <p:spPr>
          <a:xfrm xmlns:a="http://schemas.openxmlformats.org/drawingml/2006/main">
            <a:off x="541782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1" name="Standardized person 438: without endpoint">
            <a:extLst xmlns:a="http://schemas.openxmlformats.org/drawingml/2006/main">
              <a:ext uri="{FF2B5EF4-FFF2-40B4-BE49-F238E27FC236}">
                <a16:creationId xmlns:a16="http://schemas.microsoft.com/office/drawing/2014/main" id="{47251522-1AE8-4B09-9035-A63AE908E2D2}"/>
              </a:ext>
            </a:extLst>
          </p:cNvPr>
          <p:cNvSpPr>
            <a:spLocks xmlns:a="http://schemas.openxmlformats.org/drawingml/2006/main" noGrp="1"/>
          </p:cNvSpPr>
          <p:nvPr/>
        </p:nvSpPr>
        <p:spPr>
          <a:xfrm xmlns:a="http://schemas.openxmlformats.org/drawingml/2006/main">
            <a:off x="554926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2" name="Standardized person 439: without endpoint">
            <a:extLst xmlns:a="http://schemas.openxmlformats.org/drawingml/2006/main">
              <a:ext uri="{FF2B5EF4-FFF2-40B4-BE49-F238E27FC236}">
                <a16:creationId xmlns:a16="http://schemas.microsoft.com/office/drawing/2014/main" id="{5C4D43F0-9C93-4176-A048-48223F564BEA}"/>
              </a:ext>
            </a:extLst>
          </p:cNvPr>
          <p:cNvSpPr>
            <a:spLocks xmlns:a="http://schemas.openxmlformats.org/drawingml/2006/main" noGrp="1"/>
          </p:cNvSpPr>
          <p:nvPr/>
        </p:nvSpPr>
        <p:spPr>
          <a:xfrm xmlns:a="http://schemas.openxmlformats.org/drawingml/2006/main">
            <a:off x="568071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3" name="Standardized person 440: without endpoint">
            <a:extLst xmlns:a="http://schemas.openxmlformats.org/drawingml/2006/main">
              <a:ext uri="{FF2B5EF4-FFF2-40B4-BE49-F238E27FC236}">
                <a16:creationId xmlns:a16="http://schemas.microsoft.com/office/drawing/2014/main" id="{18980CD8-C48B-487A-8C73-F662BD89C545}"/>
              </a:ext>
            </a:extLst>
          </p:cNvPr>
          <p:cNvSpPr>
            <a:spLocks xmlns:a="http://schemas.openxmlformats.org/drawingml/2006/main" noGrp="1"/>
          </p:cNvSpPr>
          <p:nvPr/>
        </p:nvSpPr>
        <p:spPr>
          <a:xfrm xmlns:a="http://schemas.openxmlformats.org/drawingml/2006/main">
            <a:off x="581215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4" name="Standardized person 441: without endpoint">
            <a:extLst xmlns:a="http://schemas.openxmlformats.org/drawingml/2006/main">
              <a:ext uri="{FF2B5EF4-FFF2-40B4-BE49-F238E27FC236}">
                <a16:creationId xmlns:a16="http://schemas.microsoft.com/office/drawing/2014/main" id="{25025414-DCAB-4D44-9D93-A89FA068A3BC}"/>
              </a:ext>
            </a:extLst>
          </p:cNvPr>
          <p:cNvSpPr>
            <a:spLocks xmlns:a="http://schemas.openxmlformats.org/drawingml/2006/main" noGrp="1"/>
          </p:cNvSpPr>
          <p:nvPr/>
        </p:nvSpPr>
        <p:spPr>
          <a:xfrm xmlns:a="http://schemas.openxmlformats.org/drawingml/2006/main">
            <a:off x="68580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5" name="Standardized person 442: without endpoint">
            <a:extLst xmlns:a="http://schemas.openxmlformats.org/drawingml/2006/main">
              <a:ext uri="{FF2B5EF4-FFF2-40B4-BE49-F238E27FC236}">
                <a16:creationId xmlns:a16="http://schemas.microsoft.com/office/drawing/2014/main" id="{95E193CF-E819-4F4D-95D2-0F449559A233}"/>
              </a:ext>
            </a:extLst>
          </p:cNvPr>
          <p:cNvSpPr>
            <a:spLocks xmlns:a="http://schemas.openxmlformats.org/drawingml/2006/main" noGrp="1"/>
          </p:cNvSpPr>
          <p:nvPr/>
        </p:nvSpPr>
        <p:spPr>
          <a:xfrm xmlns:a="http://schemas.openxmlformats.org/drawingml/2006/main">
            <a:off x="81724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6" name="Standardized person 443: without endpoint">
            <a:extLst xmlns:a="http://schemas.openxmlformats.org/drawingml/2006/main">
              <a:ext uri="{FF2B5EF4-FFF2-40B4-BE49-F238E27FC236}">
                <a16:creationId xmlns:a16="http://schemas.microsoft.com/office/drawing/2014/main" id="{2C7436B4-FB5E-4DC7-871A-9649A2D1A58A}"/>
              </a:ext>
            </a:extLst>
          </p:cNvPr>
          <p:cNvSpPr>
            <a:spLocks xmlns:a="http://schemas.openxmlformats.org/drawingml/2006/main" noGrp="1"/>
          </p:cNvSpPr>
          <p:nvPr/>
        </p:nvSpPr>
        <p:spPr>
          <a:xfrm xmlns:a="http://schemas.openxmlformats.org/drawingml/2006/main">
            <a:off x="94869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7" name="Standardized person 444: without endpoint">
            <a:extLst xmlns:a="http://schemas.openxmlformats.org/drawingml/2006/main">
              <a:ext uri="{FF2B5EF4-FFF2-40B4-BE49-F238E27FC236}">
                <a16:creationId xmlns:a16="http://schemas.microsoft.com/office/drawing/2014/main" id="{848FA01E-FCF5-4BA9-9395-76DF25775D81}"/>
              </a:ext>
            </a:extLst>
          </p:cNvPr>
          <p:cNvSpPr>
            <a:spLocks xmlns:a="http://schemas.openxmlformats.org/drawingml/2006/main" noGrp="1"/>
          </p:cNvSpPr>
          <p:nvPr/>
        </p:nvSpPr>
        <p:spPr>
          <a:xfrm xmlns:a="http://schemas.openxmlformats.org/drawingml/2006/main">
            <a:off x="108013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8" name="Standardized person 445: without endpoint">
            <a:extLst xmlns:a="http://schemas.openxmlformats.org/drawingml/2006/main">
              <a:ext uri="{FF2B5EF4-FFF2-40B4-BE49-F238E27FC236}">
                <a16:creationId xmlns:a16="http://schemas.microsoft.com/office/drawing/2014/main" id="{5889B9C9-497F-4330-9CE8-8CF829BA6ED6}"/>
              </a:ext>
            </a:extLst>
          </p:cNvPr>
          <p:cNvSpPr>
            <a:spLocks xmlns:a="http://schemas.openxmlformats.org/drawingml/2006/main" noGrp="1"/>
          </p:cNvSpPr>
          <p:nvPr/>
        </p:nvSpPr>
        <p:spPr>
          <a:xfrm xmlns:a="http://schemas.openxmlformats.org/drawingml/2006/main">
            <a:off x="121158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49" name="Standardized person 446: without endpoint">
            <a:extLst xmlns:a="http://schemas.openxmlformats.org/drawingml/2006/main">
              <a:ext uri="{FF2B5EF4-FFF2-40B4-BE49-F238E27FC236}">
                <a16:creationId xmlns:a16="http://schemas.microsoft.com/office/drawing/2014/main" id="{4404F1DE-F433-4488-8C29-C6ECCEA1743C}"/>
              </a:ext>
            </a:extLst>
          </p:cNvPr>
          <p:cNvSpPr>
            <a:spLocks xmlns:a="http://schemas.openxmlformats.org/drawingml/2006/main" noGrp="1"/>
          </p:cNvSpPr>
          <p:nvPr/>
        </p:nvSpPr>
        <p:spPr>
          <a:xfrm xmlns:a="http://schemas.openxmlformats.org/drawingml/2006/main">
            <a:off x="134302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0" name="Standardized person 447: without endpoint">
            <a:extLst xmlns:a="http://schemas.openxmlformats.org/drawingml/2006/main">
              <a:ext uri="{FF2B5EF4-FFF2-40B4-BE49-F238E27FC236}">
                <a16:creationId xmlns:a16="http://schemas.microsoft.com/office/drawing/2014/main" id="{FFA8067B-71D9-47E6-A7D5-3A255CE38136}"/>
              </a:ext>
            </a:extLst>
          </p:cNvPr>
          <p:cNvSpPr>
            <a:spLocks xmlns:a="http://schemas.openxmlformats.org/drawingml/2006/main" noGrp="1"/>
          </p:cNvSpPr>
          <p:nvPr/>
        </p:nvSpPr>
        <p:spPr>
          <a:xfrm xmlns:a="http://schemas.openxmlformats.org/drawingml/2006/main">
            <a:off x="147447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1" name="Standardized person 448: without endpoint">
            <a:extLst xmlns:a="http://schemas.openxmlformats.org/drawingml/2006/main">
              <a:ext uri="{FF2B5EF4-FFF2-40B4-BE49-F238E27FC236}">
                <a16:creationId xmlns:a16="http://schemas.microsoft.com/office/drawing/2014/main" id="{05217C4C-71D9-4F8E-8D97-7B4DAAFF8C71}"/>
              </a:ext>
            </a:extLst>
          </p:cNvPr>
          <p:cNvSpPr>
            <a:spLocks xmlns:a="http://schemas.openxmlformats.org/drawingml/2006/main" noGrp="1"/>
          </p:cNvSpPr>
          <p:nvPr/>
        </p:nvSpPr>
        <p:spPr>
          <a:xfrm xmlns:a="http://schemas.openxmlformats.org/drawingml/2006/main">
            <a:off x="160591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2" name="Standardized person 449: without endpoint">
            <a:extLst xmlns:a="http://schemas.openxmlformats.org/drawingml/2006/main">
              <a:ext uri="{FF2B5EF4-FFF2-40B4-BE49-F238E27FC236}">
                <a16:creationId xmlns:a16="http://schemas.microsoft.com/office/drawing/2014/main" id="{9AE6CB42-2E24-4BF6-927F-61AF56329C2D}"/>
              </a:ext>
            </a:extLst>
          </p:cNvPr>
          <p:cNvSpPr>
            <a:spLocks xmlns:a="http://schemas.openxmlformats.org/drawingml/2006/main" noGrp="1"/>
          </p:cNvSpPr>
          <p:nvPr/>
        </p:nvSpPr>
        <p:spPr>
          <a:xfrm xmlns:a="http://schemas.openxmlformats.org/drawingml/2006/main">
            <a:off x="173736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3" name="Standardized person 450: without endpoint">
            <a:extLst xmlns:a="http://schemas.openxmlformats.org/drawingml/2006/main">
              <a:ext uri="{FF2B5EF4-FFF2-40B4-BE49-F238E27FC236}">
                <a16:creationId xmlns:a16="http://schemas.microsoft.com/office/drawing/2014/main" id="{8205E6BD-6D51-4E48-9208-0ECEF09AE1C0}"/>
              </a:ext>
            </a:extLst>
          </p:cNvPr>
          <p:cNvSpPr>
            <a:spLocks xmlns:a="http://schemas.openxmlformats.org/drawingml/2006/main" noGrp="1"/>
          </p:cNvSpPr>
          <p:nvPr/>
        </p:nvSpPr>
        <p:spPr>
          <a:xfrm xmlns:a="http://schemas.openxmlformats.org/drawingml/2006/main">
            <a:off x="186880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4" name="Standardized person 451: without endpoint">
            <a:extLst xmlns:a="http://schemas.openxmlformats.org/drawingml/2006/main">
              <a:ext uri="{FF2B5EF4-FFF2-40B4-BE49-F238E27FC236}">
                <a16:creationId xmlns:a16="http://schemas.microsoft.com/office/drawing/2014/main" id="{3133E812-6E27-4261-96D0-BE524655DDBA}"/>
              </a:ext>
            </a:extLst>
          </p:cNvPr>
          <p:cNvSpPr>
            <a:spLocks xmlns:a="http://schemas.openxmlformats.org/drawingml/2006/main" noGrp="1"/>
          </p:cNvSpPr>
          <p:nvPr/>
        </p:nvSpPr>
        <p:spPr>
          <a:xfrm xmlns:a="http://schemas.openxmlformats.org/drawingml/2006/main">
            <a:off x="200025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5" name="Standardized person 452: without endpoint">
            <a:extLst xmlns:a="http://schemas.openxmlformats.org/drawingml/2006/main">
              <a:ext uri="{FF2B5EF4-FFF2-40B4-BE49-F238E27FC236}">
                <a16:creationId xmlns:a16="http://schemas.microsoft.com/office/drawing/2014/main" id="{35F1DB89-6755-4E2F-875F-F8934D8EC164}"/>
              </a:ext>
            </a:extLst>
          </p:cNvPr>
          <p:cNvSpPr>
            <a:spLocks xmlns:a="http://schemas.openxmlformats.org/drawingml/2006/main" noGrp="1"/>
          </p:cNvSpPr>
          <p:nvPr/>
        </p:nvSpPr>
        <p:spPr>
          <a:xfrm xmlns:a="http://schemas.openxmlformats.org/drawingml/2006/main">
            <a:off x="213169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6" name="Standardized person 453: without endpoint">
            <a:extLst xmlns:a="http://schemas.openxmlformats.org/drawingml/2006/main">
              <a:ext uri="{FF2B5EF4-FFF2-40B4-BE49-F238E27FC236}">
                <a16:creationId xmlns:a16="http://schemas.microsoft.com/office/drawing/2014/main" id="{162FC921-FDD7-405E-A59C-A6D7547C9E90}"/>
              </a:ext>
            </a:extLst>
          </p:cNvPr>
          <p:cNvSpPr>
            <a:spLocks xmlns:a="http://schemas.openxmlformats.org/drawingml/2006/main" noGrp="1"/>
          </p:cNvSpPr>
          <p:nvPr/>
        </p:nvSpPr>
        <p:spPr>
          <a:xfrm xmlns:a="http://schemas.openxmlformats.org/drawingml/2006/main">
            <a:off x="226314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7" name="Standardized person 454: without endpoint">
            <a:extLst xmlns:a="http://schemas.openxmlformats.org/drawingml/2006/main">
              <a:ext uri="{FF2B5EF4-FFF2-40B4-BE49-F238E27FC236}">
                <a16:creationId xmlns:a16="http://schemas.microsoft.com/office/drawing/2014/main" id="{18A41614-C6E7-4AF7-99AB-7EFBF0C0F6C1}"/>
              </a:ext>
            </a:extLst>
          </p:cNvPr>
          <p:cNvSpPr>
            <a:spLocks xmlns:a="http://schemas.openxmlformats.org/drawingml/2006/main" noGrp="1"/>
          </p:cNvSpPr>
          <p:nvPr/>
        </p:nvSpPr>
        <p:spPr>
          <a:xfrm xmlns:a="http://schemas.openxmlformats.org/drawingml/2006/main">
            <a:off x="239458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8" name="Standardized person 455: without endpoint">
            <a:extLst xmlns:a="http://schemas.openxmlformats.org/drawingml/2006/main">
              <a:ext uri="{FF2B5EF4-FFF2-40B4-BE49-F238E27FC236}">
                <a16:creationId xmlns:a16="http://schemas.microsoft.com/office/drawing/2014/main" id="{C759DFD9-BC47-4DD7-9B16-040DF9D1C372}"/>
              </a:ext>
            </a:extLst>
          </p:cNvPr>
          <p:cNvSpPr>
            <a:spLocks xmlns:a="http://schemas.openxmlformats.org/drawingml/2006/main" noGrp="1"/>
          </p:cNvSpPr>
          <p:nvPr/>
        </p:nvSpPr>
        <p:spPr>
          <a:xfrm xmlns:a="http://schemas.openxmlformats.org/drawingml/2006/main">
            <a:off x="252603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59" name="Standardized person 456: without endpoint">
            <a:extLst xmlns:a="http://schemas.openxmlformats.org/drawingml/2006/main">
              <a:ext uri="{FF2B5EF4-FFF2-40B4-BE49-F238E27FC236}">
                <a16:creationId xmlns:a16="http://schemas.microsoft.com/office/drawing/2014/main" id="{EB419611-E42F-4823-B275-F0CE90FA4D45}"/>
              </a:ext>
            </a:extLst>
          </p:cNvPr>
          <p:cNvSpPr>
            <a:spLocks xmlns:a="http://schemas.openxmlformats.org/drawingml/2006/main" noGrp="1"/>
          </p:cNvSpPr>
          <p:nvPr/>
        </p:nvSpPr>
        <p:spPr>
          <a:xfrm xmlns:a="http://schemas.openxmlformats.org/drawingml/2006/main">
            <a:off x="265747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0" name="Standardized person 457: without endpoint">
            <a:extLst xmlns:a="http://schemas.openxmlformats.org/drawingml/2006/main">
              <a:ext uri="{FF2B5EF4-FFF2-40B4-BE49-F238E27FC236}">
                <a16:creationId xmlns:a16="http://schemas.microsoft.com/office/drawing/2014/main" id="{95AEA005-A36A-4D45-BD1A-34009BD793C5}"/>
              </a:ext>
            </a:extLst>
          </p:cNvPr>
          <p:cNvSpPr>
            <a:spLocks xmlns:a="http://schemas.openxmlformats.org/drawingml/2006/main" noGrp="1"/>
          </p:cNvSpPr>
          <p:nvPr/>
        </p:nvSpPr>
        <p:spPr>
          <a:xfrm xmlns:a="http://schemas.openxmlformats.org/drawingml/2006/main">
            <a:off x="278892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1" name="Standardized person 458: without endpoint">
            <a:extLst xmlns:a="http://schemas.openxmlformats.org/drawingml/2006/main">
              <a:ext uri="{FF2B5EF4-FFF2-40B4-BE49-F238E27FC236}">
                <a16:creationId xmlns:a16="http://schemas.microsoft.com/office/drawing/2014/main" id="{8F85440E-0CA4-4C6F-8E78-E8D7A213894A}"/>
              </a:ext>
            </a:extLst>
          </p:cNvPr>
          <p:cNvSpPr>
            <a:spLocks xmlns:a="http://schemas.openxmlformats.org/drawingml/2006/main" noGrp="1"/>
          </p:cNvSpPr>
          <p:nvPr/>
        </p:nvSpPr>
        <p:spPr>
          <a:xfrm xmlns:a="http://schemas.openxmlformats.org/drawingml/2006/main">
            <a:off x="292036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2" name="Standardized person 459: without endpoint">
            <a:extLst xmlns:a="http://schemas.openxmlformats.org/drawingml/2006/main">
              <a:ext uri="{FF2B5EF4-FFF2-40B4-BE49-F238E27FC236}">
                <a16:creationId xmlns:a16="http://schemas.microsoft.com/office/drawing/2014/main" id="{F0159032-34A1-44C2-B5A3-FFD57329C3B1}"/>
              </a:ext>
            </a:extLst>
          </p:cNvPr>
          <p:cNvSpPr>
            <a:spLocks xmlns:a="http://schemas.openxmlformats.org/drawingml/2006/main" noGrp="1"/>
          </p:cNvSpPr>
          <p:nvPr/>
        </p:nvSpPr>
        <p:spPr>
          <a:xfrm xmlns:a="http://schemas.openxmlformats.org/drawingml/2006/main">
            <a:off x="305181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3" name="Standardized person 460: without endpoint">
            <a:extLst xmlns:a="http://schemas.openxmlformats.org/drawingml/2006/main">
              <a:ext uri="{FF2B5EF4-FFF2-40B4-BE49-F238E27FC236}">
                <a16:creationId xmlns:a16="http://schemas.microsoft.com/office/drawing/2014/main" id="{CCD21378-AE09-4318-AB6E-C141A6B40812}"/>
              </a:ext>
            </a:extLst>
          </p:cNvPr>
          <p:cNvSpPr>
            <a:spLocks xmlns:a="http://schemas.openxmlformats.org/drawingml/2006/main" noGrp="1"/>
          </p:cNvSpPr>
          <p:nvPr/>
        </p:nvSpPr>
        <p:spPr>
          <a:xfrm xmlns:a="http://schemas.openxmlformats.org/drawingml/2006/main">
            <a:off x="318325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4" name="Standardized person 461: without endpoint">
            <a:extLst xmlns:a="http://schemas.openxmlformats.org/drawingml/2006/main">
              <a:ext uri="{FF2B5EF4-FFF2-40B4-BE49-F238E27FC236}">
                <a16:creationId xmlns:a16="http://schemas.microsoft.com/office/drawing/2014/main" id="{3C3923E5-1167-41C1-A5F7-772BF4759D09}"/>
              </a:ext>
            </a:extLst>
          </p:cNvPr>
          <p:cNvSpPr>
            <a:spLocks xmlns:a="http://schemas.openxmlformats.org/drawingml/2006/main" noGrp="1"/>
          </p:cNvSpPr>
          <p:nvPr/>
        </p:nvSpPr>
        <p:spPr>
          <a:xfrm xmlns:a="http://schemas.openxmlformats.org/drawingml/2006/main">
            <a:off x="331470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5" name="Standardized person 462: without endpoint">
            <a:extLst xmlns:a="http://schemas.openxmlformats.org/drawingml/2006/main">
              <a:ext uri="{FF2B5EF4-FFF2-40B4-BE49-F238E27FC236}">
                <a16:creationId xmlns:a16="http://schemas.microsoft.com/office/drawing/2014/main" id="{B83E941E-78C7-4C01-8FF0-A2BCCEB64911}"/>
              </a:ext>
            </a:extLst>
          </p:cNvPr>
          <p:cNvSpPr>
            <a:spLocks xmlns:a="http://schemas.openxmlformats.org/drawingml/2006/main" noGrp="1"/>
          </p:cNvSpPr>
          <p:nvPr/>
        </p:nvSpPr>
        <p:spPr>
          <a:xfrm xmlns:a="http://schemas.openxmlformats.org/drawingml/2006/main">
            <a:off x="344614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6" name="Standardized person 463: without endpoint">
            <a:extLst xmlns:a="http://schemas.openxmlformats.org/drawingml/2006/main">
              <a:ext uri="{FF2B5EF4-FFF2-40B4-BE49-F238E27FC236}">
                <a16:creationId xmlns:a16="http://schemas.microsoft.com/office/drawing/2014/main" id="{36BF1B5A-D7E0-498D-9FA8-11069996F0DD}"/>
              </a:ext>
            </a:extLst>
          </p:cNvPr>
          <p:cNvSpPr>
            <a:spLocks xmlns:a="http://schemas.openxmlformats.org/drawingml/2006/main" noGrp="1"/>
          </p:cNvSpPr>
          <p:nvPr/>
        </p:nvSpPr>
        <p:spPr>
          <a:xfrm xmlns:a="http://schemas.openxmlformats.org/drawingml/2006/main">
            <a:off x="357759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7" name="Standardized person 464: without endpoint">
            <a:extLst xmlns:a="http://schemas.openxmlformats.org/drawingml/2006/main">
              <a:ext uri="{FF2B5EF4-FFF2-40B4-BE49-F238E27FC236}">
                <a16:creationId xmlns:a16="http://schemas.microsoft.com/office/drawing/2014/main" id="{00F4A1E5-C81B-47BC-960F-28F3D866D272}"/>
              </a:ext>
            </a:extLst>
          </p:cNvPr>
          <p:cNvSpPr>
            <a:spLocks xmlns:a="http://schemas.openxmlformats.org/drawingml/2006/main" noGrp="1"/>
          </p:cNvSpPr>
          <p:nvPr/>
        </p:nvSpPr>
        <p:spPr>
          <a:xfrm xmlns:a="http://schemas.openxmlformats.org/drawingml/2006/main">
            <a:off x="370903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8" name="Standardized person 465: without endpoint">
            <a:extLst xmlns:a="http://schemas.openxmlformats.org/drawingml/2006/main">
              <a:ext uri="{FF2B5EF4-FFF2-40B4-BE49-F238E27FC236}">
                <a16:creationId xmlns:a16="http://schemas.microsoft.com/office/drawing/2014/main" id="{D2C90558-9B32-4D9B-9951-51A830743C91}"/>
              </a:ext>
            </a:extLst>
          </p:cNvPr>
          <p:cNvSpPr>
            <a:spLocks xmlns:a="http://schemas.openxmlformats.org/drawingml/2006/main" noGrp="1"/>
          </p:cNvSpPr>
          <p:nvPr/>
        </p:nvSpPr>
        <p:spPr>
          <a:xfrm xmlns:a="http://schemas.openxmlformats.org/drawingml/2006/main">
            <a:off x="384048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69" name="Standardized person 466: without endpoint">
            <a:extLst xmlns:a="http://schemas.openxmlformats.org/drawingml/2006/main">
              <a:ext uri="{FF2B5EF4-FFF2-40B4-BE49-F238E27FC236}">
                <a16:creationId xmlns:a16="http://schemas.microsoft.com/office/drawing/2014/main" id="{826AD47E-1B25-4DC3-A58C-A33E1E81DA14}"/>
              </a:ext>
            </a:extLst>
          </p:cNvPr>
          <p:cNvSpPr>
            <a:spLocks xmlns:a="http://schemas.openxmlformats.org/drawingml/2006/main" noGrp="1"/>
          </p:cNvSpPr>
          <p:nvPr/>
        </p:nvSpPr>
        <p:spPr>
          <a:xfrm xmlns:a="http://schemas.openxmlformats.org/drawingml/2006/main">
            <a:off x="397192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0" name="Standardized person 467: without endpoint">
            <a:extLst xmlns:a="http://schemas.openxmlformats.org/drawingml/2006/main">
              <a:ext uri="{FF2B5EF4-FFF2-40B4-BE49-F238E27FC236}">
                <a16:creationId xmlns:a16="http://schemas.microsoft.com/office/drawing/2014/main" id="{DA825094-C152-41DC-A6DD-F9FCA3263995}"/>
              </a:ext>
            </a:extLst>
          </p:cNvPr>
          <p:cNvSpPr>
            <a:spLocks xmlns:a="http://schemas.openxmlformats.org/drawingml/2006/main" noGrp="1"/>
          </p:cNvSpPr>
          <p:nvPr/>
        </p:nvSpPr>
        <p:spPr>
          <a:xfrm xmlns:a="http://schemas.openxmlformats.org/drawingml/2006/main">
            <a:off x="410337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1" name="Standardized person 468: without endpoint">
            <a:extLst xmlns:a="http://schemas.openxmlformats.org/drawingml/2006/main">
              <a:ext uri="{FF2B5EF4-FFF2-40B4-BE49-F238E27FC236}">
                <a16:creationId xmlns:a16="http://schemas.microsoft.com/office/drawing/2014/main" id="{EA395FD3-EE10-4556-821E-7FE42CFE58CD}"/>
              </a:ext>
            </a:extLst>
          </p:cNvPr>
          <p:cNvSpPr>
            <a:spLocks xmlns:a="http://schemas.openxmlformats.org/drawingml/2006/main" noGrp="1"/>
          </p:cNvSpPr>
          <p:nvPr/>
        </p:nvSpPr>
        <p:spPr>
          <a:xfrm xmlns:a="http://schemas.openxmlformats.org/drawingml/2006/main">
            <a:off x="423481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2" name="Standardized person 469: without endpoint">
            <a:extLst xmlns:a="http://schemas.openxmlformats.org/drawingml/2006/main">
              <a:ext uri="{FF2B5EF4-FFF2-40B4-BE49-F238E27FC236}">
                <a16:creationId xmlns:a16="http://schemas.microsoft.com/office/drawing/2014/main" id="{3CE485E5-1BA2-454B-90AD-9B14A5CF425B}"/>
              </a:ext>
            </a:extLst>
          </p:cNvPr>
          <p:cNvSpPr>
            <a:spLocks xmlns:a="http://schemas.openxmlformats.org/drawingml/2006/main" noGrp="1"/>
          </p:cNvSpPr>
          <p:nvPr/>
        </p:nvSpPr>
        <p:spPr>
          <a:xfrm xmlns:a="http://schemas.openxmlformats.org/drawingml/2006/main">
            <a:off x="436626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3" name="Standardized person 470: without endpoint">
            <a:extLst xmlns:a="http://schemas.openxmlformats.org/drawingml/2006/main">
              <a:ext uri="{FF2B5EF4-FFF2-40B4-BE49-F238E27FC236}">
                <a16:creationId xmlns:a16="http://schemas.microsoft.com/office/drawing/2014/main" id="{0155040E-620B-4E14-8E66-3F28940558A5}"/>
              </a:ext>
            </a:extLst>
          </p:cNvPr>
          <p:cNvSpPr>
            <a:spLocks xmlns:a="http://schemas.openxmlformats.org/drawingml/2006/main" noGrp="1"/>
          </p:cNvSpPr>
          <p:nvPr/>
        </p:nvSpPr>
        <p:spPr>
          <a:xfrm xmlns:a="http://schemas.openxmlformats.org/drawingml/2006/main">
            <a:off x="449770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4" name="Standardized person 471: without endpoint">
            <a:extLst xmlns:a="http://schemas.openxmlformats.org/drawingml/2006/main">
              <a:ext uri="{FF2B5EF4-FFF2-40B4-BE49-F238E27FC236}">
                <a16:creationId xmlns:a16="http://schemas.microsoft.com/office/drawing/2014/main" id="{FB04DFF0-E60A-4258-9970-7BC2A4B2F1B2}"/>
              </a:ext>
            </a:extLst>
          </p:cNvPr>
          <p:cNvSpPr>
            <a:spLocks xmlns:a="http://schemas.openxmlformats.org/drawingml/2006/main" noGrp="1"/>
          </p:cNvSpPr>
          <p:nvPr/>
        </p:nvSpPr>
        <p:spPr>
          <a:xfrm xmlns:a="http://schemas.openxmlformats.org/drawingml/2006/main">
            <a:off x="462915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5" name="Standardized person 472: without endpoint">
            <a:extLst xmlns:a="http://schemas.openxmlformats.org/drawingml/2006/main">
              <a:ext uri="{FF2B5EF4-FFF2-40B4-BE49-F238E27FC236}">
                <a16:creationId xmlns:a16="http://schemas.microsoft.com/office/drawing/2014/main" id="{E1503E69-A60E-4066-92E7-FFFD434DB658}"/>
              </a:ext>
            </a:extLst>
          </p:cNvPr>
          <p:cNvSpPr>
            <a:spLocks xmlns:a="http://schemas.openxmlformats.org/drawingml/2006/main" noGrp="1"/>
          </p:cNvSpPr>
          <p:nvPr/>
        </p:nvSpPr>
        <p:spPr>
          <a:xfrm xmlns:a="http://schemas.openxmlformats.org/drawingml/2006/main">
            <a:off x="476059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6" name="Standardized person 473: without endpoint">
            <a:extLst xmlns:a="http://schemas.openxmlformats.org/drawingml/2006/main">
              <a:ext uri="{FF2B5EF4-FFF2-40B4-BE49-F238E27FC236}">
                <a16:creationId xmlns:a16="http://schemas.microsoft.com/office/drawing/2014/main" id="{6D84EC97-05EA-4AA3-A522-2DDA46EED7A1}"/>
              </a:ext>
            </a:extLst>
          </p:cNvPr>
          <p:cNvSpPr>
            <a:spLocks xmlns:a="http://schemas.openxmlformats.org/drawingml/2006/main" noGrp="1"/>
          </p:cNvSpPr>
          <p:nvPr/>
        </p:nvSpPr>
        <p:spPr>
          <a:xfrm xmlns:a="http://schemas.openxmlformats.org/drawingml/2006/main">
            <a:off x="489204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7" name="Standardized person 474: without endpoint">
            <a:extLst xmlns:a="http://schemas.openxmlformats.org/drawingml/2006/main">
              <a:ext uri="{FF2B5EF4-FFF2-40B4-BE49-F238E27FC236}">
                <a16:creationId xmlns:a16="http://schemas.microsoft.com/office/drawing/2014/main" id="{AAB7EEB9-32E1-4495-B6B7-0AE5663646C3}"/>
              </a:ext>
            </a:extLst>
          </p:cNvPr>
          <p:cNvSpPr>
            <a:spLocks xmlns:a="http://schemas.openxmlformats.org/drawingml/2006/main" noGrp="1"/>
          </p:cNvSpPr>
          <p:nvPr/>
        </p:nvSpPr>
        <p:spPr>
          <a:xfrm xmlns:a="http://schemas.openxmlformats.org/drawingml/2006/main">
            <a:off x="502348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8" name="Standardized person 475: without endpoint">
            <a:extLst xmlns:a="http://schemas.openxmlformats.org/drawingml/2006/main">
              <a:ext uri="{FF2B5EF4-FFF2-40B4-BE49-F238E27FC236}">
                <a16:creationId xmlns:a16="http://schemas.microsoft.com/office/drawing/2014/main" id="{20C2F4B0-5C5B-489A-AEE1-691FE3335FA1}"/>
              </a:ext>
            </a:extLst>
          </p:cNvPr>
          <p:cNvSpPr>
            <a:spLocks xmlns:a="http://schemas.openxmlformats.org/drawingml/2006/main" noGrp="1"/>
          </p:cNvSpPr>
          <p:nvPr/>
        </p:nvSpPr>
        <p:spPr>
          <a:xfrm xmlns:a="http://schemas.openxmlformats.org/drawingml/2006/main">
            <a:off x="515493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79" name="Standardized person 476: without endpoint">
            <a:extLst xmlns:a="http://schemas.openxmlformats.org/drawingml/2006/main">
              <a:ext uri="{FF2B5EF4-FFF2-40B4-BE49-F238E27FC236}">
                <a16:creationId xmlns:a16="http://schemas.microsoft.com/office/drawing/2014/main" id="{E145D485-8FA5-4F30-AC37-A73CC87F1FD7}"/>
              </a:ext>
            </a:extLst>
          </p:cNvPr>
          <p:cNvSpPr>
            <a:spLocks xmlns:a="http://schemas.openxmlformats.org/drawingml/2006/main" noGrp="1"/>
          </p:cNvSpPr>
          <p:nvPr/>
        </p:nvSpPr>
        <p:spPr>
          <a:xfrm xmlns:a="http://schemas.openxmlformats.org/drawingml/2006/main">
            <a:off x="528637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0" name="Standardized person 477: without endpoint">
            <a:extLst xmlns:a="http://schemas.openxmlformats.org/drawingml/2006/main">
              <a:ext uri="{FF2B5EF4-FFF2-40B4-BE49-F238E27FC236}">
                <a16:creationId xmlns:a16="http://schemas.microsoft.com/office/drawing/2014/main" id="{08DAA286-BC5F-41FA-AE8C-2C80F38C6DA6}"/>
              </a:ext>
            </a:extLst>
          </p:cNvPr>
          <p:cNvSpPr>
            <a:spLocks xmlns:a="http://schemas.openxmlformats.org/drawingml/2006/main" noGrp="1"/>
          </p:cNvSpPr>
          <p:nvPr/>
        </p:nvSpPr>
        <p:spPr>
          <a:xfrm xmlns:a="http://schemas.openxmlformats.org/drawingml/2006/main">
            <a:off x="541782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1" name="Standardized person 478: without endpoint">
            <a:extLst xmlns:a="http://schemas.openxmlformats.org/drawingml/2006/main">
              <a:ext uri="{FF2B5EF4-FFF2-40B4-BE49-F238E27FC236}">
                <a16:creationId xmlns:a16="http://schemas.microsoft.com/office/drawing/2014/main" id="{63D28FC6-A4FD-4B26-BEEE-2C31EFDEF548}"/>
              </a:ext>
            </a:extLst>
          </p:cNvPr>
          <p:cNvSpPr>
            <a:spLocks xmlns:a="http://schemas.openxmlformats.org/drawingml/2006/main" noGrp="1"/>
          </p:cNvSpPr>
          <p:nvPr/>
        </p:nvSpPr>
        <p:spPr>
          <a:xfrm xmlns:a="http://schemas.openxmlformats.org/drawingml/2006/main">
            <a:off x="554926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2" name="Standardized person 479: without endpoint">
            <a:extLst xmlns:a="http://schemas.openxmlformats.org/drawingml/2006/main">
              <a:ext uri="{FF2B5EF4-FFF2-40B4-BE49-F238E27FC236}">
                <a16:creationId xmlns:a16="http://schemas.microsoft.com/office/drawing/2014/main" id="{15F000C9-4C88-40F2-9C2B-4112EC1021F5}"/>
              </a:ext>
            </a:extLst>
          </p:cNvPr>
          <p:cNvSpPr>
            <a:spLocks xmlns:a="http://schemas.openxmlformats.org/drawingml/2006/main" noGrp="1"/>
          </p:cNvSpPr>
          <p:nvPr/>
        </p:nvSpPr>
        <p:spPr>
          <a:xfrm xmlns:a="http://schemas.openxmlformats.org/drawingml/2006/main">
            <a:off x="568071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3" name="Standardized person 480: without endpoint">
            <a:extLst xmlns:a="http://schemas.openxmlformats.org/drawingml/2006/main">
              <a:ext uri="{FF2B5EF4-FFF2-40B4-BE49-F238E27FC236}">
                <a16:creationId xmlns:a16="http://schemas.microsoft.com/office/drawing/2014/main" id="{FDA2D121-D94F-4874-A8EA-35448D61F8A8}"/>
              </a:ext>
            </a:extLst>
          </p:cNvPr>
          <p:cNvSpPr>
            <a:spLocks xmlns:a="http://schemas.openxmlformats.org/drawingml/2006/main" noGrp="1"/>
          </p:cNvSpPr>
          <p:nvPr/>
        </p:nvSpPr>
        <p:spPr>
          <a:xfrm xmlns:a="http://schemas.openxmlformats.org/drawingml/2006/main">
            <a:off x="581215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4" name="Standardized person 481: without endpoint">
            <a:extLst xmlns:a="http://schemas.openxmlformats.org/drawingml/2006/main">
              <a:ext uri="{FF2B5EF4-FFF2-40B4-BE49-F238E27FC236}">
                <a16:creationId xmlns:a16="http://schemas.microsoft.com/office/drawing/2014/main" id="{3691D9E5-8848-41DD-9B74-4BE9673B705C}"/>
              </a:ext>
            </a:extLst>
          </p:cNvPr>
          <p:cNvSpPr>
            <a:spLocks xmlns:a="http://schemas.openxmlformats.org/drawingml/2006/main" noGrp="1"/>
          </p:cNvSpPr>
          <p:nvPr/>
        </p:nvSpPr>
        <p:spPr>
          <a:xfrm xmlns:a="http://schemas.openxmlformats.org/drawingml/2006/main">
            <a:off x="68580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5" name="Standardized person 482: without endpoint">
            <a:extLst xmlns:a="http://schemas.openxmlformats.org/drawingml/2006/main">
              <a:ext uri="{FF2B5EF4-FFF2-40B4-BE49-F238E27FC236}">
                <a16:creationId xmlns:a16="http://schemas.microsoft.com/office/drawing/2014/main" id="{2EBF77C0-B872-4C34-88F6-54EB86A1ECA6}"/>
              </a:ext>
            </a:extLst>
          </p:cNvPr>
          <p:cNvSpPr>
            <a:spLocks xmlns:a="http://schemas.openxmlformats.org/drawingml/2006/main" noGrp="1"/>
          </p:cNvSpPr>
          <p:nvPr/>
        </p:nvSpPr>
        <p:spPr>
          <a:xfrm xmlns:a="http://schemas.openxmlformats.org/drawingml/2006/main">
            <a:off x="81724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6" name="Standardized person 483: without endpoint">
            <a:extLst xmlns:a="http://schemas.openxmlformats.org/drawingml/2006/main">
              <a:ext uri="{FF2B5EF4-FFF2-40B4-BE49-F238E27FC236}">
                <a16:creationId xmlns:a16="http://schemas.microsoft.com/office/drawing/2014/main" id="{16D2CC36-2595-4B77-BF92-58D9D04EF908}"/>
              </a:ext>
            </a:extLst>
          </p:cNvPr>
          <p:cNvSpPr>
            <a:spLocks xmlns:a="http://schemas.openxmlformats.org/drawingml/2006/main" noGrp="1"/>
          </p:cNvSpPr>
          <p:nvPr/>
        </p:nvSpPr>
        <p:spPr>
          <a:xfrm xmlns:a="http://schemas.openxmlformats.org/drawingml/2006/main">
            <a:off x="94869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7" name="Standardized person 484: without endpoint">
            <a:extLst xmlns:a="http://schemas.openxmlformats.org/drawingml/2006/main">
              <a:ext uri="{FF2B5EF4-FFF2-40B4-BE49-F238E27FC236}">
                <a16:creationId xmlns:a16="http://schemas.microsoft.com/office/drawing/2014/main" id="{E6E721EE-C1A0-4BF9-96FB-A35A7D8F1B27}"/>
              </a:ext>
            </a:extLst>
          </p:cNvPr>
          <p:cNvSpPr>
            <a:spLocks xmlns:a="http://schemas.openxmlformats.org/drawingml/2006/main" noGrp="1"/>
          </p:cNvSpPr>
          <p:nvPr/>
        </p:nvSpPr>
        <p:spPr>
          <a:xfrm xmlns:a="http://schemas.openxmlformats.org/drawingml/2006/main">
            <a:off x="108013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8" name="Standardized person 485: without endpoint">
            <a:extLst xmlns:a="http://schemas.openxmlformats.org/drawingml/2006/main">
              <a:ext uri="{FF2B5EF4-FFF2-40B4-BE49-F238E27FC236}">
                <a16:creationId xmlns:a16="http://schemas.microsoft.com/office/drawing/2014/main" id="{3F3EA62C-4AFF-4777-8084-272E89AAB02E}"/>
              </a:ext>
            </a:extLst>
          </p:cNvPr>
          <p:cNvSpPr>
            <a:spLocks xmlns:a="http://schemas.openxmlformats.org/drawingml/2006/main" noGrp="1"/>
          </p:cNvSpPr>
          <p:nvPr/>
        </p:nvSpPr>
        <p:spPr>
          <a:xfrm xmlns:a="http://schemas.openxmlformats.org/drawingml/2006/main">
            <a:off x="121158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89" name="Standardized person 486: without endpoint">
            <a:extLst xmlns:a="http://schemas.openxmlformats.org/drawingml/2006/main">
              <a:ext uri="{FF2B5EF4-FFF2-40B4-BE49-F238E27FC236}">
                <a16:creationId xmlns:a16="http://schemas.microsoft.com/office/drawing/2014/main" id="{41CCFC50-DBE4-4016-89B6-02A1E12FEEA1}"/>
              </a:ext>
            </a:extLst>
          </p:cNvPr>
          <p:cNvSpPr>
            <a:spLocks xmlns:a="http://schemas.openxmlformats.org/drawingml/2006/main" noGrp="1"/>
          </p:cNvSpPr>
          <p:nvPr/>
        </p:nvSpPr>
        <p:spPr>
          <a:xfrm xmlns:a="http://schemas.openxmlformats.org/drawingml/2006/main">
            <a:off x="134302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0" name="Standardized person 487: without endpoint">
            <a:extLst xmlns:a="http://schemas.openxmlformats.org/drawingml/2006/main">
              <a:ext uri="{FF2B5EF4-FFF2-40B4-BE49-F238E27FC236}">
                <a16:creationId xmlns:a16="http://schemas.microsoft.com/office/drawing/2014/main" id="{E28C85EA-F6D5-4B6D-A253-2F9EF2663F84}"/>
              </a:ext>
            </a:extLst>
          </p:cNvPr>
          <p:cNvSpPr>
            <a:spLocks xmlns:a="http://schemas.openxmlformats.org/drawingml/2006/main" noGrp="1"/>
          </p:cNvSpPr>
          <p:nvPr/>
        </p:nvSpPr>
        <p:spPr>
          <a:xfrm xmlns:a="http://schemas.openxmlformats.org/drawingml/2006/main">
            <a:off x="147447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1" name="Standardized person 488: without endpoint">
            <a:extLst xmlns:a="http://schemas.openxmlformats.org/drawingml/2006/main">
              <a:ext uri="{FF2B5EF4-FFF2-40B4-BE49-F238E27FC236}">
                <a16:creationId xmlns:a16="http://schemas.microsoft.com/office/drawing/2014/main" id="{0E6D7F91-74E9-4D87-A35E-DF866E9C103E}"/>
              </a:ext>
            </a:extLst>
          </p:cNvPr>
          <p:cNvSpPr>
            <a:spLocks xmlns:a="http://schemas.openxmlformats.org/drawingml/2006/main" noGrp="1"/>
          </p:cNvSpPr>
          <p:nvPr/>
        </p:nvSpPr>
        <p:spPr>
          <a:xfrm xmlns:a="http://schemas.openxmlformats.org/drawingml/2006/main">
            <a:off x="160591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2" name="Standardized person 489: without endpoint">
            <a:extLst xmlns:a="http://schemas.openxmlformats.org/drawingml/2006/main">
              <a:ext uri="{FF2B5EF4-FFF2-40B4-BE49-F238E27FC236}">
                <a16:creationId xmlns:a16="http://schemas.microsoft.com/office/drawing/2014/main" id="{35388E47-BC72-446D-A63F-19ED1B9CA08E}"/>
              </a:ext>
            </a:extLst>
          </p:cNvPr>
          <p:cNvSpPr>
            <a:spLocks xmlns:a="http://schemas.openxmlformats.org/drawingml/2006/main" noGrp="1"/>
          </p:cNvSpPr>
          <p:nvPr/>
        </p:nvSpPr>
        <p:spPr>
          <a:xfrm xmlns:a="http://schemas.openxmlformats.org/drawingml/2006/main">
            <a:off x="173736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3" name="Standardized person 490: without endpoint">
            <a:extLst xmlns:a="http://schemas.openxmlformats.org/drawingml/2006/main">
              <a:ext uri="{FF2B5EF4-FFF2-40B4-BE49-F238E27FC236}">
                <a16:creationId xmlns:a16="http://schemas.microsoft.com/office/drawing/2014/main" id="{AA4509AD-6B45-4631-B1AA-C34FC020CA06}"/>
              </a:ext>
            </a:extLst>
          </p:cNvPr>
          <p:cNvSpPr>
            <a:spLocks xmlns:a="http://schemas.openxmlformats.org/drawingml/2006/main" noGrp="1"/>
          </p:cNvSpPr>
          <p:nvPr/>
        </p:nvSpPr>
        <p:spPr>
          <a:xfrm xmlns:a="http://schemas.openxmlformats.org/drawingml/2006/main">
            <a:off x="186880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4" name="Standardized person 491: without endpoint">
            <a:extLst xmlns:a="http://schemas.openxmlformats.org/drawingml/2006/main">
              <a:ext uri="{FF2B5EF4-FFF2-40B4-BE49-F238E27FC236}">
                <a16:creationId xmlns:a16="http://schemas.microsoft.com/office/drawing/2014/main" id="{8A7C267C-C259-4C51-B84E-01A1EE25B343}"/>
              </a:ext>
            </a:extLst>
          </p:cNvPr>
          <p:cNvSpPr>
            <a:spLocks xmlns:a="http://schemas.openxmlformats.org/drawingml/2006/main" noGrp="1"/>
          </p:cNvSpPr>
          <p:nvPr/>
        </p:nvSpPr>
        <p:spPr>
          <a:xfrm xmlns:a="http://schemas.openxmlformats.org/drawingml/2006/main">
            <a:off x="200025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5" name="Standardized person 492: without endpoint">
            <a:extLst xmlns:a="http://schemas.openxmlformats.org/drawingml/2006/main">
              <a:ext uri="{FF2B5EF4-FFF2-40B4-BE49-F238E27FC236}">
                <a16:creationId xmlns:a16="http://schemas.microsoft.com/office/drawing/2014/main" id="{2B8BF541-67B2-43BA-9DD9-3288D73BAD34}"/>
              </a:ext>
            </a:extLst>
          </p:cNvPr>
          <p:cNvSpPr>
            <a:spLocks xmlns:a="http://schemas.openxmlformats.org/drawingml/2006/main" noGrp="1"/>
          </p:cNvSpPr>
          <p:nvPr/>
        </p:nvSpPr>
        <p:spPr>
          <a:xfrm xmlns:a="http://schemas.openxmlformats.org/drawingml/2006/main">
            <a:off x="213169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6" name="Standardized person 493: without endpoint">
            <a:extLst xmlns:a="http://schemas.openxmlformats.org/drawingml/2006/main">
              <a:ext uri="{FF2B5EF4-FFF2-40B4-BE49-F238E27FC236}">
                <a16:creationId xmlns:a16="http://schemas.microsoft.com/office/drawing/2014/main" id="{08219F2B-8858-4015-867D-B04A1972C91F}"/>
              </a:ext>
            </a:extLst>
          </p:cNvPr>
          <p:cNvSpPr>
            <a:spLocks xmlns:a="http://schemas.openxmlformats.org/drawingml/2006/main" noGrp="1"/>
          </p:cNvSpPr>
          <p:nvPr/>
        </p:nvSpPr>
        <p:spPr>
          <a:xfrm xmlns:a="http://schemas.openxmlformats.org/drawingml/2006/main">
            <a:off x="226314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7" name="Standardized person 494: without endpoint">
            <a:extLst xmlns:a="http://schemas.openxmlformats.org/drawingml/2006/main">
              <a:ext uri="{FF2B5EF4-FFF2-40B4-BE49-F238E27FC236}">
                <a16:creationId xmlns:a16="http://schemas.microsoft.com/office/drawing/2014/main" id="{6382C893-2F7D-43F0-8F4F-BD1CC0EE2D9F}"/>
              </a:ext>
            </a:extLst>
          </p:cNvPr>
          <p:cNvSpPr>
            <a:spLocks xmlns:a="http://schemas.openxmlformats.org/drawingml/2006/main" noGrp="1"/>
          </p:cNvSpPr>
          <p:nvPr/>
        </p:nvSpPr>
        <p:spPr>
          <a:xfrm xmlns:a="http://schemas.openxmlformats.org/drawingml/2006/main">
            <a:off x="239458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8" name="Standardized person 495: without endpoint">
            <a:extLst xmlns:a="http://schemas.openxmlformats.org/drawingml/2006/main">
              <a:ext uri="{FF2B5EF4-FFF2-40B4-BE49-F238E27FC236}">
                <a16:creationId xmlns:a16="http://schemas.microsoft.com/office/drawing/2014/main" id="{047514F9-87D4-4EF5-AAC7-4955E3210E15}"/>
              </a:ext>
            </a:extLst>
          </p:cNvPr>
          <p:cNvSpPr>
            <a:spLocks xmlns:a="http://schemas.openxmlformats.org/drawingml/2006/main" noGrp="1"/>
          </p:cNvSpPr>
          <p:nvPr/>
        </p:nvSpPr>
        <p:spPr>
          <a:xfrm xmlns:a="http://schemas.openxmlformats.org/drawingml/2006/main">
            <a:off x="252603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499" name="Standardized person 496: without endpoint">
            <a:extLst xmlns:a="http://schemas.openxmlformats.org/drawingml/2006/main">
              <a:ext uri="{FF2B5EF4-FFF2-40B4-BE49-F238E27FC236}">
                <a16:creationId xmlns:a16="http://schemas.microsoft.com/office/drawing/2014/main" id="{814F17FF-F7CC-4BA1-AE21-0604DFCF3405}"/>
              </a:ext>
            </a:extLst>
          </p:cNvPr>
          <p:cNvSpPr>
            <a:spLocks xmlns:a="http://schemas.openxmlformats.org/drawingml/2006/main" noGrp="1"/>
          </p:cNvSpPr>
          <p:nvPr/>
        </p:nvSpPr>
        <p:spPr>
          <a:xfrm xmlns:a="http://schemas.openxmlformats.org/drawingml/2006/main">
            <a:off x="265747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0" name="Standardized person 497: without endpoint">
            <a:extLst xmlns:a="http://schemas.openxmlformats.org/drawingml/2006/main">
              <a:ext uri="{FF2B5EF4-FFF2-40B4-BE49-F238E27FC236}">
                <a16:creationId xmlns:a16="http://schemas.microsoft.com/office/drawing/2014/main" id="{A2FA50F5-4473-4260-9587-6F32806E1E1A}"/>
              </a:ext>
            </a:extLst>
          </p:cNvPr>
          <p:cNvSpPr>
            <a:spLocks xmlns:a="http://schemas.openxmlformats.org/drawingml/2006/main" noGrp="1"/>
          </p:cNvSpPr>
          <p:nvPr/>
        </p:nvSpPr>
        <p:spPr>
          <a:xfrm xmlns:a="http://schemas.openxmlformats.org/drawingml/2006/main">
            <a:off x="278892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1" name="Standardized person 498: without endpoint">
            <a:extLst xmlns:a="http://schemas.openxmlformats.org/drawingml/2006/main">
              <a:ext uri="{FF2B5EF4-FFF2-40B4-BE49-F238E27FC236}">
                <a16:creationId xmlns:a16="http://schemas.microsoft.com/office/drawing/2014/main" id="{F046DDF4-CBCC-4E52-BA7C-38F37C5B5E4E}"/>
              </a:ext>
            </a:extLst>
          </p:cNvPr>
          <p:cNvSpPr>
            <a:spLocks xmlns:a="http://schemas.openxmlformats.org/drawingml/2006/main" noGrp="1"/>
          </p:cNvSpPr>
          <p:nvPr/>
        </p:nvSpPr>
        <p:spPr>
          <a:xfrm xmlns:a="http://schemas.openxmlformats.org/drawingml/2006/main">
            <a:off x="292036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2" name="Standardized person 499: without endpoint">
            <a:extLst xmlns:a="http://schemas.openxmlformats.org/drawingml/2006/main">
              <a:ext uri="{FF2B5EF4-FFF2-40B4-BE49-F238E27FC236}">
                <a16:creationId xmlns:a16="http://schemas.microsoft.com/office/drawing/2014/main" id="{EF33D20E-AD1C-4526-A2D0-82ECD80AA7A1}"/>
              </a:ext>
            </a:extLst>
          </p:cNvPr>
          <p:cNvSpPr>
            <a:spLocks xmlns:a="http://schemas.openxmlformats.org/drawingml/2006/main" noGrp="1"/>
          </p:cNvSpPr>
          <p:nvPr/>
        </p:nvSpPr>
        <p:spPr>
          <a:xfrm xmlns:a="http://schemas.openxmlformats.org/drawingml/2006/main">
            <a:off x="305181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3" name="Standardized person 500: without endpoint">
            <a:extLst xmlns:a="http://schemas.openxmlformats.org/drawingml/2006/main">
              <a:ext uri="{FF2B5EF4-FFF2-40B4-BE49-F238E27FC236}">
                <a16:creationId xmlns:a16="http://schemas.microsoft.com/office/drawing/2014/main" id="{3F89BAE9-3DA0-42D1-B4D9-42AD219959BF}"/>
              </a:ext>
            </a:extLst>
          </p:cNvPr>
          <p:cNvSpPr>
            <a:spLocks xmlns:a="http://schemas.openxmlformats.org/drawingml/2006/main" noGrp="1"/>
          </p:cNvSpPr>
          <p:nvPr/>
        </p:nvSpPr>
        <p:spPr>
          <a:xfrm xmlns:a="http://schemas.openxmlformats.org/drawingml/2006/main">
            <a:off x="318325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4" name="Standardized person 501: without endpoint">
            <a:extLst xmlns:a="http://schemas.openxmlformats.org/drawingml/2006/main">
              <a:ext uri="{FF2B5EF4-FFF2-40B4-BE49-F238E27FC236}">
                <a16:creationId xmlns:a16="http://schemas.microsoft.com/office/drawing/2014/main" id="{E3A19245-167C-4619-AED2-8AA3BD380229}"/>
              </a:ext>
            </a:extLst>
          </p:cNvPr>
          <p:cNvSpPr>
            <a:spLocks xmlns:a="http://schemas.openxmlformats.org/drawingml/2006/main" noGrp="1"/>
          </p:cNvSpPr>
          <p:nvPr/>
        </p:nvSpPr>
        <p:spPr>
          <a:xfrm xmlns:a="http://schemas.openxmlformats.org/drawingml/2006/main">
            <a:off x="331470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5" name="Standardized person 502: without endpoint">
            <a:extLst xmlns:a="http://schemas.openxmlformats.org/drawingml/2006/main">
              <a:ext uri="{FF2B5EF4-FFF2-40B4-BE49-F238E27FC236}">
                <a16:creationId xmlns:a16="http://schemas.microsoft.com/office/drawing/2014/main" id="{45E97DAF-172C-4915-A686-447E2AF300A7}"/>
              </a:ext>
            </a:extLst>
          </p:cNvPr>
          <p:cNvSpPr>
            <a:spLocks xmlns:a="http://schemas.openxmlformats.org/drawingml/2006/main" noGrp="1"/>
          </p:cNvSpPr>
          <p:nvPr/>
        </p:nvSpPr>
        <p:spPr>
          <a:xfrm xmlns:a="http://schemas.openxmlformats.org/drawingml/2006/main">
            <a:off x="344614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6" name="Standardized person 503: without endpoint">
            <a:extLst xmlns:a="http://schemas.openxmlformats.org/drawingml/2006/main">
              <a:ext uri="{FF2B5EF4-FFF2-40B4-BE49-F238E27FC236}">
                <a16:creationId xmlns:a16="http://schemas.microsoft.com/office/drawing/2014/main" id="{43E612E4-176E-4378-B683-E661829E0F90}"/>
              </a:ext>
            </a:extLst>
          </p:cNvPr>
          <p:cNvSpPr>
            <a:spLocks xmlns:a="http://schemas.openxmlformats.org/drawingml/2006/main" noGrp="1"/>
          </p:cNvSpPr>
          <p:nvPr/>
        </p:nvSpPr>
        <p:spPr>
          <a:xfrm xmlns:a="http://schemas.openxmlformats.org/drawingml/2006/main">
            <a:off x="357759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7" name="Standardized person 504: without endpoint">
            <a:extLst xmlns:a="http://schemas.openxmlformats.org/drawingml/2006/main">
              <a:ext uri="{FF2B5EF4-FFF2-40B4-BE49-F238E27FC236}">
                <a16:creationId xmlns:a16="http://schemas.microsoft.com/office/drawing/2014/main" id="{69419B0D-23BC-4AC4-984D-38F8683154CD}"/>
              </a:ext>
            </a:extLst>
          </p:cNvPr>
          <p:cNvSpPr>
            <a:spLocks xmlns:a="http://schemas.openxmlformats.org/drawingml/2006/main" noGrp="1"/>
          </p:cNvSpPr>
          <p:nvPr/>
        </p:nvSpPr>
        <p:spPr>
          <a:xfrm xmlns:a="http://schemas.openxmlformats.org/drawingml/2006/main">
            <a:off x="370903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8" name="Standardized person 505: without endpoint">
            <a:extLst xmlns:a="http://schemas.openxmlformats.org/drawingml/2006/main">
              <a:ext uri="{FF2B5EF4-FFF2-40B4-BE49-F238E27FC236}">
                <a16:creationId xmlns:a16="http://schemas.microsoft.com/office/drawing/2014/main" id="{736552EF-F0FE-45F1-9044-4F25848CFBD1}"/>
              </a:ext>
            </a:extLst>
          </p:cNvPr>
          <p:cNvSpPr>
            <a:spLocks xmlns:a="http://schemas.openxmlformats.org/drawingml/2006/main" noGrp="1"/>
          </p:cNvSpPr>
          <p:nvPr/>
        </p:nvSpPr>
        <p:spPr>
          <a:xfrm xmlns:a="http://schemas.openxmlformats.org/drawingml/2006/main">
            <a:off x="384048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09" name="Standardized person 506: without endpoint">
            <a:extLst xmlns:a="http://schemas.openxmlformats.org/drawingml/2006/main">
              <a:ext uri="{FF2B5EF4-FFF2-40B4-BE49-F238E27FC236}">
                <a16:creationId xmlns:a16="http://schemas.microsoft.com/office/drawing/2014/main" id="{4F229D73-BFB9-42E3-810D-650359A9F520}"/>
              </a:ext>
            </a:extLst>
          </p:cNvPr>
          <p:cNvSpPr>
            <a:spLocks xmlns:a="http://schemas.openxmlformats.org/drawingml/2006/main" noGrp="1"/>
          </p:cNvSpPr>
          <p:nvPr/>
        </p:nvSpPr>
        <p:spPr>
          <a:xfrm xmlns:a="http://schemas.openxmlformats.org/drawingml/2006/main">
            <a:off x="397192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0" name="Standardized person 507: without endpoint">
            <a:extLst xmlns:a="http://schemas.openxmlformats.org/drawingml/2006/main">
              <a:ext uri="{FF2B5EF4-FFF2-40B4-BE49-F238E27FC236}">
                <a16:creationId xmlns:a16="http://schemas.microsoft.com/office/drawing/2014/main" id="{0D5E8CB5-5498-4241-A31E-65B0323D1E4B}"/>
              </a:ext>
            </a:extLst>
          </p:cNvPr>
          <p:cNvSpPr>
            <a:spLocks xmlns:a="http://schemas.openxmlformats.org/drawingml/2006/main" noGrp="1"/>
          </p:cNvSpPr>
          <p:nvPr/>
        </p:nvSpPr>
        <p:spPr>
          <a:xfrm xmlns:a="http://schemas.openxmlformats.org/drawingml/2006/main">
            <a:off x="410337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1" name="Standardized person 508: without endpoint">
            <a:extLst xmlns:a="http://schemas.openxmlformats.org/drawingml/2006/main">
              <a:ext uri="{FF2B5EF4-FFF2-40B4-BE49-F238E27FC236}">
                <a16:creationId xmlns:a16="http://schemas.microsoft.com/office/drawing/2014/main" id="{C50438B4-D828-42C1-B72B-952045F5319B}"/>
              </a:ext>
            </a:extLst>
          </p:cNvPr>
          <p:cNvSpPr>
            <a:spLocks xmlns:a="http://schemas.openxmlformats.org/drawingml/2006/main" noGrp="1"/>
          </p:cNvSpPr>
          <p:nvPr/>
        </p:nvSpPr>
        <p:spPr>
          <a:xfrm xmlns:a="http://schemas.openxmlformats.org/drawingml/2006/main">
            <a:off x="423481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2" name="Standardized person 509: without endpoint">
            <a:extLst xmlns:a="http://schemas.openxmlformats.org/drawingml/2006/main">
              <a:ext uri="{FF2B5EF4-FFF2-40B4-BE49-F238E27FC236}">
                <a16:creationId xmlns:a16="http://schemas.microsoft.com/office/drawing/2014/main" id="{1C547BA7-0718-4494-B616-7FFFB9C03640}"/>
              </a:ext>
            </a:extLst>
          </p:cNvPr>
          <p:cNvSpPr>
            <a:spLocks xmlns:a="http://schemas.openxmlformats.org/drawingml/2006/main" noGrp="1"/>
          </p:cNvSpPr>
          <p:nvPr/>
        </p:nvSpPr>
        <p:spPr>
          <a:xfrm xmlns:a="http://schemas.openxmlformats.org/drawingml/2006/main">
            <a:off x="436626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3" name="Standardized person 510: without endpoint">
            <a:extLst xmlns:a="http://schemas.openxmlformats.org/drawingml/2006/main">
              <a:ext uri="{FF2B5EF4-FFF2-40B4-BE49-F238E27FC236}">
                <a16:creationId xmlns:a16="http://schemas.microsoft.com/office/drawing/2014/main" id="{FA87E68C-53D9-4E26-8EE6-FDC8CEE47465}"/>
              </a:ext>
            </a:extLst>
          </p:cNvPr>
          <p:cNvSpPr>
            <a:spLocks xmlns:a="http://schemas.openxmlformats.org/drawingml/2006/main" noGrp="1"/>
          </p:cNvSpPr>
          <p:nvPr/>
        </p:nvSpPr>
        <p:spPr>
          <a:xfrm xmlns:a="http://schemas.openxmlformats.org/drawingml/2006/main">
            <a:off x="449770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4" name="Standardized person 511: without endpoint">
            <a:extLst xmlns:a="http://schemas.openxmlformats.org/drawingml/2006/main">
              <a:ext uri="{FF2B5EF4-FFF2-40B4-BE49-F238E27FC236}">
                <a16:creationId xmlns:a16="http://schemas.microsoft.com/office/drawing/2014/main" id="{FC3EFBC8-41CC-41AE-9AB1-0CB16B7165DD}"/>
              </a:ext>
            </a:extLst>
          </p:cNvPr>
          <p:cNvSpPr>
            <a:spLocks xmlns:a="http://schemas.openxmlformats.org/drawingml/2006/main" noGrp="1"/>
          </p:cNvSpPr>
          <p:nvPr/>
        </p:nvSpPr>
        <p:spPr>
          <a:xfrm xmlns:a="http://schemas.openxmlformats.org/drawingml/2006/main">
            <a:off x="462915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5" name="Standardized person 512: without endpoint">
            <a:extLst xmlns:a="http://schemas.openxmlformats.org/drawingml/2006/main">
              <a:ext uri="{FF2B5EF4-FFF2-40B4-BE49-F238E27FC236}">
                <a16:creationId xmlns:a16="http://schemas.microsoft.com/office/drawing/2014/main" id="{5C136B48-3448-4DB5-85E6-9A56E9FD8F07}"/>
              </a:ext>
            </a:extLst>
          </p:cNvPr>
          <p:cNvSpPr>
            <a:spLocks xmlns:a="http://schemas.openxmlformats.org/drawingml/2006/main" noGrp="1"/>
          </p:cNvSpPr>
          <p:nvPr/>
        </p:nvSpPr>
        <p:spPr>
          <a:xfrm xmlns:a="http://schemas.openxmlformats.org/drawingml/2006/main">
            <a:off x="476059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6" name="Standardized person 513: without endpoint">
            <a:extLst xmlns:a="http://schemas.openxmlformats.org/drawingml/2006/main">
              <a:ext uri="{FF2B5EF4-FFF2-40B4-BE49-F238E27FC236}">
                <a16:creationId xmlns:a16="http://schemas.microsoft.com/office/drawing/2014/main" id="{3F13EA67-249E-4371-BBD5-A8FAA4B37A1B}"/>
              </a:ext>
            </a:extLst>
          </p:cNvPr>
          <p:cNvSpPr>
            <a:spLocks xmlns:a="http://schemas.openxmlformats.org/drawingml/2006/main" noGrp="1"/>
          </p:cNvSpPr>
          <p:nvPr/>
        </p:nvSpPr>
        <p:spPr>
          <a:xfrm xmlns:a="http://schemas.openxmlformats.org/drawingml/2006/main">
            <a:off x="489204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7" name="Standardized person 514: without endpoint">
            <a:extLst xmlns:a="http://schemas.openxmlformats.org/drawingml/2006/main">
              <a:ext uri="{FF2B5EF4-FFF2-40B4-BE49-F238E27FC236}">
                <a16:creationId xmlns:a16="http://schemas.microsoft.com/office/drawing/2014/main" id="{3682BDEC-41DA-4B64-8BF4-011626C56DEF}"/>
              </a:ext>
            </a:extLst>
          </p:cNvPr>
          <p:cNvSpPr>
            <a:spLocks xmlns:a="http://schemas.openxmlformats.org/drawingml/2006/main" noGrp="1"/>
          </p:cNvSpPr>
          <p:nvPr/>
        </p:nvSpPr>
        <p:spPr>
          <a:xfrm xmlns:a="http://schemas.openxmlformats.org/drawingml/2006/main">
            <a:off x="502348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8" name="Standardized person 515: without endpoint">
            <a:extLst xmlns:a="http://schemas.openxmlformats.org/drawingml/2006/main">
              <a:ext uri="{FF2B5EF4-FFF2-40B4-BE49-F238E27FC236}">
                <a16:creationId xmlns:a16="http://schemas.microsoft.com/office/drawing/2014/main" id="{DC75383D-F34D-4D24-9C18-B1435C764A87}"/>
              </a:ext>
            </a:extLst>
          </p:cNvPr>
          <p:cNvSpPr>
            <a:spLocks xmlns:a="http://schemas.openxmlformats.org/drawingml/2006/main" noGrp="1"/>
          </p:cNvSpPr>
          <p:nvPr/>
        </p:nvSpPr>
        <p:spPr>
          <a:xfrm xmlns:a="http://schemas.openxmlformats.org/drawingml/2006/main">
            <a:off x="515493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19" name="Standardized person 516: without endpoint">
            <a:extLst xmlns:a="http://schemas.openxmlformats.org/drawingml/2006/main">
              <a:ext uri="{FF2B5EF4-FFF2-40B4-BE49-F238E27FC236}">
                <a16:creationId xmlns:a16="http://schemas.microsoft.com/office/drawing/2014/main" id="{E0867636-7EC3-4634-A53F-A593F8284A66}"/>
              </a:ext>
            </a:extLst>
          </p:cNvPr>
          <p:cNvSpPr>
            <a:spLocks xmlns:a="http://schemas.openxmlformats.org/drawingml/2006/main" noGrp="1"/>
          </p:cNvSpPr>
          <p:nvPr/>
        </p:nvSpPr>
        <p:spPr>
          <a:xfrm xmlns:a="http://schemas.openxmlformats.org/drawingml/2006/main">
            <a:off x="528637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0" name="Standardized person 517: without endpoint">
            <a:extLst xmlns:a="http://schemas.openxmlformats.org/drawingml/2006/main">
              <a:ext uri="{FF2B5EF4-FFF2-40B4-BE49-F238E27FC236}">
                <a16:creationId xmlns:a16="http://schemas.microsoft.com/office/drawing/2014/main" id="{A5951076-909F-4899-B5E9-7B5E809DF2AB}"/>
              </a:ext>
            </a:extLst>
          </p:cNvPr>
          <p:cNvSpPr>
            <a:spLocks xmlns:a="http://schemas.openxmlformats.org/drawingml/2006/main" noGrp="1"/>
          </p:cNvSpPr>
          <p:nvPr/>
        </p:nvSpPr>
        <p:spPr>
          <a:xfrm xmlns:a="http://schemas.openxmlformats.org/drawingml/2006/main">
            <a:off x="541782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1" name="Standardized person 518: without endpoint">
            <a:extLst xmlns:a="http://schemas.openxmlformats.org/drawingml/2006/main">
              <a:ext uri="{FF2B5EF4-FFF2-40B4-BE49-F238E27FC236}">
                <a16:creationId xmlns:a16="http://schemas.microsoft.com/office/drawing/2014/main" id="{7E20AB13-2898-4CB9-A5C2-FFC0AB5E9665}"/>
              </a:ext>
            </a:extLst>
          </p:cNvPr>
          <p:cNvSpPr>
            <a:spLocks xmlns:a="http://schemas.openxmlformats.org/drawingml/2006/main" noGrp="1"/>
          </p:cNvSpPr>
          <p:nvPr/>
        </p:nvSpPr>
        <p:spPr>
          <a:xfrm xmlns:a="http://schemas.openxmlformats.org/drawingml/2006/main">
            <a:off x="554926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2" name="Standardized person 519: without endpoint">
            <a:extLst xmlns:a="http://schemas.openxmlformats.org/drawingml/2006/main">
              <a:ext uri="{FF2B5EF4-FFF2-40B4-BE49-F238E27FC236}">
                <a16:creationId xmlns:a16="http://schemas.microsoft.com/office/drawing/2014/main" id="{68C53347-0CC8-411B-8A63-FDF131DD49A4}"/>
              </a:ext>
            </a:extLst>
          </p:cNvPr>
          <p:cNvSpPr>
            <a:spLocks xmlns:a="http://schemas.openxmlformats.org/drawingml/2006/main" noGrp="1"/>
          </p:cNvSpPr>
          <p:nvPr/>
        </p:nvSpPr>
        <p:spPr>
          <a:xfrm xmlns:a="http://schemas.openxmlformats.org/drawingml/2006/main">
            <a:off x="568071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3" name="Standardized person 520: without endpoint">
            <a:extLst xmlns:a="http://schemas.openxmlformats.org/drawingml/2006/main">
              <a:ext uri="{FF2B5EF4-FFF2-40B4-BE49-F238E27FC236}">
                <a16:creationId xmlns:a16="http://schemas.microsoft.com/office/drawing/2014/main" id="{FEAE9D7F-5BC4-47D6-9C97-CD14647EB80E}"/>
              </a:ext>
            </a:extLst>
          </p:cNvPr>
          <p:cNvSpPr>
            <a:spLocks xmlns:a="http://schemas.openxmlformats.org/drawingml/2006/main" noGrp="1"/>
          </p:cNvSpPr>
          <p:nvPr/>
        </p:nvSpPr>
        <p:spPr>
          <a:xfrm xmlns:a="http://schemas.openxmlformats.org/drawingml/2006/main">
            <a:off x="581215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4" name="Standardized person 521: without endpoint">
            <a:extLst xmlns:a="http://schemas.openxmlformats.org/drawingml/2006/main">
              <a:ext uri="{FF2B5EF4-FFF2-40B4-BE49-F238E27FC236}">
                <a16:creationId xmlns:a16="http://schemas.microsoft.com/office/drawing/2014/main" id="{BED20D2F-917B-4E04-96E6-FB1F9421FFDA}"/>
              </a:ext>
            </a:extLst>
          </p:cNvPr>
          <p:cNvSpPr>
            <a:spLocks xmlns:a="http://schemas.openxmlformats.org/drawingml/2006/main" noGrp="1"/>
          </p:cNvSpPr>
          <p:nvPr/>
        </p:nvSpPr>
        <p:spPr>
          <a:xfrm xmlns:a="http://schemas.openxmlformats.org/drawingml/2006/main">
            <a:off x="68580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5" name="Standardized person 522: without endpoint">
            <a:extLst xmlns:a="http://schemas.openxmlformats.org/drawingml/2006/main">
              <a:ext uri="{FF2B5EF4-FFF2-40B4-BE49-F238E27FC236}">
                <a16:creationId xmlns:a16="http://schemas.microsoft.com/office/drawing/2014/main" id="{B5476FF2-B942-4AD8-A2CE-204B4BD17A7F}"/>
              </a:ext>
            </a:extLst>
          </p:cNvPr>
          <p:cNvSpPr>
            <a:spLocks xmlns:a="http://schemas.openxmlformats.org/drawingml/2006/main" noGrp="1"/>
          </p:cNvSpPr>
          <p:nvPr/>
        </p:nvSpPr>
        <p:spPr>
          <a:xfrm xmlns:a="http://schemas.openxmlformats.org/drawingml/2006/main">
            <a:off x="81724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6" name="Standardized person 523: without endpoint">
            <a:extLst xmlns:a="http://schemas.openxmlformats.org/drawingml/2006/main">
              <a:ext uri="{FF2B5EF4-FFF2-40B4-BE49-F238E27FC236}">
                <a16:creationId xmlns:a16="http://schemas.microsoft.com/office/drawing/2014/main" id="{8995F547-5189-467F-9ABA-7005D4D4B3AB}"/>
              </a:ext>
            </a:extLst>
          </p:cNvPr>
          <p:cNvSpPr>
            <a:spLocks xmlns:a="http://schemas.openxmlformats.org/drawingml/2006/main" noGrp="1"/>
          </p:cNvSpPr>
          <p:nvPr/>
        </p:nvSpPr>
        <p:spPr>
          <a:xfrm xmlns:a="http://schemas.openxmlformats.org/drawingml/2006/main">
            <a:off x="94869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7" name="Standardized person 524: without endpoint">
            <a:extLst xmlns:a="http://schemas.openxmlformats.org/drawingml/2006/main">
              <a:ext uri="{FF2B5EF4-FFF2-40B4-BE49-F238E27FC236}">
                <a16:creationId xmlns:a16="http://schemas.microsoft.com/office/drawing/2014/main" id="{73D0ECC2-FFA7-4E69-A297-AD430D695F4B}"/>
              </a:ext>
            </a:extLst>
          </p:cNvPr>
          <p:cNvSpPr>
            <a:spLocks xmlns:a="http://schemas.openxmlformats.org/drawingml/2006/main" noGrp="1"/>
          </p:cNvSpPr>
          <p:nvPr/>
        </p:nvSpPr>
        <p:spPr>
          <a:xfrm xmlns:a="http://schemas.openxmlformats.org/drawingml/2006/main">
            <a:off x="108013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8" name="Standardized person 525: without endpoint">
            <a:extLst xmlns:a="http://schemas.openxmlformats.org/drawingml/2006/main">
              <a:ext uri="{FF2B5EF4-FFF2-40B4-BE49-F238E27FC236}">
                <a16:creationId xmlns:a16="http://schemas.microsoft.com/office/drawing/2014/main" id="{D68E8F94-D908-42EC-AD85-D996B99A63E3}"/>
              </a:ext>
            </a:extLst>
          </p:cNvPr>
          <p:cNvSpPr>
            <a:spLocks xmlns:a="http://schemas.openxmlformats.org/drawingml/2006/main" noGrp="1"/>
          </p:cNvSpPr>
          <p:nvPr/>
        </p:nvSpPr>
        <p:spPr>
          <a:xfrm xmlns:a="http://schemas.openxmlformats.org/drawingml/2006/main">
            <a:off x="121158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29" name="Standardized person 526: without endpoint">
            <a:extLst xmlns:a="http://schemas.openxmlformats.org/drawingml/2006/main">
              <a:ext uri="{FF2B5EF4-FFF2-40B4-BE49-F238E27FC236}">
                <a16:creationId xmlns:a16="http://schemas.microsoft.com/office/drawing/2014/main" id="{54B7C241-9B3F-493B-9575-7DE57799D436}"/>
              </a:ext>
            </a:extLst>
          </p:cNvPr>
          <p:cNvSpPr>
            <a:spLocks xmlns:a="http://schemas.openxmlformats.org/drawingml/2006/main" noGrp="1"/>
          </p:cNvSpPr>
          <p:nvPr/>
        </p:nvSpPr>
        <p:spPr>
          <a:xfrm xmlns:a="http://schemas.openxmlformats.org/drawingml/2006/main">
            <a:off x="134302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0" name="Standardized person 527: without endpoint">
            <a:extLst xmlns:a="http://schemas.openxmlformats.org/drawingml/2006/main">
              <a:ext uri="{FF2B5EF4-FFF2-40B4-BE49-F238E27FC236}">
                <a16:creationId xmlns:a16="http://schemas.microsoft.com/office/drawing/2014/main" id="{68090B83-1BE4-459E-9428-F90DF83CD331}"/>
              </a:ext>
            </a:extLst>
          </p:cNvPr>
          <p:cNvSpPr>
            <a:spLocks xmlns:a="http://schemas.openxmlformats.org/drawingml/2006/main" noGrp="1"/>
          </p:cNvSpPr>
          <p:nvPr/>
        </p:nvSpPr>
        <p:spPr>
          <a:xfrm xmlns:a="http://schemas.openxmlformats.org/drawingml/2006/main">
            <a:off x="147447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1" name="Standardized person 528: without endpoint">
            <a:extLst xmlns:a="http://schemas.openxmlformats.org/drawingml/2006/main">
              <a:ext uri="{FF2B5EF4-FFF2-40B4-BE49-F238E27FC236}">
                <a16:creationId xmlns:a16="http://schemas.microsoft.com/office/drawing/2014/main" id="{71C3606E-1CBF-4FED-A45E-DB43EA2CC210}"/>
              </a:ext>
            </a:extLst>
          </p:cNvPr>
          <p:cNvSpPr>
            <a:spLocks xmlns:a="http://schemas.openxmlformats.org/drawingml/2006/main" noGrp="1"/>
          </p:cNvSpPr>
          <p:nvPr/>
        </p:nvSpPr>
        <p:spPr>
          <a:xfrm xmlns:a="http://schemas.openxmlformats.org/drawingml/2006/main">
            <a:off x="160591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2" name="Standardized person 529: without endpoint">
            <a:extLst xmlns:a="http://schemas.openxmlformats.org/drawingml/2006/main">
              <a:ext uri="{FF2B5EF4-FFF2-40B4-BE49-F238E27FC236}">
                <a16:creationId xmlns:a16="http://schemas.microsoft.com/office/drawing/2014/main" id="{382A86B1-C528-4B08-9F32-DCBAE5A3F32C}"/>
              </a:ext>
            </a:extLst>
          </p:cNvPr>
          <p:cNvSpPr>
            <a:spLocks xmlns:a="http://schemas.openxmlformats.org/drawingml/2006/main" noGrp="1"/>
          </p:cNvSpPr>
          <p:nvPr/>
        </p:nvSpPr>
        <p:spPr>
          <a:xfrm xmlns:a="http://schemas.openxmlformats.org/drawingml/2006/main">
            <a:off x="173736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3" name="Standardized person 530: without endpoint">
            <a:extLst xmlns:a="http://schemas.openxmlformats.org/drawingml/2006/main">
              <a:ext uri="{FF2B5EF4-FFF2-40B4-BE49-F238E27FC236}">
                <a16:creationId xmlns:a16="http://schemas.microsoft.com/office/drawing/2014/main" id="{38AEB26D-A214-4CD8-B393-8FA0B5033198}"/>
              </a:ext>
            </a:extLst>
          </p:cNvPr>
          <p:cNvSpPr>
            <a:spLocks xmlns:a="http://schemas.openxmlformats.org/drawingml/2006/main" noGrp="1"/>
          </p:cNvSpPr>
          <p:nvPr/>
        </p:nvSpPr>
        <p:spPr>
          <a:xfrm xmlns:a="http://schemas.openxmlformats.org/drawingml/2006/main">
            <a:off x="186880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4" name="Standardized person 531: without endpoint">
            <a:extLst xmlns:a="http://schemas.openxmlformats.org/drawingml/2006/main">
              <a:ext uri="{FF2B5EF4-FFF2-40B4-BE49-F238E27FC236}">
                <a16:creationId xmlns:a16="http://schemas.microsoft.com/office/drawing/2014/main" id="{6D49E783-D35C-4282-80AC-4C2629C837CA}"/>
              </a:ext>
            </a:extLst>
          </p:cNvPr>
          <p:cNvSpPr>
            <a:spLocks xmlns:a="http://schemas.openxmlformats.org/drawingml/2006/main" noGrp="1"/>
          </p:cNvSpPr>
          <p:nvPr/>
        </p:nvSpPr>
        <p:spPr>
          <a:xfrm xmlns:a="http://schemas.openxmlformats.org/drawingml/2006/main">
            <a:off x="200025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5" name="Standardized person 532: without endpoint">
            <a:extLst xmlns:a="http://schemas.openxmlformats.org/drawingml/2006/main">
              <a:ext uri="{FF2B5EF4-FFF2-40B4-BE49-F238E27FC236}">
                <a16:creationId xmlns:a16="http://schemas.microsoft.com/office/drawing/2014/main" id="{48092C68-BA66-4A2A-B337-F5F2E020F8B7}"/>
              </a:ext>
            </a:extLst>
          </p:cNvPr>
          <p:cNvSpPr>
            <a:spLocks xmlns:a="http://schemas.openxmlformats.org/drawingml/2006/main" noGrp="1"/>
          </p:cNvSpPr>
          <p:nvPr/>
        </p:nvSpPr>
        <p:spPr>
          <a:xfrm xmlns:a="http://schemas.openxmlformats.org/drawingml/2006/main">
            <a:off x="213169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6" name="Standardized person 533: without endpoint">
            <a:extLst xmlns:a="http://schemas.openxmlformats.org/drawingml/2006/main">
              <a:ext uri="{FF2B5EF4-FFF2-40B4-BE49-F238E27FC236}">
                <a16:creationId xmlns:a16="http://schemas.microsoft.com/office/drawing/2014/main" id="{FD7B46D3-E04E-4559-9C1B-3F516D0C2AF5}"/>
              </a:ext>
            </a:extLst>
          </p:cNvPr>
          <p:cNvSpPr>
            <a:spLocks xmlns:a="http://schemas.openxmlformats.org/drawingml/2006/main" noGrp="1"/>
          </p:cNvSpPr>
          <p:nvPr/>
        </p:nvSpPr>
        <p:spPr>
          <a:xfrm xmlns:a="http://schemas.openxmlformats.org/drawingml/2006/main">
            <a:off x="226314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7" name="Standardized person 534: without endpoint">
            <a:extLst xmlns:a="http://schemas.openxmlformats.org/drawingml/2006/main">
              <a:ext uri="{FF2B5EF4-FFF2-40B4-BE49-F238E27FC236}">
                <a16:creationId xmlns:a16="http://schemas.microsoft.com/office/drawing/2014/main" id="{7FAAB6DD-F092-4076-9878-7394BA44B73C}"/>
              </a:ext>
            </a:extLst>
          </p:cNvPr>
          <p:cNvSpPr>
            <a:spLocks xmlns:a="http://schemas.openxmlformats.org/drawingml/2006/main" noGrp="1"/>
          </p:cNvSpPr>
          <p:nvPr/>
        </p:nvSpPr>
        <p:spPr>
          <a:xfrm xmlns:a="http://schemas.openxmlformats.org/drawingml/2006/main">
            <a:off x="239458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8" name="Standardized person 535: without endpoint">
            <a:extLst xmlns:a="http://schemas.openxmlformats.org/drawingml/2006/main">
              <a:ext uri="{FF2B5EF4-FFF2-40B4-BE49-F238E27FC236}">
                <a16:creationId xmlns:a16="http://schemas.microsoft.com/office/drawing/2014/main" id="{93BF4DF4-265B-4813-8E4D-E8B7A49F09F7}"/>
              </a:ext>
            </a:extLst>
          </p:cNvPr>
          <p:cNvSpPr>
            <a:spLocks xmlns:a="http://schemas.openxmlformats.org/drawingml/2006/main" noGrp="1"/>
          </p:cNvSpPr>
          <p:nvPr/>
        </p:nvSpPr>
        <p:spPr>
          <a:xfrm xmlns:a="http://schemas.openxmlformats.org/drawingml/2006/main">
            <a:off x="252603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39" name="Standardized person 536: without endpoint">
            <a:extLst xmlns:a="http://schemas.openxmlformats.org/drawingml/2006/main">
              <a:ext uri="{FF2B5EF4-FFF2-40B4-BE49-F238E27FC236}">
                <a16:creationId xmlns:a16="http://schemas.microsoft.com/office/drawing/2014/main" id="{EE0D3FBC-0EB1-45B3-B73B-FF9538580C1A}"/>
              </a:ext>
            </a:extLst>
          </p:cNvPr>
          <p:cNvSpPr>
            <a:spLocks xmlns:a="http://schemas.openxmlformats.org/drawingml/2006/main" noGrp="1"/>
          </p:cNvSpPr>
          <p:nvPr/>
        </p:nvSpPr>
        <p:spPr>
          <a:xfrm xmlns:a="http://schemas.openxmlformats.org/drawingml/2006/main">
            <a:off x="265747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0" name="Standardized person 537: without endpoint">
            <a:extLst xmlns:a="http://schemas.openxmlformats.org/drawingml/2006/main">
              <a:ext uri="{FF2B5EF4-FFF2-40B4-BE49-F238E27FC236}">
                <a16:creationId xmlns:a16="http://schemas.microsoft.com/office/drawing/2014/main" id="{0DDA6EA7-2A51-4693-A34F-1D5D556BD50D}"/>
              </a:ext>
            </a:extLst>
          </p:cNvPr>
          <p:cNvSpPr>
            <a:spLocks xmlns:a="http://schemas.openxmlformats.org/drawingml/2006/main" noGrp="1"/>
          </p:cNvSpPr>
          <p:nvPr/>
        </p:nvSpPr>
        <p:spPr>
          <a:xfrm xmlns:a="http://schemas.openxmlformats.org/drawingml/2006/main">
            <a:off x="278892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1" name="Standardized person 538: without endpoint">
            <a:extLst xmlns:a="http://schemas.openxmlformats.org/drawingml/2006/main">
              <a:ext uri="{FF2B5EF4-FFF2-40B4-BE49-F238E27FC236}">
                <a16:creationId xmlns:a16="http://schemas.microsoft.com/office/drawing/2014/main" id="{8E0BCCD5-76A4-4150-8054-5BF0A883F88B}"/>
              </a:ext>
            </a:extLst>
          </p:cNvPr>
          <p:cNvSpPr>
            <a:spLocks xmlns:a="http://schemas.openxmlformats.org/drawingml/2006/main" noGrp="1"/>
          </p:cNvSpPr>
          <p:nvPr/>
        </p:nvSpPr>
        <p:spPr>
          <a:xfrm xmlns:a="http://schemas.openxmlformats.org/drawingml/2006/main">
            <a:off x="292036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2" name="Standardized person 539: without endpoint">
            <a:extLst xmlns:a="http://schemas.openxmlformats.org/drawingml/2006/main">
              <a:ext uri="{FF2B5EF4-FFF2-40B4-BE49-F238E27FC236}">
                <a16:creationId xmlns:a16="http://schemas.microsoft.com/office/drawing/2014/main" id="{BD28AEBE-55EE-43C5-9AE4-5DCD063569DC}"/>
              </a:ext>
            </a:extLst>
          </p:cNvPr>
          <p:cNvSpPr>
            <a:spLocks xmlns:a="http://schemas.openxmlformats.org/drawingml/2006/main" noGrp="1"/>
          </p:cNvSpPr>
          <p:nvPr/>
        </p:nvSpPr>
        <p:spPr>
          <a:xfrm xmlns:a="http://schemas.openxmlformats.org/drawingml/2006/main">
            <a:off x="305181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3" name="Standardized person 540: without endpoint">
            <a:extLst xmlns:a="http://schemas.openxmlformats.org/drawingml/2006/main">
              <a:ext uri="{FF2B5EF4-FFF2-40B4-BE49-F238E27FC236}">
                <a16:creationId xmlns:a16="http://schemas.microsoft.com/office/drawing/2014/main" id="{05FCA086-4CD3-4295-9600-29A966691105}"/>
              </a:ext>
            </a:extLst>
          </p:cNvPr>
          <p:cNvSpPr>
            <a:spLocks xmlns:a="http://schemas.openxmlformats.org/drawingml/2006/main" noGrp="1"/>
          </p:cNvSpPr>
          <p:nvPr/>
        </p:nvSpPr>
        <p:spPr>
          <a:xfrm xmlns:a="http://schemas.openxmlformats.org/drawingml/2006/main">
            <a:off x="318325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4" name="Standardized person 541: without endpoint">
            <a:extLst xmlns:a="http://schemas.openxmlformats.org/drawingml/2006/main">
              <a:ext uri="{FF2B5EF4-FFF2-40B4-BE49-F238E27FC236}">
                <a16:creationId xmlns:a16="http://schemas.microsoft.com/office/drawing/2014/main" id="{03A1D640-45B0-4111-821A-8789F64E1EB4}"/>
              </a:ext>
            </a:extLst>
          </p:cNvPr>
          <p:cNvSpPr>
            <a:spLocks xmlns:a="http://schemas.openxmlformats.org/drawingml/2006/main" noGrp="1"/>
          </p:cNvSpPr>
          <p:nvPr/>
        </p:nvSpPr>
        <p:spPr>
          <a:xfrm xmlns:a="http://schemas.openxmlformats.org/drawingml/2006/main">
            <a:off x="331470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5" name="Standardized person 542: without endpoint">
            <a:extLst xmlns:a="http://schemas.openxmlformats.org/drawingml/2006/main">
              <a:ext uri="{FF2B5EF4-FFF2-40B4-BE49-F238E27FC236}">
                <a16:creationId xmlns:a16="http://schemas.microsoft.com/office/drawing/2014/main" id="{37F98626-0008-4A78-A66B-B6F84A181971}"/>
              </a:ext>
            </a:extLst>
          </p:cNvPr>
          <p:cNvSpPr>
            <a:spLocks xmlns:a="http://schemas.openxmlformats.org/drawingml/2006/main" noGrp="1"/>
          </p:cNvSpPr>
          <p:nvPr/>
        </p:nvSpPr>
        <p:spPr>
          <a:xfrm xmlns:a="http://schemas.openxmlformats.org/drawingml/2006/main">
            <a:off x="344614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6" name="Standardized person 543: without endpoint">
            <a:extLst xmlns:a="http://schemas.openxmlformats.org/drawingml/2006/main">
              <a:ext uri="{FF2B5EF4-FFF2-40B4-BE49-F238E27FC236}">
                <a16:creationId xmlns:a16="http://schemas.microsoft.com/office/drawing/2014/main" id="{8C0EE0B2-2868-4C9A-98C2-53B71585BDE5}"/>
              </a:ext>
            </a:extLst>
          </p:cNvPr>
          <p:cNvSpPr>
            <a:spLocks xmlns:a="http://schemas.openxmlformats.org/drawingml/2006/main" noGrp="1"/>
          </p:cNvSpPr>
          <p:nvPr/>
        </p:nvSpPr>
        <p:spPr>
          <a:xfrm xmlns:a="http://schemas.openxmlformats.org/drawingml/2006/main">
            <a:off x="357759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7" name="Standardized person 544: without endpoint">
            <a:extLst xmlns:a="http://schemas.openxmlformats.org/drawingml/2006/main">
              <a:ext uri="{FF2B5EF4-FFF2-40B4-BE49-F238E27FC236}">
                <a16:creationId xmlns:a16="http://schemas.microsoft.com/office/drawing/2014/main" id="{F5A36CA5-F2B1-4307-AB26-3361DC13BC55}"/>
              </a:ext>
            </a:extLst>
          </p:cNvPr>
          <p:cNvSpPr>
            <a:spLocks xmlns:a="http://schemas.openxmlformats.org/drawingml/2006/main" noGrp="1"/>
          </p:cNvSpPr>
          <p:nvPr/>
        </p:nvSpPr>
        <p:spPr>
          <a:xfrm xmlns:a="http://schemas.openxmlformats.org/drawingml/2006/main">
            <a:off x="370903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8" name="Standardized person 545: without endpoint">
            <a:extLst xmlns:a="http://schemas.openxmlformats.org/drawingml/2006/main">
              <a:ext uri="{FF2B5EF4-FFF2-40B4-BE49-F238E27FC236}">
                <a16:creationId xmlns:a16="http://schemas.microsoft.com/office/drawing/2014/main" id="{0DB34235-1EE5-4510-9B81-527BECE98EC4}"/>
              </a:ext>
            </a:extLst>
          </p:cNvPr>
          <p:cNvSpPr>
            <a:spLocks xmlns:a="http://schemas.openxmlformats.org/drawingml/2006/main" noGrp="1"/>
          </p:cNvSpPr>
          <p:nvPr/>
        </p:nvSpPr>
        <p:spPr>
          <a:xfrm xmlns:a="http://schemas.openxmlformats.org/drawingml/2006/main">
            <a:off x="384048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49" name="Standardized person 546: without endpoint">
            <a:extLst xmlns:a="http://schemas.openxmlformats.org/drawingml/2006/main">
              <a:ext uri="{FF2B5EF4-FFF2-40B4-BE49-F238E27FC236}">
                <a16:creationId xmlns:a16="http://schemas.microsoft.com/office/drawing/2014/main" id="{0E1F8AE6-A563-4A81-B06C-14B2A56DCCBE}"/>
              </a:ext>
            </a:extLst>
          </p:cNvPr>
          <p:cNvSpPr>
            <a:spLocks xmlns:a="http://schemas.openxmlformats.org/drawingml/2006/main" noGrp="1"/>
          </p:cNvSpPr>
          <p:nvPr/>
        </p:nvSpPr>
        <p:spPr>
          <a:xfrm xmlns:a="http://schemas.openxmlformats.org/drawingml/2006/main">
            <a:off x="397192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0" name="Standardized person 547: without endpoint">
            <a:extLst xmlns:a="http://schemas.openxmlformats.org/drawingml/2006/main">
              <a:ext uri="{FF2B5EF4-FFF2-40B4-BE49-F238E27FC236}">
                <a16:creationId xmlns:a16="http://schemas.microsoft.com/office/drawing/2014/main" id="{0670BD53-397B-4B45-9679-A7E5DAB57415}"/>
              </a:ext>
            </a:extLst>
          </p:cNvPr>
          <p:cNvSpPr>
            <a:spLocks xmlns:a="http://schemas.openxmlformats.org/drawingml/2006/main" noGrp="1"/>
          </p:cNvSpPr>
          <p:nvPr/>
        </p:nvSpPr>
        <p:spPr>
          <a:xfrm xmlns:a="http://schemas.openxmlformats.org/drawingml/2006/main">
            <a:off x="410337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1" name="Standardized person 548: without endpoint">
            <a:extLst xmlns:a="http://schemas.openxmlformats.org/drawingml/2006/main">
              <a:ext uri="{FF2B5EF4-FFF2-40B4-BE49-F238E27FC236}">
                <a16:creationId xmlns:a16="http://schemas.microsoft.com/office/drawing/2014/main" id="{C6935426-ED27-4EA4-B9E1-733F517AE6A5}"/>
              </a:ext>
            </a:extLst>
          </p:cNvPr>
          <p:cNvSpPr>
            <a:spLocks xmlns:a="http://schemas.openxmlformats.org/drawingml/2006/main" noGrp="1"/>
          </p:cNvSpPr>
          <p:nvPr/>
        </p:nvSpPr>
        <p:spPr>
          <a:xfrm xmlns:a="http://schemas.openxmlformats.org/drawingml/2006/main">
            <a:off x="423481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2" name="Standardized person 549: without endpoint">
            <a:extLst xmlns:a="http://schemas.openxmlformats.org/drawingml/2006/main">
              <a:ext uri="{FF2B5EF4-FFF2-40B4-BE49-F238E27FC236}">
                <a16:creationId xmlns:a16="http://schemas.microsoft.com/office/drawing/2014/main" id="{16D1B2AE-F6EA-4F64-8C98-4BCAF805B3B7}"/>
              </a:ext>
            </a:extLst>
          </p:cNvPr>
          <p:cNvSpPr>
            <a:spLocks xmlns:a="http://schemas.openxmlformats.org/drawingml/2006/main" noGrp="1"/>
          </p:cNvSpPr>
          <p:nvPr/>
        </p:nvSpPr>
        <p:spPr>
          <a:xfrm xmlns:a="http://schemas.openxmlformats.org/drawingml/2006/main">
            <a:off x="436626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3" name="Standardized person 550: without endpoint">
            <a:extLst xmlns:a="http://schemas.openxmlformats.org/drawingml/2006/main">
              <a:ext uri="{FF2B5EF4-FFF2-40B4-BE49-F238E27FC236}">
                <a16:creationId xmlns:a16="http://schemas.microsoft.com/office/drawing/2014/main" id="{B5D2A85F-CEF3-491A-982C-0C6AE9D07EB4}"/>
              </a:ext>
            </a:extLst>
          </p:cNvPr>
          <p:cNvSpPr>
            <a:spLocks xmlns:a="http://schemas.openxmlformats.org/drawingml/2006/main" noGrp="1"/>
          </p:cNvSpPr>
          <p:nvPr/>
        </p:nvSpPr>
        <p:spPr>
          <a:xfrm xmlns:a="http://schemas.openxmlformats.org/drawingml/2006/main">
            <a:off x="449770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4" name="Standardized person 551: without endpoint">
            <a:extLst xmlns:a="http://schemas.openxmlformats.org/drawingml/2006/main">
              <a:ext uri="{FF2B5EF4-FFF2-40B4-BE49-F238E27FC236}">
                <a16:creationId xmlns:a16="http://schemas.microsoft.com/office/drawing/2014/main" id="{6505BF0D-1C39-4FD6-96E1-313B2ADA1FF7}"/>
              </a:ext>
            </a:extLst>
          </p:cNvPr>
          <p:cNvSpPr>
            <a:spLocks xmlns:a="http://schemas.openxmlformats.org/drawingml/2006/main" noGrp="1"/>
          </p:cNvSpPr>
          <p:nvPr/>
        </p:nvSpPr>
        <p:spPr>
          <a:xfrm xmlns:a="http://schemas.openxmlformats.org/drawingml/2006/main">
            <a:off x="462915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5" name="Standardized person 552: without endpoint">
            <a:extLst xmlns:a="http://schemas.openxmlformats.org/drawingml/2006/main">
              <a:ext uri="{FF2B5EF4-FFF2-40B4-BE49-F238E27FC236}">
                <a16:creationId xmlns:a16="http://schemas.microsoft.com/office/drawing/2014/main" id="{ECCA530C-B7EF-4763-A3F2-00D21CF1C202}"/>
              </a:ext>
            </a:extLst>
          </p:cNvPr>
          <p:cNvSpPr>
            <a:spLocks xmlns:a="http://schemas.openxmlformats.org/drawingml/2006/main" noGrp="1"/>
          </p:cNvSpPr>
          <p:nvPr/>
        </p:nvSpPr>
        <p:spPr>
          <a:xfrm xmlns:a="http://schemas.openxmlformats.org/drawingml/2006/main">
            <a:off x="476059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6" name="Standardized person 553: without endpoint">
            <a:extLst xmlns:a="http://schemas.openxmlformats.org/drawingml/2006/main">
              <a:ext uri="{FF2B5EF4-FFF2-40B4-BE49-F238E27FC236}">
                <a16:creationId xmlns:a16="http://schemas.microsoft.com/office/drawing/2014/main" id="{D6370DFA-F104-43A3-8DC8-CB86658646D6}"/>
              </a:ext>
            </a:extLst>
          </p:cNvPr>
          <p:cNvSpPr>
            <a:spLocks xmlns:a="http://schemas.openxmlformats.org/drawingml/2006/main" noGrp="1"/>
          </p:cNvSpPr>
          <p:nvPr/>
        </p:nvSpPr>
        <p:spPr>
          <a:xfrm xmlns:a="http://schemas.openxmlformats.org/drawingml/2006/main">
            <a:off x="489204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7" name="Standardized person 554: without endpoint">
            <a:extLst xmlns:a="http://schemas.openxmlformats.org/drawingml/2006/main">
              <a:ext uri="{FF2B5EF4-FFF2-40B4-BE49-F238E27FC236}">
                <a16:creationId xmlns:a16="http://schemas.microsoft.com/office/drawing/2014/main" id="{5D1A79C5-8032-4FF9-B6B9-EF23F28B6EC9}"/>
              </a:ext>
            </a:extLst>
          </p:cNvPr>
          <p:cNvSpPr>
            <a:spLocks xmlns:a="http://schemas.openxmlformats.org/drawingml/2006/main" noGrp="1"/>
          </p:cNvSpPr>
          <p:nvPr/>
        </p:nvSpPr>
        <p:spPr>
          <a:xfrm xmlns:a="http://schemas.openxmlformats.org/drawingml/2006/main">
            <a:off x="502348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8" name="Standardized person 555: without endpoint">
            <a:extLst xmlns:a="http://schemas.openxmlformats.org/drawingml/2006/main">
              <a:ext uri="{FF2B5EF4-FFF2-40B4-BE49-F238E27FC236}">
                <a16:creationId xmlns:a16="http://schemas.microsoft.com/office/drawing/2014/main" id="{DECBD427-D5F9-4DE2-8D4B-1EB64880FA27}"/>
              </a:ext>
            </a:extLst>
          </p:cNvPr>
          <p:cNvSpPr>
            <a:spLocks xmlns:a="http://schemas.openxmlformats.org/drawingml/2006/main" noGrp="1"/>
          </p:cNvSpPr>
          <p:nvPr/>
        </p:nvSpPr>
        <p:spPr>
          <a:xfrm xmlns:a="http://schemas.openxmlformats.org/drawingml/2006/main">
            <a:off x="515493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59" name="Standardized person 556: without endpoint">
            <a:extLst xmlns:a="http://schemas.openxmlformats.org/drawingml/2006/main">
              <a:ext uri="{FF2B5EF4-FFF2-40B4-BE49-F238E27FC236}">
                <a16:creationId xmlns:a16="http://schemas.microsoft.com/office/drawing/2014/main" id="{8034B5C5-2803-46D8-B6C7-1E4407CDF66D}"/>
              </a:ext>
            </a:extLst>
          </p:cNvPr>
          <p:cNvSpPr>
            <a:spLocks xmlns:a="http://schemas.openxmlformats.org/drawingml/2006/main" noGrp="1"/>
          </p:cNvSpPr>
          <p:nvPr/>
        </p:nvSpPr>
        <p:spPr>
          <a:xfrm xmlns:a="http://schemas.openxmlformats.org/drawingml/2006/main">
            <a:off x="528637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0" name="Standardized person 557: without endpoint">
            <a:extLst xmlns:a="http://schemas.openxmlformats.org/drawingml/2006/main">
              <a:ext uri="{FF2B5EF4-FFF2-40B4-BE49-F238E27FC236}">
                <a16:creationId xmlns:a16="http://schemas.microsoft.com/office/drawing/2014/main" id="{F52C974B-1368-4859-A9FF-5084C3C964F8}"/>
              </a:ext>
            </a:extLst>
          </p:cNvPr>
          <p:cNvSpPr>
            <a:spLocks xmlns:a="http://schemas.openxmlformats.org/drawingml/2006/main" noGrp="1"/>
          </p:cNvSpPr>
          <p:nvPr/>
        </p:nvSpPr>
        <p:spPr>
          <a:xfrm xmlns:a="http://schemas.openxmlformats.org/drawingml/2006/main">
            <a:off x="541782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1" name="Standardized person 558: without endpoint">
            <a:extLst xmlns:a="http://schemas.openxmlformats.org/drawingml/2006/main">
              <a:ext uri="{FF2B5EF4-FFF2-40B4-BE49-F238E27FC236}">
                <a16:creationId xmlns:a16="http://schemas.microsoft.com/office/drawing/2014/main" id="{B4CF084B-2128-4799-92FF-22742BFFC15F}"/>
              </a:ext>
            </a:extLst>
          </p:cNvPr>
          <p:cNvSpPr>
            <a:spLocks xmlns:a="http://schemas.openxmlformats.org/drawingml/2006/main" noGrp="1"/>
          </p:cNvSpPr>
          <p:nvPr/>
        </p:nvSpPr>
        <p:spPr>
          <a:xfrm xmlns:a="http://schemas.openxmlformats.org/drawingml/2006/main">
            <a:off x="554926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2" name="Standardized person 559: without endpoint">
            <a:extLst xmlns:a="http://schemas.openxmlformats.org/drawingml/2006/main">
              <a:ext uri="{FF2B5EF4-FFF2-40B4-BE49-F238E27FC236}">
                <a16:creationId xmlns:a16="http://schemas.microsoft.com/office/drawing/2014/main" id="{9EA3B9B2-7A2C-42F4-B38D-7B36AAD906C0}"/>
              </a:ext>
            </a:extLst>
          </p:cNvPr>
          <p:cNvSpPr>
            <a:spLocks xmlns:a="http://schemas.openxmlformats.org/drawingml/2006/main" noGrp="1"/>
          </p:cNvSpPr>
          <p:nvPr/>
        </p:nvSpPr>
        <p:spPr>
          <a:xfrm xmlns:a="http://schemas.openxmlformats.org/drawingml/2006/main">
            <a:off x="568071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3" name="Standardized person 560: without endpoint">
            <a:extLst xmlns:a="http://schemas.openxmlformats.org/drawingml/2006/main">
              <a:ext uri="{FF2B5EF4-FFF2-40B4-BE49-F238E27FC236}">
                <a16:creationId xmlns:a16="http://schemas.microsoft.com/office/drawing/2014/main" id="{6DDFAB56-7382-4EE4-89A4-34EDF0D6D83C}"/>
              </a:ext>
            </a:extLst>
          </p:cNvPr>
          <p:cNvSpPr>
            <a:spLocks xmlns:a="http://schemas.openxmlformats.org/drawingml/2006/main" noGrp="1"/>
          </p:cNvSpPr>
          <p:nvPr/>
        </p:nvSpPr>
        <p:spPr>
          <a:xfrm xmlns:a="http://schemas.openxmlformats.org/drawingml/2006/main">
            <a:off x="581215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4" name="Standardized person 561: without endpoint">
            <a:extLst xmlns:a="http://schemas.openxmlformats.org/drawingml/2006/main">
              <a:ext uri="{FF2B5EF4-FFF2-40B4-BE49-F238E27FC236}">
                <a16:creationId xmlns:a16="http://schemas.microsoft.com/office/drawing/2014/main" id="{9013D0C5-3F6B-4E2D-B2BC-39D9BF6782B0}"/>
              </a:ext>
            </a:extLst>
          </p:cNvPr>
          <p:cNvSpPr>
            <a:spLocks xmlns:a="http://schemas.openxmlformats.org/drawingml/2006/main" noGrp="1"/>
          </p:cNvSpPr>
          <p:nvPr/>
        </p:nvSpPr>
        <p:spPr>
          <a:xfrm xmlns:a="http://schemas.openxmlformats.org/drawingml/2006/main">
            <a:off x="68580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5" name="Standardized person 562: without endpoint">
            <a:extLst xmlns:a="http://schemas.openxmlformats.org/drawingml/2006/main">
              <a:ext uri="{FF2B5EF4-FFF2-40B4-BE49-F238E27FC236}">
                <a16:creationId xmlns:a16="http://schemas.microsoft.com/office/drawing/2014/main" id="{67A842CA-3343-45CA-9F7E-58AD1EC869BE}"/>
              </a:ext>
            </a:extLst>
          </p:cNvPr>
          <p:cNvSpPr>
            <a:spLocks xmlns:a="http://schemas.openxmlformats.org/drawingml/2006/main" noGrp="1"/>
          </p:cNvSpPr>
          <p:nvPr/>
        </p:nvSpPr>
        <p:spPr>
          <a:xfrm xmlns:a="http://schemas.openxmlformats.org/drawingml/2006/main">
            <a:off x="81724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6" name="Standardized person 563: without endpoint">
            <a:extLst xmlns:a="http://schemas.openxmlformats.org/drawingml/2006/main">
              <a:ext uri="{FF2B5EF4-FFF2-40B4-BE49-F238E27FC236}">
                <a16:creationId xmlns:a16="http://schemas.microsoft.com/office/drawing/2014/main" id="{CF8CA1D8-B908-4C96-86D8-2D76FC4477CD}"/>
              </a:ext>
            </a:extLst>
          </p:cNvPr>
          <p:cNvSpPr>
            <a:spLocks xmlns:a="http://schemas.openxmlformats.org/drawingml/2006/main" noGrp="1"/>
          </p:cNvSpPr>
          <p:nvPr/>
        </p:nvSpPr>
        <p:spPr>
          <a:xfrm xmlns:a="http://schemas.openxmlformats.org/drawingml/2006/main">
            <a:off x="94869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7" name="Standardized person 564: without endpoint">
            <a:extLst xmlns:a="http://schemas.openxmlformats.org/drawingml/2006/main">
              <a:ext uri="{FF2B5EF4-FFF2-40B4-BE49-F238E27FC236}">
                <a16:creationId xmlns:a16="http://schemas.microsoft.com/office/drawing/2014/main" id="{EF3E0D58-AB1D-42D0-8F82-6721BAD96DCB}"/>
              </a:ext>
            </a:extLst>
          </p:cNvPr>
          <p:cNvSpPr>
            <a:spLocks xmlns:a="http://schemas.openxmlformats.org/drawingml/2006/main" noGrp="1"/>
          </p:cNvSpPr>
          <p:nvPr/>
        </p:nvSpPr>
        <p:spPr>
          <a:xfrm xmlns:a="http://schemas.openxmlformats.org/drawingml/2006/main">
            <a:off x="108013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8" name="Standardized person 565: without endpoint">
            <a:extLst xmlns:a="http://schemas.openxmlformats.org/drawingml/2006/main">
              <a:ext uri="{FF2B5EF4-FFF2-40B4-BE49-F238E27FC236}">
                <a16:creationId xmlns:a16="http://schemas.microsoft.com/office/drawing/2014/main" id="{A507D6AC-6B15-4835-8D40-B9B908E98DA5}"/>
              </a:ext>
            </a:extLst>
          </p:cNvPr>
          <p:cNvSpPr>
            <a:spLocks xmlns:a="http://schemas.openxmlformats.org/drawingml/2006/main" noGrp="1"/>
          </p:cNvSpPr>
          <p:nvPr/>
        </p:nvSpPr>
        <p:spPr>
          <a:xfrm xmlns:a="http://schemas.openxmlformats.org/drawingml/2006/main">
            <a:off x="121158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69" name="Standardized person 566: without endpoint">
            <a:extLst xmlns:a="http://schemas.openxmlformats.org/drawingml/2006/main">
              <a:ext uri="{FF2B5EF4-FFF2-40B4-BE49-F238E27FC236}">
                <a16:creationId xmlns:a16="http://schemas.microsoft.com/office/drawing/2014/main" id="{F8ABE4F8-D162-415B-B8A8-147AE7D10F5C}"/>
              </a:ext>
            </a:extLst>
          </p:cNvPr>
          <p:cNvSpPr>
            <a:spLocks xmlns:a="http://schemas.openxmlformats.org/drawingml/2006/main" noGrp="1"/>
          </p:cNvSpPr>
          <p:nvPr/>
        </p:nvSpPr>
        <p:spPr>
          <a:xfrm xmlns:a="http://schemas.openxmlformats.org/drawingml/2006/main">
            <a:off x="134302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0" name="Standardized person 567: without endpoint">
            <a:extLst xmlns:a="http://schemas.openxmlformats.org/drawingml/2006/main">
              <a:ext uri="{FF2B5EF4-FFF2-40B4-BE49-F238E27FC236}">
                <a16:creationId xmlns:a16="http://schemas.microsoft.com/office/drawing/2014/main" id="{7AFAB9C6-9D20-4B8B-9100-E45451C461CB}"/>
              </a:ext>
            </a:extLst>
          </p:cNvPr>
          <p:cNvSpPr>
            <a:spLocks xmlns:a="http://schemas.openxmlformats.org/drawingml/2006/main" noGrp="1"/>
          </p:cNvSpPr>
          <p:nvPr/>
        </p:nvSpPr>
        <p:spPr>
          <a:xfrm xmlns:a="http://schemas.openxmlformats.org/drawingml/2006/main">
            <a:off x="147447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1" name="Standardized person 568: without endpoint">
            <a:extLst xmlns:a="http://schemas.openxmlformats.org/drawingml/2006/main">
              <a:ext uri="{FF2B5EF4-FFF2-40B4-BE49-F238E27FC236}">
                <a16:creationId xmlns:a16="http://schemas.microsoft.com/office/drawing/2014/main" id="{D1380B01-3869-48B1-A6DC-DDBC5507D162}"/>
              </a:ext>
            </a:extLst>
          </p:cNvPr>
          <p:cNvSpPr>
            <a:spLocks xmlns:a="http://schemas.openxmlformats.org/drawingml/2006/main" noGrp="1"/>
          </p:cNvSpPr>
          <p:nvPr/>
        </p:nvSpPr>
        <p:spPr>
          <a:xfrm xmlns:a="http://schemas.openxmlformats.org/drawingml/2006/main">
            <a:off x="160591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2" name="Standardized person 569: without endpoint">
            <a:extLst xmlns:a="http://schemas.openxmlformats.org/drawingml/2006/main">
              <a:ext uri="{FF2B5EF4-FFF2-40B4-BE49-F238E27FC236}">
                <a16:creationId xmlns:a16="http://schemas.microsoft.com/office/drawing/2014/main" id="{9D0B653B-C59E-4085-9611-6355A5801057}"/>
              </a:ext>
            </a:extLst>
          </p:cNvPr>
          <p:cNvSpPr>
            <a:spLocks xmlns:a="http://schemas.openxmlformats.org/drawingml/2006/main" noGrp="1"/>
          </p:cNvSpPr>
          <p:nvPr/>
        </p:nvSpPr>
        <p:spPr>
          <a:xfrm xmlns:a="http://schemas.openxmlformats.org/drawingml/2006/main">
            <a:off x="173736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3" name="Standardized person 570: without endpoint">
            <a:extLst xmlns:a="http://schemas.openxmlformats.org/drawingml/2006/main">
              <a:ext uri="{FF2B5EF4-FFF2-40B4-BE49-F238E27FC236}">
                <a16:creationId xmlns:a16="http://schemas.microsoft.com/office/drawing/2014/main" id="{71F276AB-57E1-48F9-835B-307CF594C582}"/>
              </a:ext>
            </a:extLst>
          </p:cNvPr>
          <p:cNvSpPr>
            <a:spLocks xmlns:a="http://schemas.openxmlformats.org/drawingml/2006/main" noGrp="1"/>
          </p:cNvSpPr>
          <p:nvPr/>
        </p:nvSpPr>
        <p:spPr>
          <a:xfrm xmlns:a="http://schemas.openxmlformats.org/drawingml/2006/main">
            <a:off x="186880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4" name="Standardized person 571: without endpoint">
            <a:extLst xmlns:a="http://schemas.openxmlformats.org/drawingml/2006/main">
              <a:ext uri="{FF2B5EF4-FFF2-40B4-BE49-F238E27FC236}">
                <a16:creationId xmlns:a16="http://schemas.microsoft.com/office/drawing/2014/main" id="{1C88FE6C-B353-452C-BA72-5B6FEE679C4E}"/>
              </a:ext>
            </a:extLst>
          </p:cNvPr>
          <p:cNvSpPr>
            <a:spLocks xmlns:a="http://schemas.openxmlformats.org/drawingml/2006/main" noGrp="1"/>
          </p:cNvSpPr>
          <p:nvPr/>
        </p:nvSpPr>
        <p:spPr>
          <a:xfrm xmlns:a="http://schemas.openxmlformats.org/drawingml/2006/main">
            <a:off x="200025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5" name="Standardized person 572: without endpoint">
            <a:extLst xmlns:a="http://schemas.openxmlformats.org/drawingml/2006/main">
              <a:ext uri="{FF2B5EF4-FFF2-40B4-BE49-F238E27FC236}">
                <a16:creationId xmlns:a16="http://schemas.microsoft.com/office/drawing/2014/main" id="{46124187-BC10-4031-BF00-B6729110F63A}"/>
              </a:ext>
            </a:extLst>
          </p:cNvPr>
          <p:cNvSpPr>
            <a:spLocks xmlns:a="http://schemas.openxmlformats.org/drawingml/2006/main" noGrp="1"/>
          </p:cNvSpPr>
          <p:nvPr/>
        </p:nvSpPr>
        <p:spPr>
          <a:xfrm xmlns:a="http://schemas.openxmlformats.org/drawingml/2006/main">
            <a:off x="213169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6" name="Standardized person 573: without endpoint">
            <a:extLst xmlns:a="http://schemas.openxmlformats.org/drawingml/2006/main">
              <a:ext uri="{FF2B5EF4-FFF2-40B4-BE49-F238E27FC236}">
                <a16:creationId xmlns:a16="http://schemas.microsoft.com/office/drawing/2014/main" id="{F09C12CC-D573-47F3-959E-B64A42E4C381}"/>
              </a:ext>
            </a:extLst>
          </p:cNvPr>
          <p:cNvSpPr>
            <a:spLocks xmlns:a="http://schemas.openxmlformats.org/drawingml/2006/main" noGrp="1"/>
          </p:cNvSpPr>
          <p:nvPr/>
        </p:nvSpPr>
        <p:spPr>
          <a:xfrm xmlns:a="http://schemas.openxmlformats.org/drawingml/2006/main">
            <a:off x="226314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7" name="Standardized person 574: without endpoint">
            <a:extLst xmlns:a="http://schemas.openxmlformats.org/drawingml/2006/main">
              <a:ext uri="{FF2B5EF4-FFF2-40B4-BE49-F238E27FC236}">
                <a16:creationId xmlns:a16="http://schemas.microsoft.com/office/drawing/2014/main" id="{222CE9FB-EC3E-42FE-9FB6-44659707550A}"/>
              </a:ext>
            </a:extLst>
          </p:cNvPr>
          <p:cNvSpPr>
            <a:spLocks xmlns:a="http://schemas.openxmlformats.org/drawingml/2006/main" noGrp="1"/>
          </p:cNvSpPr>
          <p:nvPr/>
        </p:nvSpPr>
        <p:spPr>
          <a:xfrm xmlns:a="http://schemas.openxmlformats.org/drawingml/2006/main">
            <a:off x="239458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8" name="Standardized person 575: without endpoint">
            <a:extLst xmlns:a="http://schemas.openxmlformats.org/drawingml/2006/main">
              <a:ext uri="{FF2B5EF4-FFF2-40B4-BE49-F238E27FC236}">
                <a16:creationId xmlns:a16="http://schemas.microsoft.com/office/drawing/2014/main" id="{7D07F8ED-38EB-4312-95DC-37595E7EE3FC}"/>
              </a:ext>
            </a:extLst>
          </p:cNvPr>
          <p:cNvSpPr>
            <a:spLocks xmlns:a="http://schemas.openxmlformats.org/drawingml/2006/main" noGrp="1"/>
          </p:cNvSpPr>
          <p:nvPr/>
        </p:nvSpPr>
        <p:spPr>
          <a:xfrm xmlns:a="http://schemas.openxmlformats.org/drawingml/2006/main">
            <a:off x="252603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79" name="Standardized person 576: without endpoint">
            <a:extLst xmlns:a="http://schemas.openxmlformats.org/drawingml/2006/main">
              <a:ext uri="{FF2B5EF4-FFF2-40B4-BE49-F238E27FC236}">
                <a16:creationId xmlns:a16="http://schemas.microsoft.com/office/drawing/2014/main" id="{4B0D903D-0B1A-4581-9B0C-C7C90C8EF44E}"/>
              </a:ext>
            </a:extLst>
          </p:cNvPr>
          <p:cNvSpPr>
            <a:spLocks xmlns:a="http://schemas.openxmlformats.org/drawingml/2006/main" noGrp="1"/>
          </p:cNvSpPr>
          <p:nvPr/>
        </p:nvSpPr>
        <p:spPr>
          <a:xfrm xmlns:a="http://schemas.openxmlformats.org/drawingml/2006/main">
            <a:off x="265747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0" name="Standardized person 577: without endpoint">
            <a:extLst xmlns:a="http://schemas.openxmlformats.org/drawingml/2006/main">
              <a:ext uri="{FF2B5EF4-FFF2-40B4-BE49-F238E27FC236}">
                <a16:creationId xmlns:a16="http://schemas.microsoft.com/office/drawing/2014/main" id="{CE77E25F-C7F6-4853-A6D7-6F531DE5FF86}"/>
              </a:ext>
            </a:extLst>
          </p:cNvPr>
          <p:cNvSpPr>
            <a:spLocks xmlns:a="http://schemas.openxmlformats.org/drawingml/2006/main" noGrp="1"/>
          </p:cNvSpPr>
          <p:nvPr/>
        </p:nvSpPr>
        <p:spPr>
          <a:xfrm xmlns:a="http://schemas.openxmlformats.org/drawingml/2006/main">
            <a:off x="278892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1" name="Standardized person 578: without endpoint">
            <a:extLst xmlns:a="http://schemas.openxmlformats.org/drawingml/2006/main">
              <a:ext uri="{FF2B5EF4-FFF2-40B4-BE49-F238E27FC236}">
                <a16:creationId xmlns:a16="http://schemas.microsoft.com/office/drawing/2014/main" id="{8147FBF6-5872-4B22-BF06-32C43D9EDF06}"/>
              </a:ext>
            </a:extLst>
          </p:cNvPr>
          <p:cNvSpPr>
            <a:spLocks xmlns:a="http://schemas.openxmlformats.org/drawingml/2006/main" noGrp="1"/>
          </p:cNvSpPr>
          <p:nvPr/>
        </p:nvSpPr>
        <p:spPr>
          <a:xfrm xmlns:a="http://schemas.openxmlformats.org/drawingml/2006/main">
            <a:off x="292036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2" name="Standardized person 579: without endpoint">
            <a:extLst xmlns:a="http://schemas.openxmlformats.org/drawingml/2006/main">
              <a:ext uri="{FF2B5EF4-FFF2-40B4-BE49-F238E27FC236}">
                <a16:creationId xmlns:a16="http://schemas.microsoft.com/office/drawing/2014/main" id="{9DA6B516-B595-4A84-81FF-1643B10901D2}"/>
              </a:ext>
            </a:extLst>
          </p:cNvPr>
          <p:cNvSpPr>
            <a:spLocks xmlns:a="http://schemas.openxmlformats.org/drawingml/2006/main" noGrp="1"/>
          </p:cNvSpPr>
          <p:nvPr/>
        </p:nvSpPr>
        <p:spPr>
          <a:xfrm xmlns:a="http://schemas.openxmlformats.org/drawingml/2006/main">
            <a:off x="305181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3" name="Standardized person 580: without endpoint">
            <a:extLst xmlns:a="http://schemas.openxmlformats.org/drawingml/2006/main">
              <a:ext uri="{FF2B5EF4-FFF2-40B4-BE49-F238E27FC236}">
                <a16:creationId xmlns:a16="http://schemas.microsoft.com/office/drawing/2014/main" id="{154B4263-F509-4C3F-AD11-DBE748C9B8AE}"/>
              </a:ext>
            </a:extLst>
          </p:cNvPr>
          <p:cNvSpPr>
            <a:spLocks xmlns:a="http://schemas.openxmlformats.org/drawingml/2006/main" noGrp="1"/>
          </p:cNvSpPr>
          <p:nvPr/>
        </p:nvSpPr>
        <p:spPr>
          <a:xfrm xmlns:a="http://schemas.openxmlformats.org/drawingml/2006/main">
            <a:off x="318325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4" name="Standardized person 581: without endpoint">
            <a:extLst xmlns:a="http://schemas.openxmlformats.org/drawingml/2006/main">
              <a:ext uri="{FF2B5EF4-FFF2-40B4-BE49-F238E27FC236}">
                <a16:creationId xmlns:a16="http://schemas.microsoft.com/office/drawing/2014/main" id="{206C1994-0D28-4103-AF4E-4020DD462192}"/>
              </a:ext>
            </a:extLst>
          </p:cNvPr>
          <p:cNvSpPr>
            <a:spLocks xmlns:a="http://schemas.openxmlformats.org/drawingml/2006/main" noGrp="1"/>
          </p:cNvSpPr>
          <p:nvPr/>
        </p:nvSpPr>
        <p:spPr>
          <a:xfrm xmlns:a="http://schemas.openxmlformats.org/drawingml/2006/main">
            <a:off x="331470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5" name="Standardized person 582: without endpoint">
            <a:extLst xmlns:a="http://schemas.openxmlformats.org/drawingml/2006/main">
              <a:ext uri="{FF2B5EF4-FFF2-40B4-BE49-F238E27FC236}">
                <a16:creationId xmlns:a16="http://schemas.microsoft.com/office/drawing/2014/main" id="{194386B5-6E3C-4AD6-B733-8DF4F609783A}"/>
              </a:ext>
            </a:extLst>
          </p:cNvPr>
          <p:cNvSpPr>
            <a:spLocks xmlns:a="http://schemas.openxmlformats.org/drawingml/2006/main" noGrp="1"/>
          </p:cNvSpPr>
          <p:nvPr/>
        </p:nvSpPr>
        <p:spPr>
          <a:xfrm xmlns:a="http://schemas.openxmlformats.org/drawingml/2006/main">
            <a:off x="344614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6" name="Standardized person 583: without endpoint">
            <a:extLst xmlns:a="http://schemas.openxmlformats.org/drawingml/2006/main">
              <a:ext uri="{FF2B5EF4-FFF2-40B4-BE49-F238E27FC236}">
                <a16:creationId xmlns:a16="http://schemas.microsoft.com/office/drawing/2014/main" id="{039335FF-3D25-49A9-888B-6EFC8E635118}"/>
              </a:ext>
            </a:extLst>
          </p:cNvPr>
          <p:cNvSpPr>
            <a:spLocks xmlns:a="http://schemas.openxmlformats.org/drawingml/2006/main" noGrp="1"/>
          </p:cNvSpPr>
          <p:nvPr/>
        </p:nvSpPr>
        <p:spPr>
          <a:xfrm xmlns:a="http://schemas.openxmlformats.org/drawingml/2006/main">
            <a:off x="357759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7" name="Standardized person 584: without endpoint">
            <a:extLst xmlns:a="http://schemas.openxmlformats.org/drawingml/2006/main">
              <a:ext uri="{FF2B5EF4-FFF2-40B4-BE49-F238E27FC236}">
                <a16:creationId xmlns:a16="http://schemas.microsoft.com/office/drawing/2014/main" id="{3E3361AC-C744-4159-8EC1-902ADEACF264}"/>
              </a:ext>
            </a:extLst>
          </p:cNvPr>
          <p:cNvSpPr>
            <a:spLocks xmlns:a="http://schemas.openxmlformats.org/drawingml/2006/main" noGrp="1"/>
          </p:cNvSpPr>
          <p:nvPr/>
        </p:nvSpPr>
        <p:spPr>
          <a:xfrm xmlns:a="http://schemas.openxmlformats.org/drawingml/2006/main">
            <a:off x="370903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8" name="Standardized person 585: without endpoint">
            <a:extLst xmlns:a="http://schemas.openxmlformats.org/drawingml/2006/main">
              <a:ext uri="{FF2B5EF4-FFF2-40B4-BE49-F238E27FC236}">
                <a16:creationId xmlns:a16="http://schemas.microsoft.com/office/drawing/2014/main" id="{D64D25B7-805D-4182-8A9E-3614FD59B372}"/>
              </a:ext>
            </a:extLst>
          </p:cNvPr>
          <p:cNvSpPr>
            <a:spLocks xmlns:a="http://schemas.openxmlformats.org/drawingml/2006/main" noGrp="1"/>
          </p:cNvSpPr>
          <p:nvPr/>
        </p:nvSpPr>
        <p:spPr>
          <a:xfrm xmlns:a="http://schemas.openxmlformats.org/drawingml/2006/main">
            <a:off x="384048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89" name="Standardized person 586: without endpoint">
            <a:extLst xmlns:a="http://schemas.openxmlformats.org/drawingml/2006/main">
              <a:ext uri="{FF2B5EF4-FFF2-40B4-BE49-F238E27FC236}">
                <a16:creationId xmlns:a16="http://schemas.microsoft.com/office/drawing/2014/main" id="{821F45C8-364B-4657-A9EF-142A7C9726AF}"/>
              </a:ext>
            </a:extLst>
          </p:cNvPr>
          <p:cNvSpPr>
            <a:spLocks xmlns:a="http://schemas.openxmlformats.org/drawingml/2006/main" noGrp="1"/>
          </p:cNvSpPr>
          <p:nvPr/>
        </p:nvSpPr>
        <p:spPr>
          <a:xfrm xmlns:a="http://schemas.openxmlformats.org/drawingml/2006/main">
            <a:off x="397192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0" name="Standardized person 587: without endpoint">
            <a:extLst xmlns:a="http://schemas.openxmlformats.org/drawingml/2006/main">
              <a:ext uri="{FF2B5EF4-FFF2-40B4-BE49-F238E27FC236}">
                <a16:creationId xmlns:a16="http://schemas.microsoft.com/office/drawing/2014/main" id="{4BC7430C-16DF-4176-982E-977224429DD9}"/>
              </a:ext>
            </a:extLst>
          </p:cNvPr>
          <p:cNvSpPr>
            <a:spLocks xmlns:a="http://schemas.openxmlformats.org/drawingml/2006/main" noGrp="1"/>
          </p:cNvSpPr>
          <p:nvPr/>
        </p:nvSpPr>
        <p:spPr>
          <a:xfrm xmlns:a="http://schemas.openxmlformats.org/drawingml/2006/main">
            <a:off x="410337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1" name="Standardized person 588: without endpoint">
            <a:extLst xmlns:a="http://schemas.openxmlformats.org/drawingml/2006/main">
              <a:ext uri="{FF2B5EF4-FFF2-40B4-BE49-F238E27FC236}">
                <a16:creationId xmlns:a16="http://schemas.microsoft.com/office/drawing/2014/main" id="{9221BFA6-35D8-4FDD-91D6-AC2D5FCF36FE}"/>
              </a:ext>
            </a:extLst>
          </p:cNvPr>
          <p:cNvSpPr>
            <a:spLocks xmlns:a="http://schemas.openxmlformats.org/drawingml/2006/main" noGrp="1"/>
          </p:cNvSpPr>
          <p:nvPr/>
        </p:nvSpPr>
        <p:spPr>
          <a:xfrm xmlns:a="http://schemas.openxmlformats.org/drawingml/2006/main">
            <a:off x="423481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2" name="Standardized person 589: without endpoint">
            <a:extLst xmlns:a="http://schemas.openxmlformats.org/drawingml/2006/main">
              <a:ext uri="{FF2B5EF4-FFF2-40B4-BE49-F238E27FC236}">
                <a16:creationId xmlns:a16="http://schemas.microsoft.com/office/drawing/2014/main" id="{64356904-5DBF-40DB-8068-426FE887C867}"/>
              </a:ext>
            </a:extLst>
          </p:cNvPr>
          <p:cNvSpPr>
            <a:spLocks xmlns:a="http://schemas.openxmlformats.org/drawingml/2006/main" noGrp="1"/>
          </p:cNvSpPr>
          <p:nvPr/>
        </p:nvSpPr>
        <p:spPr>
          <a:xfrm xmlns:a="http://schemas.openxmlformats.org/drawingml/2006/main">
            <a:off x="436626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3" name="Standardized person 590: without endpoint">
            <a:extLst xmlns:a="http://schemas.openxmlformats.org/drawingml/2006/main">
              <a:ext uri="{FF2B5EF4-FFF2-40B4-BE49-F238E27FC236}">
                <a16:creationId xmlns:a16="http://schemas.microsoft.com/office/drawing/2014/main" id="{280DF20A-FFA1-420E-A6FE-205DE70318D7}"/>
              </a:ext>
            </a:extLst>
          </p:cNvPr>
          <p:cNvSpPr>
            <a:spLocks xmlns:a="http://schemas.openxmlformats.org/drawingml/2006/main" noGrp="1"/>
          </p:cNvSpPr>
          <p:nvPr/>
        </p:nvSpPr>
        <p:spPr>
          <a:xfrm xmlns:a="http://schemas.openxmlformats.org/drawingml/2006/main">
            <a:off x="449770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4" name="Standardized person 591: without endpoint">
            <a:extLst xmlns:a="http://schemas.openxmlformats.org/drawingml/2006/main">
              <a:ext uri="{FF2B5EF4-FFF2-40B4-BE49-F238E27FC236}">
                <a16:creationId xmlns:a16="http://schemas.microsoft.com/office/drawing/2014/main" id="{B99E05C8-BB26-4934-8B53-FC592712F258}"/>
              </a:ext>
            </a:extLst>
          </p:cNvPr>
          <p:cNvSpPr>
            <a:spLocks xmlns:a="http://schemas.openxmlformats.org/drawingml/2006/main" noGrp="1"/>
          </p:cNvSpPr>
          <p:nvPr/>
        </p:nvSpPr>
        <p:spPr>
          <a:xfrm xmlns:a="http://schemas.openxmlformats.org/drawingml/2006/main">
            <a:off x="462915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5" name="Standardized person 592: without endpoint">
            <a:extLst xmlns:a="http://schemas.openxmlformats.org/drawingml/2006/main">
              <a:ext uri="{FF2B5EF4-FFF2-40B4-BE49-F238E27FC236}">
                <a16:creationId xmlns:a16="http://schemas.microsoft.com/office/drawing/2014/main" id="{980AB424-DCFF-4F92-9890-AA0109EE0533}"/>
              </a:ext>
            </a:extLst>
          </p:cNvPr>
          <p:cNvSpPr>
            <a:spLocks xmlns:a="http://schemas.openxmlformats.org/drawingml/2006/main" noGrp="1"/>
          </p:cNvSpPr>
          <p:nvPr/>
        </p:nvSpPr>
        <p:spPr>
          <a:xfrm xmlns:a="http://schemas.openxmlformats.org/drawingml/2006/main">
            <a:off x="476059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6" name="Standardized person 593: without endpoint">
            <a:extLst xmlns:a="http://schemas.openxmlformats.org/drawingml/2006/main">
              <a:ext uri="{FF2B5EF4-FFF2-40B4-BE49-F238E27FC236}">
                <a16:creationId xmlns:a16="http://schemas.microsoft.com/office/drawing/2014/main" id="{3E60ACF3-F914-43A7-A02E-6A6448EBA219}"/>
              </a:ext>
            </a:extLst>
          </p:cNvPr>
          <p:cNvSpPr>
            <a:spLocks xmlns:a="http://schemas.openxmlformats.org/drawingml/2006/main" noGrp="1"/>
          </p:cNvSpPr>
          <p:nvPr/>
        </p:nvSpPr>
        <p:spPr>
          <a:xfrm xmlns:a="http://schemas.openxmlformats.org/drawingml/2006/main">
            <a:off x="489204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7" name="Standardized person 594: without endpoint">
            <a:extLst xmlns:a="http://schemas.openxmlformats.org/drawingml/2006/main">
              <a:ext uri="{FF2B5EF4-FFF2-40B4-BE49-F238E27FC236}">
                <a16:creationId xmlns:a16="http://schemas.microsoft.com/office/drawing/2014/main" id="{B0D3ABD9-0A7E-45FB-8EC8-C12C6F4DD0B6}"/>
              </a:ext>
            </a:extLst>
          </p:cNvPr>
          <p:cNvSpPr>
            <a:spLocks xmlns:a="http://schemas.openxmlformats.org/drawingml/2006/main" noGrp="1"/>
          </p:cNvSpPr>
          <p:nvPr/>
        </p:nvSpPr>
        <p:spPr>
          <a:xfrm xmlns:a="http://schemas.openxmlformats.org/drawingml/2006/main">
            <a:off x="502348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8" name="Standardized person 595: without endpoint">
            <a:extLst xmlns:a="http://schemas.openxmlformats.org/drawingml/2006/main">
              <a:ext uri="{FF2B5EF4-FFF2-40B4-BE49-F238E27FC236}">
                <a16:creationId xmlns:a16="http://schemas.microsoft.com/office/drawing/2014/main" id="{5FC919EF-F898-4034-A073-3AA6C483714E}"/>
              </a:ext>
            </a:extLst>
          </p:cNvPr>
          <p:cNvSpPr>
            <a:spLocks xmlns:a="http://schemas.openxmlformats.org/drawingml/2006/main" noGrp="1"/>
          </p:cNvSpPr>
          <p:nvPr/>
        </p:nvSpPr>
        <p:spPr>
          <a:xfrm xmlns:a="http://schemas.openxmlformats.org/drawingml/2006/main">
            <a:off x="515493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599" name="Standardized person 596: without endpoint">
            <a:extLst xmlns:a="http://schemas.openxmlformats.org/drawingml/2006/main">
              <a:ext uri="{FF2B5EF4-FFF2-40B4-BE49-F238E27FC236}">
                <a16:creationId xmlns:a16="http://schemas.microsoft.com/office/drawing/2014/main" id="{2E689697-A9FD-4A18-B00A-14264AE43661}"/>
              </a:ext>
            </a:extLst>
          </p:cNvPr>
          <p:cNvSpPr>
            <a:spLocks xmlns:a="http://schemas.openxmlformats.org/drawingml/2006/main" noGrp="1"/>
          </p:cNvSpPr>
          <p:nvPr/>
        </p:nvSpPr>
        <p:spPr>
          <a:xfrm xmlns:a="http://schemas.openxmlformats.org/drawingml/2006/main">
            <a:off x="528637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0" name="Standardized person 597: without endpoint">
            <a:extLst xmlns:a="http://schemas.openxmlformats.org/drawingml/2006/main">
              <a:ext uri="{FF2B5EF4-FFF2-40B4-BE49-F238E27FC236}">
                <a16:creationId xmlns:a16="http://schemas.microsoft.com/office/drawing/2014/main" id="{687C69D1-5601-45F5-A2F7-ABF7B8C06DD4}"/>
              </a:ext>
            </a:extLst>
          </p:cNvPr>
          <p:cNvSpPr>
            <a:spLocks xmlns:a="http://schemas.openxmlformats.org/drawingml/2006/main" noGrp="1"/>
          </p:cNvSpPr>
          <p:nvPr/>
        </p:nvSpPr>
        <p:spPr>
          <a:xfrm xmlns:a="http://schemas.openxmlformats.org/drawingml/2006/main">
            <a:off x="541782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1" name="Standardized person 598: without endpoint">
            <a:extLst xmlns:a="http://schemas.openxmlformats.org/drawingml/2006/main">
              <a:ext uri="{FF2B5EF4-FFF2-40B4-BE49-F238E27FC236}">
                <a16:creationId xmlns:a16="http://schemas.microsoft.com/office/drawing/2014/main" id="{BF3F8CBD-11A6-4226-BFD6-97BDF5EFD1FB}"/>
              </a:ext>
            </a:extLst>
          </p:cNvPr>
          <p:cNvSpPr>
            <a:spLocks xmlns:a="http://schemas.openxmlformats.org/drawingml/2006/main" noGrp="1"/>
          </p:cNvSpPr>
          <p:nvPr/>
        </p:nvSpPr>
        <p:spPr>
          <a:xfrm xmlns:a="http://schemas.openxmlformats.org/drawingml/2006/main">
            <a:off x="554926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2" name="Standardized person 599: without endpoint">
            <a:extLst xmlns:a="http://schemas.openxmlformats.org/drawingml/2006/main">
              <a:ext uri="{FF2B5EF4-FFF2-40B4-BE49-F238E27FC236}">
                <a16:creationId xmlns:a16="http://schemas.microsoft.com/office/drawing/2014/main" id="{560033AF-CDDD-4F56-A56F-ECF123D9CC65}"/>
              </a:ext>
            </a:extLst>
          </p:cNvPr>
          <p:cNvSpPr>
            <a:spLocks xmlns:a="http://schemas.openxmlformats.org/drawingml/2006/main" noGrp="1"/>
          </p:cNvSpPr>
          <p:nvPr/>
        </p:nvSpPr>
        <p:spPr>
          <a:xfrm xmlns:a="http://schemas.openxmlformats.org/drawingml/2006/main">
            <a:off x="568071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3" name="Standardized person 600: without endpoint">
            <a:extLst xmlns:a="http://schemas.openxmlformats.org/drawingml/2006/main">
              <a:ext uri="{FF2B5EF4-FFF2-40B4-BE49-F238E27FC236}">
                <a16:creationId xmlns:a16="http://schemas.microsoft.com/office/drawing/2014/main" id="{4F8DA8AA-39AE-45F8-9E78-72BABE42BA95}"/>
              </a:ext>
            </a:extLst>
          </p:cNvPr>
          <p:cNvSpPr>
            <a:spLocks xmlns:a="http://schemas.openxmlformats.org/drawingml/2006/main" noGrp="1"/>
          </p:cNvSpPr>
          <p:nvPr/>
        </p:nvSpPr>
        <p:spPr>
          <a:xfrm xmlns:a="http://schemas.openxmlformats.org/drawingml/2006/main">
            <a:off x="581215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4" name="Standardized person 601: without endpoint">
            <a:extLst xmlns:a="http://schemas.openxmlformats.org/drawingml/2006/main">
              <a:ext uri="{FF2B5EF4-FFF2-40B4-BE49-F238E27FC236}">
                <a16:creationId xmlns:a16="http://schemas.microsoft.com/office/drawing/2014/main" id="{89662D28-14B5-4FC8-ABDA-50DAFA75D2B6}"/>
              </a:ext>
            </a:extLst>
          </p:cNvPr>
          <p:cNvSpPr>
            <a:spLocks xmlns:a="http://schemas.openxmlformats.org/drawingml/2006/main" noGrp="1"/>
          </p:cNvSpPr>
          <p:nvPr/>
        </p:nvSpPr>
        <p:spPr>
          <a:xfrm xmlns:a="http://schemas.openxmlformats.org/drawingml/2006/main">
            <a:off x="68580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5" name="Standardized person 602: without endpoint">
            <a:extLst xmlns:a="http://schemas.openxmlformats.org/drawingml/2006/main">
              <a:ext uri="{FF2B5EF4-FFF2-40B4-BE49-F238E27FC236}">
                <a16:creationId xmlns:a16="http://schemas.microsoft.com/office/drawing/2014/main" id="{8E92F12F-D72B-4807-8402-934189C366D5}"/>
              </a:ext>
            </a:extLst>
          </p:cNvPr>
          <p:cNvSpPr>
            <a:spLocks xmlns:a="http://schemas.openxmlformats.org/drawingml/2006/main" noGrp="1"/>
          </p:cNvSpPr>
          <p:nvPr/>
        </p:nvSpPr>
        <p:spPr>
          <a:xfrm xmlns:a="http://schemas.openxmlformats.org/drawingml/2006/main">
            <a:off x="81724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6" name="Standardized person 603: without endpoint">
            <a:extLst xmlns:a="http://schemas.openxmlformats.org/drawingml/2006/main">
              <a:ext uri="{FF2B5EF4-FFF2-40B4-BE49-F238E27FC236}">
                <a16:creationId xmlns:a16="http://schemas.microsoft.com/office/drawing/2014/main" id="{7E01C56F-FCAF-4685-A06A-996982CF7DC2}"/>
              </a:ext>
            </a:extLst>
          </p:cNvPr>
          <p:cNvSpPr>
            <a:spLocks xmlns:a="http://schemas.openxmlformats.org/drawingml/2006/main" noGrp="1"/>
          </p:cNvSpPr>
          <p:nvPr/>
        </p:nvSpPr>
        <p:spPr>
          <a:xfrm xmlns:a="http://schemas.openxmlformats.org/drawingml/2006/main">
            <a:off x="94869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7" name="Standardized person 604: without endpoint">
            <a:extLst xmlns:a="http://schemas.openxmlformats.org/drawingml/2006/main">
              <a:ext uri="{FF2B5EF4-FFF2-40B4-BE49-F238E27FC236}">
                <a16:creationId xmlns:a16="http://schemas.microsoft.com/office/drawing/2014/main" id="{A71956E7-0FAF-4C3A-8221-7BF8CE7A1AC5}"/>
              </a:ext>
            </a:extLst>
          </p:cNvPr>
          <p:cNvSpPr>
            <a:spLocks xmlns:a="http://schemas.openxmlformats.org/drawingml/2006/main" noGrp="1"/>
          </p:cNvSpPr>
          <p:nvPr/>
        </p:nvSpPr>
        <p:spPr>
          <a:xfrm xmlns:a="http://schemas.openxmlformats.org/drawingml/2006/main">
            <a:off x="108013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8" name="Standardized person 605: without endpoint">
            <a:extLst xmlns:a="http://schemas.openxmlformats.org/drawingml/2006/main">
              <a:ext uri="{FF2B5EF4-FFF2-40B4-BE49-F238E27FC236}">
                <a16:creationId xmlns:a16="http://schemas.microsoft.com/office/drawing/2014/main" id="{E73A3C31-B010-4239-9E6C-EDA9F24B1FFC}"/>
              </a:ext>
            </a:extLst>
          </p:cNvPr>
          <p:cNvSpPr>
            <a:spLocks xmlns:a="http://schemas.openxmlformats.org/drawingml/2006/main" noGrp="1"/>
          </p:cNvSpPr>
          <p:nvPr/>
        </p:nvSpPr>
        <p:spPr>
          <a:xfrm xmlns:a="http://schemas.openxmlformats.org/drawingml/2006/main">
            <a:off x="121158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09" name="Standardized person 606: without endpoint">
            <a:extLst xmlns:a="http://schemas.openxmlformats.org/drawingml/2006/main">
              <a:ext uri="{FF2B5EF4-FFF2-40B4-BE49-F238E27FC236}">
                <a16:creationId xmlns:a16="http://schemas.microsoft.com/office/drawing/2014/main" id="{493A98A3-C2AD-4681-AA47-3652911E2F6C}"/>
              </a:ext>
            </a:extLst>
          </p:cNvPr>
          <p:cNvSpPr>
            <a:spLocks xmlns:a="http://schemas.openxmlformats.org/drawingml/2006/main" noGrp="1"/>
          </p:cNvSpPr>
          <p:nvPr/>
        </p:nvSpPr>
        <p:spPr>
          <a:xfrm xmlns:a="http://schemas.openxmlformats.org/drawingml/2006/main">
            <a:off x="134302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0" name="Standardized person 607: without endpoint">
            <a:extLst xmlns:a="http://schemas.openxmlformats.org/drawingml/2006/main">
              <a:ext uri="{FF2B5EF4-FFF2-40B4-BE49-F238E27FC236}">
                <a16:creationId xmlns:a16="http://schemas.microsoft.com/office/drawing/2014/main" id="{50FE4C03-C173-446B-957B-81F06FBE82F6}"/>
              </a:ext>
            </a:extLst>
          </p:cNvPr>
          <p:cNvSpPr>
            <a:spLocks xmlns:a="http://schemas.openxmlformats.org/drawingml/2006/main" noGrp="1"/>
          </p:cNvSpPr>
          <p:nvPr/>
        </p:nvSpPr>
        <p:spPr>
          <a:xfrm xmlns:a="http://schemas.openxmlformats.org/drawingml/2006/main">
            <a:off x="147447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1" name="Standardized person 608: without endpoint">
            <a:extLst xmlns:a="http://schemas.openxmlformats.org/drawingml/2006/main">
              <a:ext uri="{FF2B5EF4-FFF2-40B4-BE49-F238E27FC236}">
                <a16:creationId xmlns:a16="http://schemas.microsoft.com/office/drawing/2014/main" id="{91D220FD-F4BA-4C79-8DEC-66C0C8325D0C}"/>
              </a:ext>
            </a:extLst>
          </p:cNvPr>
          <p:cNvSpPr>
            <a:spLocks xmlns:a="http://schemas.openxmlformats.org/drawingml/2006/main" noGrp="1"/>
          </p:cNvSpPr>
          <p:nvPr/>
        </p:nvSpPr>
        <p:spPr>
          <a:xfrm xmlns:a="http://schemas.openxmlformats.org/drawingml/2006/main">
            <a:off x="160591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2" name="Standardized person 609: without endpoint">
            <a:extLst xmlns:a="http://schemas.openxmlformats.org/drawingml/2006/main">
              <a:ext uri="{FF2B5EF4-FFF2-40B4-BE49-F238E27FC236}">
                <a16:creationId xmlns:a16="http://schemas.microsoft.com/office/drawing/2014/main" id="{156E224E-F3BE-41D1-922D-D74353E8A9D9}"/>
              </a:ext>
            </a:extLst>
          </p:cNvPr>
          <p:cNvSpPr>
            <a:spLocks xmlns:a="http://schemas.openxmlformats.org/drawingml/2006/main" noGrp="1"/>
          </p:cNvSpPr>
          <p:nvPr/>
        </p:nvSpPr>
        <p:spPr>
          <a:xfrm xmlns:a="http://schemas.openxmlformats.org/drawingml/2006/main">
            <a:off x="173736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3" name="Standardized person 610: without endpoint">
            <a:extLst xmlns:a="http://schemas.openxmlformats.org/drawingml/2006/main">
              <a:ext uri="{FF2B5EF4-FFF2-40B4-BE49-F238E27FC236}">
                <a16:creationId xmlns:a16="http://schemas.microsoft.com/office/drawing/2014/main" id="{FA1390C1-2F09-4E1D-95E9-E3175F6D0A8C}"/>
              </a:ext>
            </a:extLst>
          </p:cNvPr>
          <p:cNvSpPr>
            <a:spLocks xmlns:a="http://schemas.openxmlformats.org/drawingml/2006/main" noGrp="1"/>
          </p:cNvSpPr>
          <p:nvPr/>
        </p:nvSpPr>
        <p:spPr>
          <a:xfrm xmlns:a="http://schemas.openxmlformats.org/drawingml/2006/main">
            <a:off x="186880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4" name="Standardized person 611: without endpoint">
            <a:extLst xmlns:a="http://schemas.openxmlformats.org/drawingml/2006/main">
              <a:ext uri="{FF2B5EF4-FFF2-40B4-BE49-F238E27FC236}">
                <a16:creationId xmlns:a16="http://schemas.microsoft.com/office/drawing/2014/main" id="{8DABC1D9-BB61-4DC0-97D4-BAC71309C922}"/>
              </a:ext>
            </a:extLst>
          </p:cNvPr>
          <p:cNvSpPr>
            <a:spLocks xmlns:a="http://schemas.openxmlformats.org/drawingml/2006/main" noGrp="1"/>
          </p:cNvSpPr>
          <p:nvPr/>
        </p:nvSpPr>
        <p:spPr>
          <a:xfrm xmlns:a="http://schemas.openxmlformats.org/drawingml/2006/main">
            <a:off x="200025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5" name="Standardized person 612: without endpoint">
            <a:extLst xmlns:a="http://schemas.openxmlformats.org/drawingml/2006/main">
              <a:ext uri="{FF2B5EF4-FFF2-40B4-BE49-F238E27FC236}">
                <a16:creationId xmlns:a16="http://schemas.microsoft.com/office/drawing/2014/main" id="{D5187175-3F20-4621-86BF-A8A490AE431E}"/>
              </a:ext>
            </a:extLst>
          </p:cNvPr>
          <p:cNvSpPr>
            <a:spLocks xmlns:a="http://schemas.openxmlformats.org/drawingml/2006/main" noGrp="1"/>
          </p:cNvSpPr>
          <p:nvPr/>
        </p:nvSpPr>
        <p:spPr>
          <a:xfrm xmlns:a="http://schemas.openxmlformats.org/drawingml/2006/main">
            <a:off x="213169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6" name="Standardized person 613: without endpoint">
            <a:extLst xmlns:a="http://schemas.openxmlformats.org/drawingml/2006/main">
              <a:ext uri="{FF2B5EF4-FFF2-40B4-BE49-F238E27FC236}">
                <a16:creationId xmlns:a16="http://schemas.microsoft.com/office/drawing/2014/main" id="{9509982E-A50B-47B4-9A84-536D9869DA15}"/>
              </a:ext>
            </a:extLst>
          </p:cNvPr>
          <p:cNvSpPr>
            <a:spLocks xmlns:a="http://schemas.openxmlformats.org/drawingml/2006/main" noGrp="1"/>
          </p:cNvSpPr>
          <p:nvPr/>
        </p:nvSpPr>
        <p:spPr>
          <a:xfrm xmlns:a="http://schemas.openxmlformats.org/drawingml/2006/main">
            <a:off x="226314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7" name="Standardized person 614: without endpoint">
            <a:extLst xmlns:a="http://schemas.openxmlformats.org/drawingml/2006/main">
              <a:ext uri="{FF2B5EF4-FFF2-40B4-BE49-F238E27FC236}">
                <a16:creationId xmlns:a16="http://schemas.microsoft.com/office/drawing/2014/main" id="{5B08F1A0-BCD1-42AA-B71A-1DC43023BF6B}"/>
              </a:ext>
            </a:extLst>
          </p:cNvPr>
          <p:cNvSpPr>
            <a:spLocks xmlns:a="http://schemas.openxmlformats.org/drawingml/2006/main" noGrp="1"/>
          </p:cNvSpPr>
          <p:nvPr/>
        </p:nvSpPr>
        <p:spPr>
          <a:xfrm xmlns:a="http://schemas.openxmlformats.org/drawingml/2006/main">
            <a:off x="239458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8" name="Standardized person 615: without endpoint">
            <a:extLst xmlns:a="http://schemas.openxmlformats.org/drawingml/2006/main">
              <a:ext uri="{FF2B5EF4-FFF2-40B4-BE49-F238E27FC236}">
                <a16:creationId xmlns:a16="http://schemas.microsoft.com/office/drawing/2014/main" id="{45A8AE89-E585-4F4B-AA6B-617C6B0A20A4}"/>
              </a:ext>
            </a:extLst>
          </p:cNvPr>
          <p:cNvSpPr>
            <a:spLocks xmlns:a="http://schemas.openxmlformats.org/drawingml/2006/main" noGrp="1"/>
          </p:cNvSpPr>
          <p:nvPr/>
        </p:nvSpPr>
        <p:spPr>
          <a:xfrm xmlns:a="http://schemas.openxmlformats.org/drawingml/2006/main">
            <a:off x="252603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19" name="Standardized person 616: without endpoint">
            <a:extLst xmlns:a="http://schemas.openxmlformats.org/drawingml/2006/main">
              <a:ext uri="{FF2B5EF4-FFF2-40B4-BE49-F238E27FC236}">
                <a16:creationId xmlns:a16="http://schemas.microsoft.com/office/drawing/2014/main" id="{5B6749A5-1308-40BD-801F-08D65FF0FFDA}"/>
              </a:ext>
            </a:extLst>
          </p:cNvPr>
          <p:cNvSpPr>
            <a:spLocks xmlns:a="http://schemas.openxmlformats.org/drawingml/2006/main" noGrp="1"/>
          </p:cNvSpPr>
          <p:nvPr/>
        </p:nvSpPr>
        <p:spPr>
          <a:xfrm xmlns:a="http://schemas.openxmlformats.org/drawingml/2006/main">
            <a:off x="265747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0" name="Standardized person 617: without endpoint">
            <a:extLst xmlns:a="http://schemas.openxmlformats.org/drawingml/2006/main">
              <a:ext uri="{FF2B5EF4-FFF2-40B4-BE49-F238E27FC236}">
                <a16:creationId xmlns:a16="http://schemas.microsoft.com/office/drawing/2014/main" id="{B6221065-B4BD-4FA9-A41A-BA49C963575B}"/>
              </a:ext>
            </a:extLst>
          </p:cNvPr>
          <p:cNvSpPr>
            <a:spLocks xmlns:a="http://schemas.openxmlformats.org/drawingml/2006/main" noGrp="1"/>
          </p:cNvSpPr>
          <p:nvPr/>
        </p:nvSpPr>
        <p:spPr>
          <a:xfrm xmlns:a="http://schemas.openxmlformats.org/drawingml/2006/main">
            <a:off x="278892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1" name="Standardized person 618: without endpoint">
            <a:extLst xmlns:a="http://schemas.openxmlformats.org/drawingml/2006/main">
              <a:ext uri="{FF2B5EF4-FFF2-40B4-BE49-F238E27FC236}">
                <a16:creationId xmlns:a16="http://schemas.microsoft.com/office/drawing/2014/main" id="{191EB7FE-9288-41A0-B806-5E987162039D}"/>
              </a:ext>
            </a:extLst>
          </p:cNvPr>
          <p:cNvSpPr>
            <a:spLocks xmlns:a="http://schemas.openxmlformats.org/drawingml/2006/main" noGrp="1"/>
          </p:cNvSpPr>
          <p:nvPr/>
        </p:nvSpPr>
        <p:spPr>
          <a:xfrm xmlns:a="http://schemas.openxmlformats.org/drawingml/2006/main">
            <a:off x="292036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2" name="Standardized person 619: without endpoint">
            <a:extLst xmlns:a="http://schemas.openxmlformats.org/drawingml/2006/main">
              <a:ext uri="{FF2B5EF4-FFF2-40B4-BE49-F238E27FC236}">
                <a16:creationId xmlns:a16="http://schemas.microsoft.com/office/drawing/2014/main" id="{226164B5-FB4D-4567-BAE5-30E66682D663}"/>
              </a:ext>
            </a:extLst>
          </p:cNvPr>
          <p:cNvSpPr>
            <a:spLocks xmlns:a="http://schemas.openxmlformats.org/drawingml/2006/main" noGrp="1"/>
          </p:cNvSpPr>
          <p:nvPr/>
        </p:nvSpPr>
        <p:spPr>
          <a:xfrm xmlns:a="http://schemas.openxmlformats.org/drawingml/2006/main">
            <a:off x="305181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3" name="Standardized person 620: without endpoint">
            <a:extLst xmlns:a="http://schemas.openxmlformats.org/drawingml/2006/main">
              <a:ext uri="{FF2B5EF4-FFF2-40B4-BE49-F238E27FC236}">
                <a16:creationId xmlns:a16="http://schemas.microsoft.com/office/drawing/2014/main" id="{CE2DF6BC-6EB7-4E74-A630-6132A2DF264C}"/>
              </a:ext>
            </a:extLst>
          </p:cNvPr>
          <p:cNvSpPr>
            <a:spLocks xmlns:a="http://schemas.openxmlformats.org/drawingml/2006/main" noGrp="1"/>
          </p:cNvSpPr>
          <p:nvPr/>
        </p:nvSpPr>
        <p:spPr>
          <a:xfrm xmlns:a="http://schemas.openxmlformats.org/drawingml/2006/main">
            <a:off x="318325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4" name="Standardized person 621: without endpoint">
            <a:extLst xmlns:a="http://schemas.openxmlformats.org/drawingml/2006/main">
              <a:ext uri="{FF2B5EF4-FFF2-40B4-BE49-F238E27FC236}">
                <a16:creationId xmlns:a16="http://schemas.microsoft.com/office/drawing/2014/main" id="{FEF65DD8-0FD1-4C27-ACE2-8536A513EF66}"/>
              </a:ext>
            </a:extLst>
          </p:cNvPr>
          <p:cNvSpPr>
            <a:spLocks xmlns:a="http://schemas.openxmlformats.org/drawingml/2006/main" noGrp="1"/>
          </p:cNvSpPr>
          <p:nvPr/>
        </p:nvSpPr>
        <p:spPr>
          <a:xfrm xmlns:a="http://schemas.openxmlformats.org/drawingml/2006/main">
            <a:off x="331470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5" name="Standardized person 622: without endpoint">
            <a:extLst xmlns:a="http://schemas.openxmlformats.org/drawingml/2006/main">
              <a:ext uri="{FF2B5EF4-FFF2-40B4-BE49-F238E27FC236}">
                <a16:creationId xmlns:a16="http://schemas.microsoft.com/office/drawing/2014/main" id="{3401CFCD-6ECF-4309-8F11-680DB4099234}"/>
              </a:ext>
            </a:extLst>
          </p:cNvPr>
          <p:cNvSpPr>
            <a:spLocks xmlns:a="http://schemas.openxmlformats.org/drawingml/2006/main" noGrp="1"/>
          </p:cNvSpPr>
          <p:nvPr/>
        </p:nvSpPr>
        <p:spPr>
          <a:xfrm xmlns:a="http://schemas.openxmlformats.org/drawingml/2006/main">
            <a:off x="344614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6" name="Standardized person 623: without endpoint">
            <a:extLst xmlns:a="http://schemas.openxmlformats.org/drawingml/2006/main">
              <a:ext uri="{FF2B5EF4-FFF2-40B4-BE49-F238E27FC236}">
                <a16:creationId xmlns:a16="http://schemas.microsoft.com/office/drawing/2014/main" id="{CC91F689-0662-4607-AEA2-2DC4687616DE}"/>
              </a:ext>
            </a:extLst>
          </p:cNvPr>
          <p:cNvSpPr>
            <a:spLocks xmlns:a="http://schemas.openxmlformats.org/drawingml/2006/main" noGrp="1"/>
          </p:cNvSpPr>
          <p:nvPr/>
        </p:nvSpPr>
        <p:spPr>
          <a:xfrm xmlns:a="http://schemas.openxmlformats.org/drawingml/2006/main">
            <a:off x="357759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7" name="Standardized person 624: without endpoint">
            <a:extLst xmlns:a="http://schemas.openxmlformats.org/drawingml/2006/main">
              <a:ext uri="{FF2B5EF4-FFF2-40B4-BE49-F238E27FC236}">
                <a16:creationId xmlns:a16="http://schemas.microsoft.com/office/drawing/2014/main" id="{E4E6257D-36C4-477C-A33D-38278CEDA530}"/>
              </a:ext>
            </a:extLst>
          </p:cNvPr>
          <p:cNvSpPr>
            <a:spLocks xmlns:a="http://schemas.openxmlformats.org/drawingml/2006/main" noGrp="1"/>
          </p:cNvSpPr>
          <p:nvPr/>
        </p:nvSpPr>
        <p:spPr>
          <a:xfrm xmlns:a="http://schemas.openxmlformats.org/drawingml/2006/main">
            <a:off x="370903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8" name="Standardized person 625: without endpoint">
            <a:extLst xmlns:a="http://schemas.openxmlformats.org/drawingml/2006/main">
              <a:ext uri="{FF2B5EF4-FFF2-40B4-BE49-F238E27FC236}">
                <a16:creationId xmlns:a16="http://schemas.microsoft.com/office/drawing/2014/main" id="{10BA5D81-5B5D-4FCE-B717-2A0D81C76F60}"/>
              </a:ext>
            </a:extLst>
          </p:cNvPr>
          <p:cNvSpPr>
            <a:spLocks xmlns:a="http://schemas.openxmlformats.org/drawingml/2006/main" noGrp="1"/>
          </p:cNvSpPr>
          <p:nvPr/>
        </p:nvSpPr>
        <p:spPr>
          <a:xfrm xmlns:a="http://schemas.openxmlformats.org/drawingml/2006/main">
            <a:off x="384048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29" name="Standardized person 626: without endpoint">
            <a:extLst xmlns:a="http://schemas.openxmlformats.org/drawingml/2006/main">
              <a:ext uri="{FF2B5EF4-FFF2-40B4-BE49-F238E27FC236}">
                <a16:creationId xmlns:a16="http://schemas.microsoft.com/office/drawing/2014/main" id="{E216504A-8BD3-47D6-AC0B-C295E0DBB8BA}"/>
              </a:ext>
            </a:extLst>
          </p:cNvPr>
          <p:cNvSpPr>
            <a:spLocks xmlns:a="http://schemas.openxmlformats.org/drawingml/2006/main" noGrp="1"/>
          </p:cNvSpPr>
          <p:nvPr/>
        </p:nvSpPr>
        <p:spPr>
          <a:xfrm xmlns:a="http://schemas.openxmlformats.org/drawingml/2006/main">
            <a:off x="397192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0" name="Standardized person 627: without endpoint">
            <a:extLst xmlns:a="http://schemas.openxmlformats.org/drawingml/2006/main">
              <a:ext uri="{FF2B5EF4-FFF2-40B4-BE49-F238E27FC236}">
                <a16:creationId xmlns:a16="http://schemas.microsoft.com/office/drawing/2014/main" id="{356A09E4-338F-4B41-8D94-2A0DF48371C1}"/>
              </a:ext>
            </a:extLst>
          </p:cNvPr>
          <p:cNvSpPr>
            <a:spLocks xmlns:a="http://schemas.openxmlformats.org/drawingml/2006/main" noGrp="1"/>
          </p:cNvSpPr>
          <p:nvPr/>
        </p:nvSpPr>
        <p:spPr>
          <a:xfrm xmlns:a="http://schemas.openxmlformats.org/drawingml/2006/main">
            <a:off x="410337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1" name="Standardized person 628: without endpoint">
            <a:extLst xmlns:a="http://schemas.openxmlformats.org/drawingml/2006/main">
              <a:ext uri="{FF2B5EF4-FFF2-40B4-BE49-F238E27FC236}">
                <a16:creationId xmlns:a16="http://schemas.microsoft.com/office/drawing/2014/main" id="{AF286BB2-18AD-4E90-BFD2-8F2A25010EAC}"/>
              </a:ext>
            </a:extLst>
          </p:cNvPr>
          <p:cNvSpPr>
            <a:spLocks xmlns:a="http://schemas.openxmlformats.org/drawingml/2006/main" noGrp="1"/>
          </p:cNvSpPr>
          <p:nvPr/>
        </p:nvSpPr>
        <p:spPr>
          <a:xfrm xmlns:a="http://schemas.openxmlformats.org/drawingml/2006/main">
            <a:off x="423481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2" name="Standardized person 629: without endpoint">
            <a:extLst xmlns:a="http://schemas.openxmlformats.org/drawingml/2006/main">
              <a:ext uri="{FF2B5EF4-FFF2-40B4-BE49-F238E27FC236}">
                <a16:creationId xmlns:a16="http://schemas.microsoft.com/office/drawing/2014/main" id="{F2ABAB6D-0649-4927-B604-EA3043ECCBA7}"/>
              </a:ext>
            </a:extLst>
          </p:cNvPr>
          <p:cNvSpPr>
            <a:spLocks xmlns:a="http://schemas.openxmlformats.org/drawingml/2006/main" noGrp="1"/>
          </p:cNvSpPr>
          <p:nvPr/>
        </p:nvSpPr>
        <p:spPr>
          <a:xfrm xmlns:a="http://schemas.openxmlformats.org/drawingml/2006/main">
            <a:off x="436626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3" name="Standardized person 630: without endpoint">
            <a:extLst xmlns:a="http://schemas.openxmlformats.org/drawingml/2006/main">
              <a:ext uri="{FF2B5EF4-FFF2-40B4-BE49-F238E27FC236}">
                <a16:creationId xmlns:a16="http://schemas.microsoft.com/office/drawing/2014/main" id="{C3103FC4-5AA4-4448-B462-7A316C418AA7}"/>
              </a:ext>
            </a:extLst>
          </p:cNvPr>
          <p:cNvSpPr>
            <a:spLocks xmlns:a="http://schemas.openxmlformats.org/drawingml/2006/main" noGrp="1"/>
          </p:cNvSpPr>
          <p:nvPr/>
        </p:nvSpPr>
        <p:spPr>
          <a:xfrm xmlns:a="http://schemas.openxmlformats.org/drawingml/2006/main">
            <a:off x="449770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4" name="Standardized person 631: without endpoint">
            <a:extLst xmlns:a="http://schemas.openxmlformats.org/drawingml/2006/main">
              <a:ext uri="{FF2B5EF4-FFF2-40B4-BE49-F238E27FC236}">
                <a16:creationId xmlns:a16="http://schemas.microsoft.com/office/drawing/2014/main" id="{6A59B23F-1321-4B90-828A-91571039A315}"/>
              </a:ext>
            </a:extLst>
          </p:cNvPr>
          <p:cNvSpPr>
            <a:spLocks xmlns:a="http://schemas.openxmlformats.org/drawingml/2006/main" noGrp="1"/>
          </p:cNvSpPr>
          <p:nvPr/>
        </p:nvSpPr>
        <p:spPr>
          <a:xfrm xmlns:a="http://schemas.openxmlformats.org/drawingml/2006/main">
            <a:off x="462915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5" name="Standardized person 632: without endpoint">
            <a:extLst xmlns:a="http://schemas.openxmlformats.org/drawingml/2006/main">
              <a:ext uri="{FF2B5EF4-FFF2-40B4-BE49-F238E27FC236}">
                <a16:creationId xmlns:a16="http://schemas.microsoft.com/office/drawing/2014/main" id="{0BE1F0C6-3DCE-408E-BFAB-677B29EC40B5}"/>
              </a:ext>
            </a:extLst>
          </p:cNvPr>
          <p:cNvSpPr>
            <a:spLocks xmlns:a="http://schemas.openxmlformats.org/drawingml/2006/main" noGrp="1"/>
          </p:cNvSpPr>
          <p:nvPr/>
        </p:nvSpPr>
        <p:spPr>
          <a:xfrm xmlns:a="http://schemas.openxmlformats.org/drawingml/2006/main">
            <a:off x="476059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6" name="Standardized person 633: without endpoint">
            <a:extLst xmlns:a="http://schemas.openxmlformats.org/drawingml/2006/main">
              <a:ext uri="{FF2B5EF4-FFF2-40B4-BE49-F238E27FC236}">
                <a16:creationId xmlns:a16="http://schemas.microsoft.com/office/drawing/2014/main" id="{54112F5F-A583-4B89-8257-882510A6705C}"/>
              </a:ext>
            </a:extLst>
          </p:cNvPr>
          <p:cNvSpPr>
            <a:spLocks xmlns:a="http://schemas.openxmlformats.org/drawingml/2006/main" noGrp="1"/>
          </p:cNvSpPr>
          <p:nvPr/>
        </p:nvSpPr>
        <p:spPr>
          <a:xfrm xmlns:a="http://schemas.openxmlformats.org/drawingml/2006/main">
            <a:off x="489204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7" name="Standardized person 634: without endpoint">
            <a:extLst xmlns:a="http://schemas.openxmlformats.org/drawingml/2006/main">
              <a:ext uri="{FF2B5EF4-FFF2-40B4-BE49-F238E27FC236}">
                <a16:creationId xmlns:a16="http://schemas.microsoft.com/office/drawing/2014/main" id="{933A3974-2B38-48C7-9011-B3DF7E967592}"/>
              </a:ext>
            </a:extLst>
          </p:cNvPr>
          <p:cNvSpPr>
            <a:spLocks xmlns:a="http://schemas.openxmlformats.org/drawingml/2006/main" noGrp="1"/>
          </p:cNvSpPr>
          <p:nvPr/>
        </p:nvSpPr>
        <p:spPr>
          <a:xfrm xmlns:a="http://schemas.openxmlformats.org/drawingml/2006/main">
            <a:off x="502348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8" name="Standardized person 635: without endpoint">
            <a:extLst xmlns:a="http://schemas.openxmlformats.org/drawingml/2006/main">
              <a:ext uri="{FF2B5EF4-FFF2-40B4-BE49-F238E27FC236}">
                <a16:creationId xmlns:a16="http://schemas.microsoft.com/office/drawing/2014/main" id="{F9720FC6-81C6-4895-AD4A-A2AB466C5BD4}"/>
              </a:ext>
            </a:extLst>
          </p:cNvPr>
          <p:cNvSpPr>
            <a:spLocks xmlns:a="http://schemas.openxmlformats.org/drawingml/2006/main" noGrp="1"/>
          </p:cNvSpPr>
          <p:nvPr/>
        </p:nvSpPr>
        <p:spPr>
          <a:xfrm xmlns:a="http://schemas.openxmlformats.org/drawingml/2006/main">
            <a:off x="515493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39" name="Standardized person 636: without endpoint">
            <a:extLst xmlns:a="http://schemas.openxmlformats.org/drawingml/2006/main">
              <a:ext uri="{FF2B5EF4-FFF2-40B4-BE49-F238E27FC236}">
                <a16:creationId xmlns:a16="http://schemas.microsoft.com/office/drawing/2014/main" id="{71135B67-A097-49ED-B646-3C6E8B2E14E5}"/>
              </a:ext>
            </a:extLst>
          </p:cNvPr>
          <p:cNvSpPr>
            <a:spLocks xmlns:a="http://schemas.openxmlformats.org/drawingml/2006/main" noGrp="1"/>
          </p:cNvSpPr>
          <p:nvPr/>
        </p:nvSpPr>
        <p:spPr>
          <a:xfrm xmlns:a="http://schemas.openxmlformats.org/drawingml/2006/main">
            <a:off x="528637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0" name="Standardized person 637: without endpoint">
            <a:extLst xmlns:a="http://schemas.openxmlformats.org/drawingml/2006/main">
              <a:ext uri="{FF2B5EF4-FFF2-40B4-BE49-F238E27FC236}">
                <a16:creationId xmlns:a16="http://schemas.microsoft.com/office/drawing/2014/main" id="{9EA6D8B2-4651-42D8-B42A-762EA2E29572}"/>
              </a:ext>
            </a:extLst>
          </p:cNvPr>
          <p:cNvSpPr>
            <a:spLocks xmlns:a="http://schemas.openxmlformats.org/drawingml/2006/main" noGrp="1"/>
          </p:cNvSpPr>
          <p:nvPr/>
        </p:nvSpPr>
        <p:spPr>
          <a:xfrm xmlns:a="http://schemas.openxmlformats.org/drawingml/2006/main">
            <a:off x="541782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1" name="Standardized person 638: without endpoint">
            <a:extLst xmlns:a="http://schemas.openxmlformats.org/drawingml/2006/main">
              <a:ext uri="{FF2B5EF4-FFF2-40B4-BE49-F238E27FC236}">
                <a16:creationId xmlns:a16="http://schemas.microsoft.com/office/drawing/2014/main" id="{4D18ECB6-473C-4FCB-9671-978E378CB004}"/>
              </a:ext>
            </a:extLst>
          </p:cNvPr>
          <p:cNvSpPr>
            <a:spLocks xmlns:a="http://schemas.openxmlformats.org/drawingml/2006/main" noGrp="1"/>
          </p:cNvSpPr>
          <p:nvPr/>
        </p:nvSpPr>
        <p:spPr>
          <a:xfrm xmlns:a="http://schemas.openxmlformats.org/drawingml/2006/main">
            <a:off x="554926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2" name="Standardized person 639: without endpoint">
            <a:extLst xmlns:a="http://schemas.openxmlformats.org/drawingml/2006/main">
              <a:ext uri="{FF2B5EF4-FFF2-40B4-BE49-F238E27FC236}">
                <a16:creationId xmlns:a16="http://schemas.microsoft.com/office/drawing/2014/main" id="{E49456C7-5583-458C-97A1-E63DCAAF7FE1}"/>
              </a:ext>
            </a:extLst>
          </p:cNvPr>
          <p:cNvSpPr>
            <a:spLocks xmlns:a="http://schemas.openxmlformats.org/drawingml/2006/main" noGrp="1"/>
          </p:cNvSpPr>
          <p:nvPr/>
        </p:nvSpPr>
        <p:spPr>
          <a:xfrm xmlns:a="http://schemas.openxmlformats.org/drawingml/2006/main">
            <a:off x="568071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3" name="Standardized person 640: without endpoint">
            <a:extLst xmlns:a="http://schemas.openxmlformats.org/drawingml/2006/main">
              <a:ext uri="{FF2B5EF4-FFF2-40B4-BE49-F238E27FC236}">
                <a16:creationId xmlns:a16="http://schemas.microsoft.com/office/drawing/2014/main" id="{2ABF4A62-CF82-4CA5-AC41-F0B822A40F45}"/>
              </a:ext>
            </a:extLst>
          </p:cNvPr>
          <p:cNvSpPr>
            <a:spLocks xmlns:a="http://schemas.openxmlformats.org/drawingml/2006/main" noGrp="1"/>
          </p:cNvSpPr>
          <p:nvPr/>
        </p:nvSpPr>
        <p:spPr>
          <a:xfrm xmlns:a="http://schemas.openxmlformats.org/drawingml/2006/main">
            <a:off x="581215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4" name="Standardized person 641: without endpoint">
            <a:extLst xmlns:a="http://schemas.openxmlformats.org/drawingml/2006/main">
              <a:ext uri="{FF2B5EF4-FFF2-40B4-BE49-F238E27FC236}">
                <a16:creationId xmlns:a16="http://schemas.microsoft.com/office/drawing/2014/main" id="{04974F2B-E316-4591-9479-55E2F23BBA40}"/>
              </a:ext>
            </a:extLst>
          </p:cNvPr>
          <p:cNvSpPr>
            <a:spLocks xmlns:a="http://schemas.openxmlformats.org/drawingml/2006/main" noGrp="1"/>
          </p:cNvSpPr>
          <p:nvPr/>
        </p:nvSpPr>
        <p:spPr>
          <a:xfrm xmlns:a="http://schemas.openxmlformats.org/drawingml/2006/main">
            <a:off x="68580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5" name="Standardized person 642: without endpoint">
            <a:extLst xmlns:a="http://schemas.openxmlformats.org/drawingml/2006/main">
              <a:ext uri="{FF2B5EF4-FFF2-40B4-BE49-F238E27FC236}">
                <a16:creationId xmlns:a16="http://schemas.microsoft.com/office/drawing/2014/main" id="{510C4961-EFE6-472D-8153-1BDFC839C416}"/>
              </a:ext>
            </a:extLst>
          </p:cNvPr>
          <p:cNvSpPr>
            <a:spLocks xmlns:a="http://schemas.openxmlformats.org/drawingml/2006/main" noGrp="1"/>
          </p:cNvSpPr>
          <p:nvPr/>
        </p:nvSpPr>
        <p:spPr>
          <a:xfrm xmlns:a="http://schemas.openxmlformats.org/drawingml/2006/main">
            <a:off x="81724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6" name="Standardized person 643: without endpoint">
            <a:extLst xmlns:a="http://schemas.openxmlformats.org/drawingml/2006/main">
              <a:ext uri="{FF2B5EF4-FFF2-40B4-BE49-F238E27FC236}">
                <a16:creationId xmlns:a16="http://schemas.microsoft.com/office/drawing/2014/main" id="{D9317995-D493-4A91-92D2-3687C21F8039}"/>
              </a:ext>
            </a:extLst>
          </p:cNvPr>
          <p:cNvSpPr>
            <a:spLocks xmlns:a="http://schemas.openxmlformats.org/drawingml/2006/main" noGrp="1"/>
          </p:cNvSpPr>
          <p:nvPr/>
        </p:nvSpPr>
        <p:spPr>
          <a:xfrm xmlns:a="http://schemas.openxmlformats.org/drawingml/2006/main">
            <a:off x="94869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7" name="Standardized person 644: without endpoint">
            <a:extLst xmlns:a="http://schemas.openxmlformats.org/drawingml/2006/main">
              <a:ext uri="{FF2B5EF4-FFF2-40B4-BE49-F238E27FC236}">
                <a16:creationId xmlns:a16="http://schemas.microsoft.com/office/drawing/2014/main" id="{00E3B257-B658-4868-92DF-2CDA43C3B375}"/>
              </a:ext>
            </a:extLst>
          </p:cNvPr>
          <p:cNvSpPr>
            <a:spLocks xmlns:a="http://schemas.openxmlformats.org/drawingml/2006/main" noGrp="1"/>
          </p:cNvSpPr>
          <p:nvPr/>
        </p:nvSpPr>
        <p:spPr>
          <a:xfrm xmlns:a="http://schemas.openxmlformats.org/drawingml/2006/main">
            <a:off x="108013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8" name="Standardized person 645: without endpoint">
            <a:extLst xmlns:a="http://schemas.openxmlformats.org/drawingml/2006/main">
              <a:ext uri="{FF2B5EF4-FFF2-40B4-BE49-F238E27FC236}">
                <a16:creationId xmlns:a16="http://schemas.microsoft.com/office/drawing/2014/main" id="{C745A4E0-8429-48D1-8273-5DA1C60D9499}"/>
              </a:ext>
            </a:extLst>
          </p:cNvPr>
          <p:cNvSpPr>
            <a:spLocks xmlns:a="http://schemas.openxmlformats.org/drawingml/2006/main" noGrp="1"/>
          </p:cNvSpPr>
          <p:nvPr/>
        </p:nvSpPr>
        <p:spPr>
          <a:xfrm xmlns:a="http://schemas.openxmlformats.org/drawingml/2006/main">
            <a:off x="121158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49" name="Standardized person 646: without endpoint">
            <a:extLst xmlns:a="http://schemas.openxmlformats.org/drawingml/2006/main">
              <a:ext uri="{FF2B5EF4-FFF2-40B4-BE49-F238E27FC236}">
                <a16:creationId xmlns:a16="http://schemas.microsoft.com/office/drawing/2014/main" id="{4F9D2CB0-BC52-486A-9B6A-8DD32CCAFEF1}"/>
              </a:ext>
            </a:extLst>
          </p:cNvPr>
          <p:cNvSpPr>
            <a:spLocks xmlns:a="http://schemas.openxmlformats.org/drawingml/2006/main" noGrp="1"/>
          </p:cNvSpPr>
          <p:nvPr/>
        </p:nvSpPr>
        <p:spPr>
          <a:xfrm xmlns:a="http://schemas.openxmlformats.org/drawingml/2006/main">
            <a:off x="134302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0" name="Standardized person 647: without endpoint">
            <a:extLst xmlns:a="http://schemas.openxmlformats.org/drawingml/2006/main">
              <a:ext uri="{FF2B5EF4-FFF2-40B4-BE49-F238E27FC236}">
                <a16:creationId xmlns:a16="http://schemas.microsoft.com/office/drawing/2014/main" id="{7D1120E0-2063-46A3-A293-EFF42777C2FD}"/>
              </a:ext>
            </a:extLst>
          </p:cNvPr>
          <p:cNvSpPr>
            <a:spLocks xmlns:a="http://schemas.openxmlformats.org/drawingml/2006/main" noGrp="1"/>
          </p:cNvSpPr>
          <p:nvPr/>
        </p:nvSpPr>
        <p:spPr>
          <a:xfrm xmlns:a="http://schemas.openxmlformats.org/drawingml/2006/main">
            <a:off x="147447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1" name="Standardized person 648: without endpoint">
            <a:extLst xmlns:a="http://schemas.openxmlformats.org/drawingml/2006/main">
              <a:ext uri="{FF2B5EF4-FFF2-40B4-BE49-F238E27FC236}">
                <a16:creationId xmlns:a16="http://schemas.microsoft.com/office/drawing/2014/main" id="{A6CB5916-4DBF-4E52-90B5-516924725049}"/>
              </a:ext>
            </a:extLst>
          </p:cNvPr>
          <p:cNvSpPr>
            <a:spLocks xmlns:a="http://schemas.openxmlformats.org/drawingml/2006/main" noGrp="1"/>
          </p:cNvSpPr>
          <p:nvPr/>
        </p:nvSpPr>
        <p:spPr>
          <a:xfrm xmlns:a="http://schemas.openxmlformats.org/drawingml/2006/main">
            <a:off x="160591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2" name="Standardized person 649: without endpoint">
            <a:extLst xmlns:a="http://schemas.openxmlformats.org/drawingml/2006/main">
              <a:ext uri="{FF2B5EF4-FFF2-40B4-BE49-F238E27FC236}">
                <a16:creationId xmlns:a16="http://schemas.microsoft.com/office/drawing/2014/main" id="{C22DDA0C-09C8-41E1-B238-1D2063C24716}"/>
              </a:ext>
            </a:extLst>
          </p:cNvPr>
          <p:cNvSpPr>
            <a:spLocks xmlns:a="http://schemas.openxmlformats.org/drawingml/2006/main" noGrp="1"/>
          </p:cNvSpPr>
          <p:nvPr/>
        </p:nvSpPr>
        <p:spPr>
          <a:xfrm xmlns:a="http://schemas.openxmlformats.org/drawingml/2006/main">
            <a:off x="173736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3" name="Standardized person 650: without endpoint">
            <a:extLst xmlns:a="http://schemas.openxmlformats.org/drawingml/2006/main">
              <a:ext uri="{FF2B5EF4-FFF2-40B4-BE49-F238E27FC236}">
                <a16:creationId xmlns:a16="http://schemas.microsoft.com/office/drawing/2014/main" id="{556CDB74-FE4D-4122-9883-690B6DB26F4B}"/>
              </a:ext>
            </a:extLst>
          </p:cNvPr>
          <p:cNvSpPr>
            <a:spLocks xmlns:a="http://schemas.openxmlformats.org/drawingml/2006/main" noGrp="1"/>
          </p:cNvSpPr>
          <p:nvPr/>
        </p:nvSpPr>
        <p:spPr>
          <a:xfrm xmlns:a="http://schemas.openxmlformats.org/drawingml/2006/main">
            <a:off x="186880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4" name="Standardized person 651: without endpoint">
            <a:extLst xmlns:a="http://schemas.openxmlformats.org/drawingml/2006/main">
              <a:ext uri="{FF2B5EF4-FFF2-40B4-BE49-F238E27FC236}">
                <a16:creationId xmlns:a16="http://schemas.microsoft.com/office/drawing/2014/main" id="{5B027A64-AD1F-4FCA-949C-4916CE02DED8}"/>
              </a:ext>
            </a:extLst>
          </p:cNvPr>
          <p:cNvSpPr>
            <a:spLocks xmlns:a="http://schemas.openxmlformats.org/drawingml/2006/main" noGrp="1"/>
          </p:cNvSpPr>
          <p:nvPr/>
        </p:nvSpPr>
        <p:spPr>
          <a:xfrm xmlns:a="http://schemas.openxmlformats.org/drawingml/2006/main">
            <a:off x="200025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5" name="Standardized person 652: without endpoint">
            <a:extLst xmlns:a="http://schemas.openxmlformats.org/drawingml/2006/main">
              <a:ext uri="{FF2B5EF4-FFF2-40B4-BE49-F238E27FC236}">
                <a16:creationId xmlns:a16="http://schemas.microsoft.com/office/drawing/2014/main" id="{90E5428C-B151-4818-8E77-2205E07CFEC6}"/>
              </a:ext>
            </a:extLst>
          </p:cNvPr>
          <p:cNvSpPr>
            <a:spLocks xmlns:a="http://schemas.openxmlformats.org/drawingml/2006/main" noGrp="1"/>
          </p:cNvSpPr>
          <p:nvPr/>
        </p:nvSpPr>
        <p:spPr>
          <a:xfrm xmlns:a="http://schemas.openxmlformats.org/drawingml/2006/main">
            <a:off x="213169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6" name="Standardized person 653: without endpoint">
            <a:extLst xmlns:a="http://schemas.openxmlformats.org/drawingml/2006/main">
              <a:ext uri="{FF2B5EF4-FFF2-40B4-BE49-F238E27FC236}">
                <a16:creationId xmlns:a16="http://schemas.microsoft.com/office/drawing/2014/main" id="{64AB7715-202E-4842-A419-37CA3A797049}"/>
              </a:ext>
            </a:extLst>
          </p:cNvPr>
          <p:cNvSpPr>
            <a:spLocks xmlns:a="http://schemas.openxmlformats.org/drawingml/2006/main" noGrp="1"/>
          </p:cNvSpPr>
          <p:nvPr/>
        </p:nvSpPr>
        <p:spPr>
          <a:xfrm xmlns:a="http://schemas.openxmlformats.org/drawingml/2006/main">
            <a:off x="226314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7" name="Standardized person 654: without endpoint">
            <a:extLst xmlns:a="http://schemas.openxmlformats.org/drawingml/2006/main">
              <a:ext uri="{FF2B5EF4-FFF2-40B4-BE49-F238E27FC236}">
                <a16:creationId xmlns:a16="http://schemas.microsoft.com/office/drawing/2014/main" id="{C724FF67-E86D-4C38-84E8-8E05A6FF641B}"/>
              </a:ext>
            </a:extLst>
          </p:cNvPr>
          <p:cNvSpPr>
            <a:spLocks xmlns:a="http://schemas.openxmlformats.org/drawingml/2006/main" noGrp="1"/>
          </p:cNvSpPr>
          <p:nvPr/>
        </p:nvSpPr>
        <p:spPr>
          <a:xfrm xmlns:a="http://schemas.openxmlformats.org/drawingml/2006/main">
            <a:off x="239458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8" name="Standardized person 655: without endpoint">
            <a:extLst xmlns:a="http://schemas.openxmlformats.org/drawingml/2006/main">
              <a:ext uri="{FF2B5EF4-FFF2-40B4-BE49-F238E27FC236}">
                <a16:creationId xmlns:a16="http://schemas.microsoft.com/office/drawing/2014/main" id="{74FCF0B7-91F7-4C5A-BBE2-03AEFB8ADAD6}"/>
              </a:ext>
            </a:extLst>
          </p:cNvPr>
          <p:cNvSpPr>
            <a:spLocks xmlns:a="http://schemas.openxmlformats.org/drawingml/2006/main" noGrp="1"/>
          </p:cNvSpPr>
          <p:nvPr/>
        </p:nvSpPr>
        <p:spPr>
          <a:xfrm xmlns:a="http://schemas.openxmlformats.org/drawingml/2006/main">
            <a:off x="252603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59" name="Standardized person 656: without endpoint">
            <a:extLst xmlns:a="http://schemas.openxmlformats.org/drawingml/2006/main">
              <a:ext uri="{FF2B5EF4-FFF2-40B4-BE49-F238E27FC236}">
                <a16:creationId xmlns:a16="http://schemas.microsoft.com/office/drawing/2014/main" id="{5513DA1F-FAAF-4706-97B0-FBD76BF4A9E9}"/>
              </a:ext>
            </a:extLst>
          </p:cNvPr>
          <p:cNvSpPr>
            <a:spLocks xmlns:a="http://schemas.openxmlformats.org/drawingml/2006/main" noGrp="1"/>
          </p:cNvSpPr>
          <p:nvPr/>
        </p:nvSpPr>
        <p:spPr>
          <a:xfrm xmlns:a="http://schemas.openxmlformats.org/drawingml/2006/main">
            <a:off x="265747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0" name="Standardized person 657: without endpoint">
            <a:extLst xmlns:a="http://schemas.openxmlformats.org/drawingml/2006/main">
              <a:ext uri="{FF2B5EF4-FFF2-40B4-BE49-F238E27FC236}">
                <a16:creationId xmlns:a16="http://schemas.microsoft.com/office/drawing/2014/main" id="{C8359CC0-A52E-4F09-9E34-6CC9F96B018F}"/>
              </a:ext>
            </a:extLst>
          </p:cNvPr>
          <p:cNvSpPr>
            <a:spLocks xmlns:a="http://schemas.openxmlformats.org/drawingml/2006/main" noGrp="1"/>
          </p:cNvSpPr>
          <p:nvPr/>
        </p:nvSpPr>
        <p:spPr>
          <a:xfrm xmlns:a="http://schemas.openxmlformats.org/drawingml/2006/main">
            <a:off x="278892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1" name="Standardized person 658: without endpoint">
            <a:extLst xmlns:a="http://schemas.openxmlformats.org/drawingml/2006/main">
              <a:ext uri="{FF2B5EF4-FFF2-40B4-BE49-F238E27FC236}">
                <a16:creationId xmlns:a16="http://schemas.microsoft.com/office/drawing/2014/main" id="{689CDBB5-89E2-4AD4-99B5-25AE25DB0FE8}"/>
              </a:ext>
            </a:extLst>
          </p:cNvPr>
          <p:cNvSpPr>
            <a:spLocks xmlns:a="http://schemas.openxmlformats.org/drawingml/2006/main" noGrp="1"/>
          </p:cNvSpPr>
          <p:nvPr/>
        </p:nvSpPr>
        <p:spPr>
          <a:xfrm xmlns:a="http://schemas.openxmlformats.org/drawingml/2006/main">
            <a:off x="292036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2" name="Standardized person 659: without endpoint">
            <a:extLst xmlns:a="http://schemas.openxmlformats.org/drawingml/2006/main">
              <a:ext uri="{FF2B5EF4-FFF2-40B4-BE49-F238E27FC236}">
                <a16:creationId xmlns:a16="http://schemas.microsoft.com/office/drawing/2014/main" id="{76464DAF-3055-4536-A9F0-E8D0F9F54F8E}"/>
              </a:ext>
            </a:extLst>
          </p:cNvPr>
          <p:cNvSpPr>
            <a:spLocks xmlns:a="http://schemas.openxmlformats.org/drawingml/2006/main" noGrp="1"/>
          </p:cNvSpPr>
          <p:nvPr/>
        </p:nvSpPr>
        <p:spPr>
          <a:xfrm xmlns:a="http://schemas.openxmlformats.org/drawingml/2006/main">
            <a:off x="305181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3" name="Standardized person 660: without endpoint">
            <a:extLst xmlns:a="http://schemas.openxmlformats.org/drawingml/2006/main">
              <a:ext uri="{FF2B5EF4-FFF2-40B4-BE49-F238E27FC236}">
                <a16:creationId xmlns:a16="http://schemas.microsoft.com/office/drawing/2014/main" id="{BCFE2CA6-4411-4630-BC3B-7F2CB87B1D10}"/>
              </a:ext>
            </a:extLst>
          </p:cNvPr>
          <p:cNvSpPr>
            <a:spLocks xmlns:a="http://schemas.openxmlformats.org/drawingml/2006/main" noGrp="1"/>
          </p:cNvSpPr>
          <p:nvPr/>
        </p:nvSpPr>
        <p:spPr>
          <a:xfrm xmlns:a="http://schemas.openxmlformats.org/drawingml/2006/main">
            <a:off x="318325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4" name="Standardized person 661: without endpoint">
            <a:extLst xmlns:a="http://schemas.openxmlformats.org/drawingml/2006/main">
              <a:ext uri="{FF2B5EF4-FFF2-40B4-BE49-F238E27FC236}">
                <a16:creationId xmlns:a16="http://schemas.microsoft.com/office/drawing/2014/main" id="{F1383260-734F-44ED-B56C-5DF04653C11F}"/>
              </a:ext>
            </a:extLst>
          </p:cNvPr>
          <p:cNvSpPr>
            <a:spLocks xmlns:a="http://schemas.openxmlformats.org/drawingml/2006/main" noGrp="1"/>
          </p:cNvSpPr>
          <p:nvPr/>
        </p:nvSpPr>
        <p:spPr>
          <a:xfrm xmlns:a="http://schemas.openxmlformats.org/drawingml/2006/main">
            <a:off x="331470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5" name="Standardized person 662: without endpoint">
            <a:extLst xmlns:a="http://schemas.openxmlformats.org/drawingml/2006/main">
              <a:ext uri="{FF2B5EF4-FFF2-40B4-BE49-F238E27FC236}">
                <a16:creationId xmlns:a16="http://schemas.microsoft.com/office/drawing/2014/main" id="{2D9EB6AD-CF62-47B2-BF39-27C38832892D}"/>
              </a:ext>
            </a:extLst>
          </p:cNvPr>
          <p:cNvSpPr>
            <a:spLocks xmlns:a="http://schemas.openxmlformats.org/drawingml/2006/main" noGrp="1"/>
          </p:cNvSpPr>
          <p:nvPr/>
        </p:nvSpPr>
        <p:spPr>
          <a:xfrm xmlns:a="http://schemas.openxmlformats.org/drawingml/2006/main">
            <a:off x="344614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6" name="Standardized person 663: without endpoint">
            <a:extLst xmlns:a="http://schemas.openxmlformats.org/drawingml/2006/main">
              <a:ext uri="{FF2B5EF4-FFF2-40B4-BE49-F238E27FC236}">
                <a16:creationId xmlns:a16="http://schemas.microsoft.com/office/drawing/2014/main" id="{0F5567CB-E520-47E6-9B20-BD515B474D7C}"/>
              </a:ext>
            </a:extLst>
          </p:cNvPr>
          <p:cNvSpPr>
            <a:spLocks xmlns:a="http://schemas.openxmlformats.org/drawingml/2006/main" noGrp="1"/>
          </p:cNvSpPr>
          <p:nvPr/>
        </p:nvSpPr>
        <p:spPr>
          <a:xfrm xmlns:a="http://schemas.openxmlformats.org/drawingml/2006/main">
            <a:off x="357759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7" name="Standardized person 664: without endpoint">
            <a:extLst xmlns:a="http://schemas.openxmlformats.org/drawingml/2006/main">
              <a:ext uri="{FF2B5EF4-FFF2-40B4-BE49-F238E27FC236}">
                <a16:creationId xmlns:a16="http://schemas.microsoft.com/office/drawing/2014/main" id="{E7FA1950-414B-4A83-B487-953E4F4319EF}"/>
              </a:ext>
            </a:extLst>
          </p:cNvPr>
          <p:cNvSpPr>
            <a:spLocks xmlns:a="http://schemas.openxmlformats.org/drawingml/2006/main" noGrp="1"/>
          </p:cNvSpPr>
          <p:nvPr/>
        </p:nvSpPr>
        <p:spPr>
          <a:xfrm xmlns:a="http://schemas.openxmlformats.org/drawingml/2006/main">
            <a:off x="370903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8" name="Standardized person 665: without endpoint">
            <a:extLst xmlns:a="http://schemas.openxmlformats.org/drawingml/2006/main">
              <a:ext uri="{FF2B5EF4-FFF2-40B4-BE49-F238E27FC236}">
                <a16:creationId xmlns:a16="http://schemas.microsoft.com/office/drawing/2014/main" id="{EB03B047-359E-469E-B1B8-2C9B2B101AFB}"/>
              </a:ext>
            </a:extLst>
          </p:cNvPr>
          <p:cNvSpPr>
            <a:spLocks xmlns:a="http://schemas.openxmlformats.org/drawingml/2006/main" noGrp="1"/>
          </p:cNvSpPr>
          <p:nvPr/>
        </p:nvSpPr>
        <p:spPr>
          <a:xfrm xmlns:a="http://schemas.openxmlformats.org/drawingml/2006/main">
            <a:off x="384048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69" name="Standardized person 666: without endpoint">
            <a:extLst xmlns:a="http://schemas.openxmlformats.org/drawingml/2006/main">
              <a:ext uri="{FF2B5EF4-FFF2-40B4-BE49-F238E27FC236}">
                <a16:creationId xmlns:a16="http://schemas.microsoft.com/office/drawing/2014/main" id="{35F9E965-24D9-4E58-97D7-C3C69A1CC6BE}"/>
              </a:ext>
            </a:extLst>
          </p:cNvPr>
          <p:cNvSpPr>
            <a:spLocks xmlns:a="http://schemas.openxmlformats.org/drawingml/2006/main" noGrp="1"/>
          </p:cNvSpPr>
          <p:nvPr/>
        </p:nvSpPr>
        <p:spPr>
          <a:xfrm xmlns:a="http://schemas.openxmlformats.org/drawingml/2006/main">
            <a:off x="397192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0" name="Standardized person 667: without endpoint">
            <a:extLst xmlns:a="http://schemas.openxmlformats.org/drawingml/2006/main">
              <a:ext uri="{FF2B5EF4-FFF2-40B4-BE49-F238E27FC236}">
                <a16:creationId xmlns:a16="http://schemas.microsoft.com/office/drawing/2014/main" id="{B61DCF09-7251-4CF7-9AA4-B420680C92AE}"/>
              </a:ext>
            </a:extLst>
          </p:cNvPr>
          <p:cNvSpPr>
            <a:spLocks xmlns:a="http://schemas.openxmlformats.org/drawingml/2006/main" noGrp="1"/>
          </p:cNvSpPr>
          <p:nvPr/>
        </p:nvSpPr>
        <p:spPr>
          <a:xfrm xmlns:a="http://schemas.openxmlformats.org/drawingml/2006/main">
            <a:off x="410337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1" name="Standardized person 668: without endpoint">
            <a:extLst xmlns:a="http://schemas.openxmlformats.org/drawingml/2006/main">
              <a:ext uri="{FF2B5EF4-FFF2-40B4-BE49-F238E27FC236}">
                <a16:creationId xmlns:a16="http://schemas.microsoft.com/office/drawing/2014/main" id="{EAA66B03-62E3-4B3D-8168-17B5EABBC691}"/>
              </a:ext>
            </a:extLst>
          </p:cNvPr>
          <p:cNvSpPr>
            <a:spLocks xmlns:a="http://schemas.openxmlformats.org/drawingml/2006/main" noGrp="1"/>
          </p:cNvSpPr>
          <p:nvPr/>
        </p:nvSpPr>
        <p:spPr>
          <a:xfrm xmlns:a="http://schemas.openxmlformats.org/drawingml/2006/main">
            <a:off x="423481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2" name="Standardized person 669: without endpoint">
            <a:extLst xmlns:a="http://schemas.openxmlformats.org/drawingml/2006/main">
              <a:ext uri="{FF2B5EF4-FFF2-40B4-BE49-F238E27FC236}">
                <a16:creationId xmlns:a16="http://schemas.microsoft.com/office/drawing/2014/main" id="{E421C1F0-04E0-4B4E-93D2-6F43C0AD9002}"/>
              </a:ext>
            </a:extLst>
          </p:cNvPr>
          <p:cNvSpPr>
            <a:spLocks xmlns:a="http://schemas.openxmlformats.org/drawingml/2006/main" noGrp="1"/>
          </p:cNvSpPr>
          <p:nvPr/>
        </p:nvSpPr>
        <p:spPr>
          <a:xfrm xmlns:a="http://schemas.openxmlformats.org/drawingml/2006/main">
            <a:off x="436626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3" name="Standardized person 670: without endpoint">
            <a:extLst xmlns:a="http://schemas.openxmlformats.org/drawingml/2006/main">
              <a:ext uri="{FF2B5EF4-FFF2-40B4-BE49-F238E27FC236}">
                <a16:creationId xmlns:a16="http://schemas.microsoft.com/office/drawing/2014/main" id="{D5D7550C-7290-42A9-9411-F693CA787BFC}"/>
              </a:ext>
            </a:extLst>
          </p:cNvPr>
          <p:cNvSpPr>
            <a:spLocks xmlns:a="http://schemas.openxmlformats.org/drawingml/2006/main" noGrp="1"/>
          </p:cNvSpPr>
          <p:nvPr/>
        </p:nvSpPr>
        <p:spPr>
          <a:xfrm xmlns:a="http://schemas.openxmlformats.org/drawingml/2006/main">
            <a:off x="449770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4" name="Standardized person 671: without endpoint">
            <a:extLst xmlns:a="http://schemas.openxmlformats.org/drawingml/2006/main">
              <a:ext uri="{FF2B5EF4-FFF2-40B4-BE49-F238E27FC236}">
                <a16:creationId xmlns:a16="http://schemas.microsoft.com/office/drawing/2014/main" id="{862CE54E-F671-4508-B58C-FC71872419F9}"/>
              </a:ext>
            </a:extLst>
          </p:cNvPr>
          <p:cNvSpPr>
            <a:spLocks xmlns:a="http://schemas.openxmlformats.org/drawingml/2006/main" noGrp="1"/>
          </p:cNvSpPr>
          <p:nvPr/>
        </p:nvSpPr>
        <p:spPr>
          <a:xfrm xmlns:a="http://schemas.openxmlformats.org/drawingml/2006/main">
            <a:off x="462915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5" name="Standardized person 672: without endpoint">
            <a:extLst xmlns:a="http://schemas.openxmlformats.org/drawingml/2006/main">
              <a:ext uri="{FF2B5EF4-FFF2-40B4-BE49-F238E27FC236}">
                <a16:creationId xmlns:a16="http://schemas.microsoft.com/office/drawing/2014/main" id="{5D1107BC-B2B7-4C42-A9E8-B53B39AD96AD}"/>
              </a:ext>
            </a:extLst>
          </p:cNvPr>
          <p:cNvSpPr>
            <a:spLocks xmlns:a="http://schemas.openxmlformats.org/drawingml/2006/main" noGrp="1"/>
          </p:cNvSpPr>
          <p:nvPr/>
        </p:nvSpPr>
        <p:spPr>
          <a:xfrm xmlns:a="http://schemas.openxmlformats.org/drawingml/2006/main">
            <a:off x="476059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6" name="Standardized person 673: without endpoint">
            <a:extLst xmlns:a="http://schemas.openxmlformats.org/drawingml/2006/main">
              <a:ext uri="{FF2B5EF4-FFF2-40B4-BE49-F238E27FC236}">
                <a16:creationId xmlns:a16="http://schemas.microsoft.com/office/drawing/2014/main" id="{6EB9A3C4-E404-4891-A165-94983118BD90}"/>
              </a:ext>
            </a:extLst>
          </p:cNvPr>
          <p:cNvSpPr>
            <a:spLocks xmlns:a="http://schemas.openxmlformats.org/drawingml/2006/main" noGrp="1"/>
          </p:cNvSpPr>
          <p:nvPr/>
        </p:nvSpPr>
        <p:spPr>
          <a:xfrm xmlns:a="http://schemas.openxmlformats.org/drawingml/2006/main">
            <a:off x="489204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7" name="Standardized person 674: without endpoint">
            <a:extLst xmlns:a="http://schemas.openxmlformats.org/drawingml/2006/main">
              <a:ext uri="{FF2B5EF4-FFF2-40B4-BE49-F238E27FC236}">
                <a16:creationId xmlns:a16="http://schemas.microsoft.com/office/drawing/2014/main" id="{4FF2FAEF-78E8-4E6D-8991-FC955F4928EF}"/>
              </a:ext>
            </a:extLst>
          </p:cNvPr>
          <p:cNvSpPr>
            <a:spLocks xmlns:a="http://schemas.openxmlformats.org/drawingml/2006/main" noGrp="1"/>
          </p:cNvSpPr>
          <p:nvPr/>
        </p:nvSpPr>
        <p:spPr>
          <a:xfrm xmlns:a="http://schemas.openxmlformats.org/drawingml/2006/main">
            <a:off x="502348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8" name="Standardized person 675: without endpoint">
            <a:extLst xmlns:a="http://schemas.openxmlformats.org/drawingml/2006/main">
              <a:ext uri="{FF2B5EF4-FFF2-40B4-BE49-F238E27FC236}">
                <a16:creationId xmlns:a16="http://schemas.microsoft.com/office/drawing/2014/main" id="{FEABCF2F-E4B6-408A-AA3A-A2DC23537D32}"/>
              </a:ext>
            </a:extLst>
          </p:cNvPr>
          <p:cNvSpPr>
            <a:spLocks xmlns:a="http://schemas.openxmlformats.org/drawingml/2006/main" noGrp="1"/>
          </p:cNvSpPr>
          <p:nvPr/>
        </p:nvSpPr>
        <p:spPr>
          <a:xfrm xmlns:a="http://schemas.openxmlformats.org/drawingml/2006/main">
            <a:off x="515493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79" name="Standardized person 676: without endpoint">
            <a:extLst xmlns:a="http://schemas.openxmlformats.org/drawingml/2006/main">
              <a:ext uri="{FF2B5EF4-FFF2-40B4-BE49-F238E27FC236}">
                <a16:creationId xmlns:a16="http://schemas.microsoft.com/office/drawing/2014/main" id="{F3F4A816-A8F7-4007-AB5A-242FB28383E6}"/>
              </a:ext>
            </a:extLst>
          </p:cNvPr>
          <p:cNvSpPr>
            <a:spLocks xmlns:a="http://schemas.openxmlformats.org/drawingml/2006/main" noGrp="1"/>
          </p:cNvSpPr>
          <p:nvPr/>
        </p:nvSpPr>
        <p:spPr>
          <a:xfrm xmlns:a="http://schemas.openxmlformats.org/drawingml/2006/main">
            <a:off x="528637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0" name="Standardized person 677: without endpoint">
            <a:extLst xmlns:a="http://schemas.openxmlformats.org/drawingml/2006/main">
              <a:ext uri="{FF2B5EF4-FFF2-40B4-BE49-F238E27FC236}">
                <a16:creationId xmlns:a16="http://schemas.microsoft.com/office/drawing/2014/main" id="{47221C44-6B8F-499F-AB03-605F1B1768B2}"/>
              </a:ext>
            </a:extLst>
          </p:cNvPr>
          <p:cNvSpPr>
            <a:spLocks xmlns:a="http://schemas.openxmlformats.org/drawingml/2006/main" noGrp="1"/>
          </p:cNvSpPr>
          <p:nvPr/>
        </p:nvSpPr>
        <p:spPr>
          <a:xfrm xmlns:a="http://schemas.openxmlformats.org/drawingml/2006/main">
            <a:off x="541782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1" name="Standardized person 678: without endpoint">
            <a:extLst xmlns:a="http://schemas.openxmlformats.org/drawingml/2006/main">
              <a:ext uri="{FF2B5EF4-FFF2-40B4-BE49-F238E27FC236}">
                <a16:creationId xmlns:a16="http://schemas.microsoft.com/office/drawing/2014/main" id="{9B8C33AE-4F6E-4B50-956A-937D7658C024}"/>
              </a:ext>
            </a:extLst>
          </p:cNvPr>
          <p:cNvSpPr>
            <a:spLocks xmlns:a="http://schemas.openxmlformats.org/drawingml/2006/main" noGrp="1"/>
          </p:cNvSpPr>
          <p:nvPr/>
        </p:nvSpPr>
        <p:spPr>
          <a:xfrm xmlns:a="http://schemas.openxmlformats.org/drawingml/2006/main">
            <a:off x="554926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2" name="Standardized person 679: without endpoint">
            <a:extLst xmlns:a="http://schemas.openxmlformats.org/drawingml/2006/main">
              <a:ext uri="{FF2B5EF4-FFF2-40B4-BE49-F238E27FC236}">
                <a16:creationId xmlns:a16="http://schemas.microsoft.com/office/drawing/2014/main" id="{4224B96B-B1B5-4FB4-8275-C37873E4C002}"/>
              </a:ext>
            </a:extLst>
          </p:cNvPr>
          <p:cNvSpPr>
            <a:spLocks xmlns:a="http://schemas.openxmlformats.org/drawingml/2006/main" noGrp="1"/>
          </p:cNvSpPr>
          <p:nvPr/>
        </p:nvSpPr>
        <p:spPr>
          <a:xfrm xmlns:a="http://schemas.openxmlformats.org/drawingml/2006/main">
            <a:off x="568071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3" name="Standardized person 680: without endpoint">
            <a:extLst xmlns:a="http://schemas.openxmlformats.org/drawingml/2006/main">
              <a:ext uri="{FF2B5EF4-FFF2-40B4-BE49-F238E27FC236}">
                <a16:creationId xmlns:a16="http://schemas.microsoft.com/office/drawing/2014/main" id="{A0651C63-6A71-482E-AEE6-AB5CAE980D6B}"/>
              </a:ext>
            </a:extLst>
          </p:cNvPr>
          <p:cNvSpPr>
            <a:spLocks xmlns:a="http://schemas.openxmlformats.org/drawingml/2006/main" noGrp="1"/>
          </p:cNvSpPr>
          <p:nvPr/>
        </p:nvSpPr>
        <p:spPr>
          <a:xfrm xmlns:a="http://schemas.openxmlformats.org/drawingml/2006/main">
            <a:off x="581215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4" name="Standardized person 681: without endpoint">
            <a:extLst xmlns:a="http://schemas.openxmlformats.org/drawingml/2006/main">
              <a:ext uri="{FF2B5EF4-FFF2-40B4-BE49-F238E27FC236}">
                <a16:creationId xmlns:a16="http://schemas.microsoft.com/office/drawing/2014/main" id="{F411FB3C-18FF-4F3F-B083-3E96D0DD501C}"/>
              </a:ext>
            </a:extLst>
          </p:cNvPr>
          <p:cNvSpPr>
            <a:spLocks xmlns:a="http://schemas.openxmlformats.org/drawingml/2006/main" noGrp="1"/>
          </p:cNvSpPr>
          <p:nvPr/>
        </p:nvSpPr>
        <p:spPr>
          <a:xfrm xmlns:a="http://schemas.openxmlformats.org/drawingml/2006/main">
            <a:off x="68580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5" name="Standardized person 682: without endpoint">
            <a:extLst xmlns:a="http://schemas.openxmlformats.org/drawingml/2006/main">
              <a:ext uri="{FF2B5EF4-FFF2-40B4-BE49-F238E27FC236}">
                <a16:creationId xmlns:a16="http://schemas.microsoft.com/office/drawing/2014/main" id="{02C3C1DF-ED2F-478F-B4F5-2215BED7CCEF}"/>
              </a:ext>
            </a:extLst>
          </p:cNvPr>
          <p:cNvSpPr>
            <a:spLocks xmlns:a="http://schemas.openxmlformats.org/drawingml/2006/main" noGrp="1"/>
          </p:cNvSpPr>
          <p:nvPr/>
        </p:nvSpPr>
        <p:spPr>
          <a:xfrm xmlns:a="http://schemas.openxmlformats.org/drawingml/2006/main">
            <a:off x="81724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6" name="Standardized person 683: without endpoint">
            <a:extLst xmlns:a="http://schemas.openxmlformats.org/drawingml/2006/main">
              <a:ext uri="{FF2B5EF4-FFF2-40B4-BE49-F238E27FC236}">
                <a16:creationId xmlns:a16="http://schemas.microsoft.com/office/drawing/2014/main" id="{D30CD6EE-135F-4663-B8AA-7A5328153729}"/>
              </a:ext>
            </a:extLst>
          </p:cNvPr>
          <p:cNvSpPr>
            <a:spLocks xmlns:a="http://schemas.openxmlformats.org/drawingml/2006/main" noGrp="1"/>
          </p:cNvSpPr>
          <p:nvPr/>
        </p:nvSpPr>
        <p:spPr>
          <a:xfrm xmlns:a="http://schemas.openxmlformats.org/drawingml/2006/main">
            <a:off x="94869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7" name="Standardized person 684: without endpoint">
            <a:extLst xmlns:a="http://schemas.openxmlformats.org/drawingml/2006/main">
              <a:ext uri="{FF2B5EF4-FFF2-40B4-BE49-F238E27FC236}">
                <a16:creationId xmlns:a16="http://schemas.microsoft.com/office/drawing/2014/main" id="{7C7FEDB9-B57F-4EA8-8270-75FE5F998C8D}"/>
              </a:ext>
            </a:extLst>
          </p:cNvPr>
          <p:cNvSpPr>
            <a:spLocks xmlns:a="http://schemas.openxmlformats.org/drawingml/2006/main" noGrp="1"/>
          </p:cNvSpPr>
          <p:nvPr/>
        </p:nvSpPr>
        <p:spPr>
          <a:xfrm xmlns:a="http://schemas.openxmlformats.org/drawingml/2006/main">
            <a:off x="108013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8" name="Standardized person 685: without endpoint">
            <a:extLst xmlns:a="http://schemas.openxmlformats.org/drawingml/2006/main">
              <a:ext uri="{FF2B5EF4-FFF2-40B4-BE49-F238E27FC236}">
                <a16:creationId xmlns:a16="http://schemas.microsoft.com/office/drawing/2014/main" id="{61054CBA-1F22-4953-A3A7-6B5E433B238F}"/>
              </a:ext>
            </a:extLst>
          </p:cNvPr>
          <p:cNvSpPr>
            <a:spLocks xmlns:a="http://schemas.openxmlformats.org/drawingml/2006/main" noGrp="1"/>
          </p:cNvSpPr>
          <p:nvPr/>
        </p:nvSpPr>
        <p:spPr>
          <a:xfrm xmlns:a="http://schemas.openxmlformats.org/drawingml/2006/main">
            <a:off x="121158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89" name="Standardized person 686: without endpoint">
            <a:extLst xmlns:a="http://schemas.openxmlformats.org/drawingml/2006/main">
              <a:ext uri="{FF2B5EF4-FFF2-40B4-BE49-F238E27FC236}">
                <a16:creationId xmlns:a16="http://schemas.microsoft.com/office/drawing/2014/main" id="{E962F9F2-8B75-4C10-B977-FA2A2242A1FD}"/>
              </a:ext>
            </a:extLst>
          </p:cNvPr>
          <p:cNvSpPr>
            <a:spLocks xmlns:a="http://schemas.openxmlformats.org/drawingml/2006/main" noGrp="1"/>
          </p:cNvSpPr>
          <p:nvPr/>
        </p:nvSpPr>
        <p:spPr>
          <a:xfrm xmlns:a="http://schemas.openxmlformats.org/drawingml/2006/main">
            <a:off x="134302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0" name="Standardized person 687: without endpoint">
            <a:extLst xmlns:a="http://schemas.openxmlformats.org/drawingml/2006/main">
              <a:ext uri="{FF2B5EF4-FFF2-40B4-BE49-F238E27FC236}">
                <a16:creationId xmlns:a16="http://schemas.microsoft.com/office/drawing/2014/main" id="{6B6B6199-907A-46A6-ACFC-48E1B0F4F75E}"/>
              </a:ext>
            </a:extLst>
          </p:cNvPr>
          <p:cNvSpPr>
            <a:spLocks xmlns:a="http://schemas.openxmlformats.org/drawingml/2006/main" noGrp="1"/>
          </p:cNvSpPr>
          <p:nvPr/>
        </p:nvSpPr>
        <p:spPr>
          <a:xfrm xmlns:a="http://schemas.openxmlformats.org/drawingml/2006/main">
            <a:off x="147447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1" name="Standardized person 688: without endpoint">
            <a:extLst xmlns:a="http://schemas.openxmlformats.org/drawingml/2006/main">
              <a:ext uri="{FF2B5EF4-FFF2-40B4-BE49-F238E27FC236}">
                <a16:creationId xmlns:a16="http://schemas.microsoft.com/office/drawing/2014/main" id="{010C38DA-2B84-4C2B-8690-B732282C2383}"/>
              </a:ext>
            </a:extLst>
          </p:cNvPr>
          <p:cNvSpPr>
            <a:spLocks xmlns:a="http://schemas.openxmlformats.org/drawingml/2006/main" noGrp="1"/>
          </p:cNvSpPr>
          <p:nvPr/>
        </p:nvSpPr>
        <p:spPr>
          <a:xfrm xmlns:a="http://schemas.openxmlformats.org/drawingml/2006/main">
            <a:off x="160591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2" name="Standardized person 689: without endpoint">
            <a:extLst xmlns:a="http://schemas.openxmlformats.org/drawingml/2006/main">
              <a:ext uri="{FF2B5EF4-FFF2-40B4-BE49-F238E27FC236}">
                <a16:creationId xmlns:a16="http://schemas.microsoft.com/office/drawing/2014/main" id="{42BF2830-BB67-42B3-A9D6-677B6E17C01E}"/>
              </a:ext>
            </a:extLst>
          </p:cNvPr>
          <p:cNvSpPr>
            <a:spLocks xmlns:a="http://schemas.openxmlformats.org/drawingml/2006/main" noGrp="1"/>
          </p:cNvSpPr>
          <p:nvPr/>
        </p:nvSpPr>
        <p:spPr>
          <a:xfrm xmlns:a="http://schemas.openxmlformats.org/drawingml/2006/main">
            <a:off x="173736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3" name="Standardized person 690: without endpoint">
            <a:extLst xmlns:a="http://schemas.openxmlformats.org/drawingml/2006/main">
              <a:ext uri="{FF2B5EF4-FFF2-40B4-BE49-F238E27FC236}">
                <a16:creationId xmlns:a16="http://schemas.microsoft.com/office/drawing/2014/main" id="{6CBEDD81-15A5-42AE-913C-3F0E541922BB}"/>
              </a:ext>
            </a:extLst>
          </p:cNvPr>
          <p:cNvSpPr>
            <a:spLocks xmlns:a="http://schemas.openxmlformats.org/drawingml/2006/main" noGrp="1"/>
          </p:cNvSpPr>
          <p:nvPr/>
        </p:nvSpPr>
        <p:spPr>
          <a:xfrm xmlns:a="http://schemas.openxmlformats.org/drawingml/2006/main">
            <a:off x="186880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4" name="Standardized person 691: without endpoint">
            <a:extLst xmlns:a="http://schemas.openxmlformats.org/drawingml/2006/main">
              <a:ext uri="{FF2B5EF4-FFF2-40B4-BE49-F238E27FC236}">
                <a16:creationId xmlns:a16="http://schemas.microsoft.com/office/drawing/2014/main" id="{987E783C-F689-4E63-B61B-EC7E23BA58B2}"/>
              </a:ext>
            </a:extLst>
          </p:cNvPr>
          <p:cNvSpPr>
            <a:spLocks xmlns:a="http://schemas.openxmlformats.org/drawingml/2006/main" noGrp="1"/>
          </p:cNvSpPr>
          <p:nvPr/>
        </p:nvSpPr>
        <p:spPr>
          <a:xfrm xmlns:a="http://schemas.openxmlformats.org/drawingml/2006/main">
            <a:off x="200025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5" name="Standardized person 692: without endpoint">
            <a:extLst xmlns:a="http://schemas.openxmlformats.org/drawingml/2006/main">
              <a:ext uri="{FF2B5EF4-FFF2-40B4-BE49-F238E27FC236}">
                <a16:creationId xmlns:a16="http://schemas.microsoft.com/office/drawing/2014/main" id="{73C192E7-59F9-424C-8F6E-E481CCB1BDBC}"/>
              </a:ext>
            </a:extLst>
          </p:cNvPr>
          <p:cNvSpPr>
            <a:spLocks xmlns:a="http://schemas.openxmlformats.org/drawingml/2006/main" noGrp="1"/>
          </p:cNvSpPr>
          <p:nvPr/>
        </p:nvSpPr>
        <p:spPr>
          <a:xfrm xmlns:a="http://schemas.openxmlformats.org/drawingml/2006/main">
            <a:off x="213169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6" name="Standardized person 693: without endpoint">
            <a:extLst xmlns:a="http://schemas.openxmlformats.org/drawingml/2006/main">
              <a:ext uri="{FF2B5EF4-FFF2-40B4-BE49-F238E27FC236}">
                <a16:creationId xmlns:a16="http://schemas.microsoft.com/office/drawing/2014/main" id="{DA8BB37C-384F-40AA-806E-5DC67CE9B084}"/>
              </a:ext>
            </a:extLst>
          </p:cNvPr>
          <p:cNvSpPr>
            <a:spLocks xmlns:a="http://schemas.openxmlformats.org/drawingml/2006/main" noGrp="1"/>
          </p:cNvSpPr>
          <p:nvPr/>
        </p:nvSpPr>
        <p:spPr>
          <a:xfrm xmlns:a="http://schemas.openxmlformats.org/drawingml/2006/main">
            <a:off x="226314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7" name="Standardized person 694: without endpoint">
            <a:extLst xmlns:a="http://schemas.openxmlformats.org/drawingml/2006/main">
              <a:ext uri="{FF2B5EF4-FFF2-40B4-BE49-F238E27FC236}">
                <a16:creationId xmlns:a16="http://schemas.microsoft.com/office/drawing/2014/main" id="{84507F7C-B872-4610-BE9C-A91C7573766E}"/>
              </a:ext>
            </a:extLst>
          </p:cNvPr>
          <p:cNvSpPr>
            <a:spLocks xmlns:a="http://schemas.openxmlformats.org/drawingml/2006/main" noGrp="1"/>
          </p:cNvSpPr>
          <p:nvPr/>
        </p:nvSpPr>
        <p:spPr>
          <a:xfrm xmlns:a="http://schemas.openxmlformats.org/drawingml/2006/main">
            <a:off x="239458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8" name="Standardized person 695: without endpoint">
            <a:extLst xmlns:a="http://schemas.openxmlformats.org/drawingml/2006/main">
              <a:ext uri="{FF2B5EF4-FFF2-40B4-BE49-F238E27FC236}">
                <a16:creationId xmlns:a16="http://schemas.microsoft.com/office/drawing/2014/main" id="{AC3062A2-1714-47EC-8B08-175851873209}"/>
              </a:ext>
            </a:extLst>
          </p:cNvPr>
          <p:cNvSpPr>
            <a:spLocks xmlns:a="http://schemas.openxmlformats.org/drawingml/2006/main" noGrp="1"/>
          </p:cNvSpPr>
          <p:nvPr/>
        </p:nvSpPr>
        <p:spPr>
          <a:xfrm xmlns:a="http://schemas.openxmlformats.org/drawingml/2006/main">
            <a:off x="252603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699" name="Standardized person 696: without endpoint">
            <a:extLst xmlns:a="http://schemas.openxmlformats.org/drawingml/2006/main">
              <a:ext uri="{FF2B5EF4-FFF2-40B4-BE49-F238E27FC236}">
                <a16:creationId xmlns:a16="http://schemas.microsoft.com/office/drawing/2014/main" id="{364611E0-2B1F-4593-ADC9-8366188B46B2}"/>
              </a:ext>
            </a:extLst>
          </p:cNvPr>
          <p:cNvSpPr>
            <a:spLocks xmlns:a="http://schemas.openxmlformats.org/drawingml/2006/main" noGrp="1"/>
          </p:cNvSpPr>
          <p:nvPr/>
        </p:nvSpPr>
        <p:spPr>
          <a:xfrm xmlns:a="http://schemas.openxmlformats.org/drawingml/2006/main">
            <a:off x="265747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0" name="Standardized person 697: without endpoint">
            <a:extLst xmlns:a="http://schemas.openxmlformats.org/drawingml/2006/main">
              <a:ext uri="{FF2B5EF4-FFF2-40B4-BE49-F238E27FC236}">
                <a16:creationId xmlns:a16="http://schemas.microsoft.com/office/drawing/2014/main" id="{88E593FB-AE97-45DB-BB15-9AF47608B2AD}"/>
              </a:ext>
            </a:extLst>
          </p:cNvPr>
          <p:cNvSpPr>
            <a:spLocks xmlns:a="http://schemas.openxmlformats.org/drawingml/2006/main" noGrp="1"/>
          </p:cNvSpPr>
          <p:nvPr/>
        </p:nvSpPr>
        <p:spPr>
          <a:xfrm xmlns:a="http://schemas.openxmlformats.org/drawingml/2006/main">
            <a:off x="278892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1" name="Standardized person 698: without endpoint">
            <a:extLst xmlns:a="http://schemas.openxmlformats.org/drawingml/2006/main">
              <a:ext uri="{FF2B5EF4-FFF2-40B4-BE49-F238E27FC236}">
                <a16:creationId xmlns:a16="http://schemas.microsoft.com/office/drawing/2014/main" id="{CD1185A2-EFE7-42BC-B42D-F53EB37F1581}"/>
              </a:ext>
            </a:extLst>
          </p:cNvPr>
          <p:cNvSpPr>
            <a:spLocks xmlns:a="http://schemas.openxmlformats.org/drawingml/2006/main" noGrp="1"/>
          </p:cNvSpPr>
          <p:nvPr/>
        </p:nvSpPr>
        <p:spPr>
          <a:xfrm xmlns:a="http://schemas.openxmlformats.org/drawingml/2006/main">
            <a:off x="292036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2" name="Standardized person 699: without endpoint">
            <a:extLst xmlns:a="http://schemas.openxmlformats.org/drawingml/2006/main">
              <a:ext uri="{FF2B5EF4-FFF2-40B4-BE49-F238E27FC236}">
                <a16:creationId xmlns:a16="http://schemas.microsoft.com/office/drawing/2014/main" id="{12D42143-CF79-42F8-AAE1-8671A157157A}"/>
              </a:ext>
            </a:extLst>
          </p:cNvPr>
          <p:cNvSpPr>
            <a:spLocks xmlns:a="http://schemas.openxmlformats.org/drawingml/2006/main" noGrp="1"/>
          </p:cNvSpPr>
          <p:nvPr/>
        </p:nvSpPr>
        <p:spPr>
          <a:xfrm xmlns:a="http://schemas.openxmlformats.org/drawingml/2006/main">
            <a:off x="305181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3" name="Standardized person 700: without endpoint">
            <a:extLst xmlns:a="http://schemas.openxmlformats.org/drawingml/2006/main">
              <a:ext uri="{FF2B5EF4-FFF2-40B4-BE49-F238E27FC236}">
                <a16:creationId xmlns:a16="http://schemas.microsoft.com/office/drawing/2014/main" id="{C79EE3DB-DF49-447A-B2E0-0FE5EAE204F1}"/>
              </a:ext>
            </a:extLst>
          </p:cNvPr>
          <p:cNvSpPr>
            <a:spLocks xmlns:a="http://schemas.openxmlformats.org/drawingml/2006/main" noGrp="1"/>
          </p:cNvSpPr>
          <p:nvPr/>
        </p:nvSpPr>
        <p:spPr>
          <a:xfrm xmlns:a="http://schemas.openxmlformats.org/drawingml/2006/main">
            <a:off x="318325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4" name="Standardized person 701: without endpoint">
            <a:extLst xmlns:a="http://schemas.openxmlformats.org/drawingml/2006/main">
              <a:ext uri="{FF2B5EF4-FFF2-40B4-BE49-F238E27FC236}">
                <a16:creationId xmlns:a16="http://schemas.microsoft.com/office/drawing/2014/main" id="{11FC989E-9956-4098-8E85-B5D4BEC50BFF}"/>
              </a:ext>
            </a:extLst>
          </p:cNvPr>
          <p:cNvSpPr>
            <a:spLocks xmlns:a="http://schemas.openxmlformats.org/drawingml/2006/main" noGrp="1"/>
          </p:cNvSpPr>
          <p:nvPr/>
        </p:nvSpPr>
        <p:spPr>
          <a:xfrm xmlns:a="http://schemas.openxmlformats.org/drawingml/2006/main">
            <a:off x="331470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5" name="Standardized person 702: without endpoint">
            <a:extLst xmlns:a="http://schemas.openxmlformats.org/drawingml/2006/main">
              <a:ext uri="{FF2B5EF4-FFF2-40B4-BE49-F238E27FC236}">
                <a16:creationId xmlns:a16="http://schemas.microsoft.com/office/drawing/2014/main" id="{8F4770A9-40DE-4604-B9B4-791196F03268}"/>
              </a:ext>
            </a:extLst>
          </p:cNvPr>
          <p:cNvSpPr>
            <a:spLocks xmlns:a="http://schemas.openxmlformats.org/drawingml/2006/main" noGrp="1"/>
          </p:cNvSpPr>
          <p:nvPr/>
        </p:nvSpPr>
        <p:spPr>
          <a:xfrm xmlns:a="http://schemas.openxmlformats.org/drawingml/2006/main">
            <a:off x="344614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6" name="Standardized person 703: without endpoint">
            <a:extLst xmlns:a="http://schemas.openxmlformats.org/drawingml/2006/main">
              <a:ext uri="{FF2B5EF4-FFF2-40B4-BE49-F238E27FC236}">
                <a16:creationId xmlns:a16="http://schemas.microsoft.com/office/drawing/2014/main" id="{57006A74-FF77-4AAD-B277-08C218698371}"/>
              </a:ext>
            </a:extLst>
          </p:cNvPr>
          <p:cNvSpPr>
            <a:spLocks xmlns:a="http://schemas.openxmlformats.org/drawingml/2006/main" noGrp="1"/>
          </p:cNvSpPr>
          <p:nvPr/>
        </p:nvSpPr>
        <p:spPr>
          <a:xfrm xmlns:a="http://schemas.openxmlformats.org/drawingml/2006/main">
            <a:off x="357759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7" name="Standardized person 704: without endpoint">
            <a:extLst xmlns:a="http://schemas.openxmlformats.org/drawingml/2006/main">
              <a:ext uri="{FF2B5EF4-FFF2-40B4-BE49-F238E27FC236}">
                <a16:creationId xmlns:a16="http://schemas.microsoft.com/office/drawing/2014/main" id="{68A02288-7C9C-43E2-A8A4-A1A4BAE26E4C}"/>
              </a:ext>
            </a:extLst>
          </p:cNvPr>
          <p:cNvSpPr>
            <a:spLocks xmlns:a="http://schemas.openxmlformats.org/drawingml/2006/main" noGrp="1"/>
          </p:cNvSpPr>
          <p:nvPr/>
        </p:nvSpPr>
        <p:spPr>
          <a:xfrm xmlns:a="http://schemas.openxmlformats.org/drawingml/2006/main">
            <a:off x="370903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8" name="Standardized person 705: without endpoint">
            <a:extLst xmlns:a="http://schemas.openxmlformats.org/drawingml/2006/main">
              <a:ext uri="{FF2B5EF4-FFF2-40B4-BE49-F238E27FC236}">
                <a16:creationId xmlns:a16="http://schemas.microsoft.com/office/drawing/2014/main" id="{B9270C47-51BA-4D56-935C-5056329B1299}"/>
              </a:ext>
            </a:extLst>
          </p:cNvPr>
          <p:cNvSpPr>
            <a:spLocks xmlns:a="http://schemas.openxmlformats.org/drawingml/2006/main" noGrp="1"/>
          </p:cNvSpPr>
          <p:nvPr/>
        </p:nvSpPr>
        <p:spPr>
          <a:xfrm xmlns:a="http://schemas.openxmlformats.org/drawingml/2006/main">
            <a:off x="384048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09" name="Standardized person 706: without endpoint">
            <a:extLst xmlns:a="http://schemas.openxmlformats.org/drawingml/2006/main">
              <a:ext uri="{FF2B5EF4-FFF2-40B4-BE49-F238E27FC236}">
                <a16:creationId xmlns:a16="http://schemas.microsoft.com/office/drawing/2014/main" id="{FC1F4B74-F800-4D0B-B902-689021C37867}"/>
              </a:ext>
            </a:extLst>
          </p:cNvPr>
          <p:cNvSpPr>
            <a:spLocks xmlns:a="http://schemas.openxmlformats.org/drawingml/2006/main" noGrp="1"/>
          </p:cNvSpPr>
          <p:nvPr/>
        </p:nvSpPr>
        <p:spPr>
          <a:xfrm xmlns:a="http://schemas.openxmlformats.org/drawingml/2006/main">
            <a:off x="397192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0" name="Standardized person 707: without endpoint">
            <a:extLst xmlns:a="http://schemas.openxmlformats.org/drawingml/2006/main">
              <a:ext uri="{FF2B5EF4-FFF2-40B4-BE49-F238E27FC236}">
                <a16:creationId xmlns:a16="http://schemas.microsoft.com/office/drawing/2014/main" id="{9CE687C8-D526-40F3-AFF7-AAE20117E633}"/>
              </a:ext>
            </a:extLst>
          </p:cNvPr>
          <p:cNvSpPr>
            <a:spLocks xmlns:a="http://schemas.openxmlformats.org/drawingml/2006/main" noGrp="1"/>
          </p:cNvSpPr>
          <p:nvPr/>
        </p:nvSpPr>
        <p:spPr>
          <a:xfrm xmlns:a="http://schemas.openxmlformats.org/drawingml/2006/main">
            <a:off x="410337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1" name="Standardized person 708: without endpoint">
            <a:extLst xmlns:a="http://schemas.openxmlformats.org/drawingml/2006/main">
              <a:ext uri="{FF2B5EF4-FFF2-40B4-BE49-F238E27FC236}">
                <a16:creationId xmlns:a16="http://schemas.microsoft.com/office/drawing/2014/main" id="{DA23486D-74AC-48B1-86C2-F3D4E1D9F004}"/>
              </a:ext>
            </a:extLst>
          </p:cNvPr>
          <p:cNvSpPr>
            <a:spLocks xmlns:a="http://schemas.openxmlformats.org/drawingml/2006/main" noGrp="1"/>
          </p:cNvSpPr>
          <p:nvPr/>
        </p:nvSpPr>
        <p:spPr>
          <a:xfrm xmlns:a="http://schemas.openxmlformats.org/drawingml/2006/main">
            <a:off x="423481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2" name="Standardized person 709: without endpoint">
            <a:extLst xmlns:a="http://schemas.openxmlformats.org/drawingml/2006/main">
              <a:ext uri="{FF2B5EF4-FFF2-40B4-BE49-F238E27FC236}">
                <a16:creationId xmlns:a16="http://schemas.microsoft.com/office/drawing/2014/main" id="{75F95B5D-00D0-4E58-9399-876EC11F0A7E}"/>
              </a:ext>
            </a:extLst>
          </p:cNvPr>
          <p:cNvSpPr>
            <a:spLocks xmlns:a="http://schemas.openxmlformats.org/drawingml/2006/main" noGrp="1"/>
          </p:cNvSpPr>
          <p:nvPr/>
        </p:nvSpPr>
        <p:spPr>
          <a:xfrm xmlns:a="http://schemas.openxmlformats.org/drawingml/2006/main">
            <a:off x="436626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3" name="Standardized person 710: without endpoint">
            <a:extLst xmlns:a="http://schemas.openxmlformats.org/drawingml/2006/main">
              <a:ext uri="{FF2B5EF4-FFF2-40B4-BE49-F238E27FC236}">
                <a16:creationId xmlns:a16="http://schemas.microsoft.com/office/drawing/2014/main" id="{A816D27E-EFDD-42DA-9662-E88A21921255}"/>
              </a:ext>
            </a:extLst>
          </p:cNvPr>
          <p:cNvSpPr>
            <a:spLocks xmlns:a="http://schemas.openxmlformats.org/drawingml/2006/main" noGrp="1"/>
          </p:cNvSpPr>
          <p:nvPr/>
        </p:nvSpPr>
        <p:spPr>
          <a:xfrm xmlns:a="http://schemas.openxmlformats.org/drawingml/2006/main">
            <a:off x="449770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4" name="Standardized person 711: without endpoint">
            <a:extLst xmlns:a="http://schemas.openxmlformats.org/drawingml/2006/main">
              <a:ext uri="{FF2B5EF4-FFF2-40B4-BE49-F238E27FC236}">
                <a16:creationId xmlns:a16="http://schemas.microsoft.com/office/drawing/2014/main" id="{0DF0D2E0-0411-490B-8A44-98839FAE4BDC}"/>
              </a:ext>
            </a:extLst>
          </p:cNvPr>
          <p:cNvSpPr>
            <a:spLocks xmlns:a="http://schemas.openxmlformats.org/drawingml/2006/main" noGrp="1"/>
          </p:cNvSpPr>
          <p:nvPr/>
        </p:nvSpPr>
        <p:spPr>
          <a:xfrm xmlns:a="http://schemas.openxmlformats.org/drawingml/2006/main">
            <a:off x="462915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5" name="Standardized person 712: without endpoint">
            <a:extLst xmlns:a="http://schemas.openxmlformats.org/drawingml/2006/main">
              <a:ext uri="{FF2B5EF4-FFF2-40B4-BE49-F238E27FC236}">
                <a16:creationId xmlns:a16="http://schemas.microsoft.com/office/drawing/2014/main" id="{BC1E58E5-5E5E-4456-84E6-C70CFF50B6D4}"/>
              </a:ext>
            </a:extLst>
          </p:cNvPr>
          <p:cNvSpPr>
            <a:spLocks xmlns:a="http://schemas.openxmlformats.org/drawingml/2006/main" noGrp="1"/>
          </p:cNvSpPr>
          <p:nvPr/>
        </p:nvSpPr>
        <p:spPr>
          <a:xfrm xmlns:a="http://schemas.openxmlformats.org/drawingml/2006/main">
            <a:off x="476059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6" name="Standardized person 713: without endpoint">
            <a:extLst xmlns:a="http://schemas.openxmlformats.org/drawingml/2006/main">
              <a:ext uri="{FF2B5EF4-FFF2-40B4-BE49-F238E27FC236}">
                <a16:creationId xmlns:a16="http://schemas.microsoft.com/office/drawing/2014/main" id="{64A7B294-F5CC-4F0C-A59D-FCD0CE78A39E}"/>
              </a:ext>
            </a:extLst>
          </p:cNvPr>
          <p:cNvSpPr>
            <a:spLocks xmlns:a="http://schemas.openxmlformats.org/drawingml/2006/main" noGrp="1"/>
          </p:cNvSpPr>
          <p:nvPr/>
        </p:nvSpPr>
        <p:spPr>
          <a:xfrm xmlns:a="http://schemas.openxmlformats.org/drawingml/2006/main">
            <a:off x="489204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7" name="Standardized person 714: without endpoint">
            <a:extLst xmlns:a="http://schemas.openxmlformats.org/drawingml/2006/main">
              <a:ext uri="{FF2B5EF4-FFF2-40B4-BE49-F238E27FC236}">
                <a16:creationId xmlns:a16="http://schemas.microsoft.com/office/drawing/2014/main" id="{AE4CE57C-022D-4CAA-B965-2A2EF12BF60A}"/>
              </a:ext>
            </a:extLst>
          </p:cNvPr>
          <p:cNvSpPr>
            <a:spLocks xmlns:a="http://schemas.openxmlformats.org/drawingml/2006/main" noGrp="1"/>
          </p:cNvSpPr>
          <p:nvPr/>
        </p:nvSpPr>
        <p:spPr>
          <a:xfrm xmlns:a="http://schemas.openxmlformats.org/drawingml/2006/main">
            <a:off x="502348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8" name="Standardized person 715: without endpoint">
            <a:extLst xmlns:a="http://schemas.openxmlformats.org/drawingml/2006/main">
              <a:ext uri="{FF2B5EF4-FFF2-40B4-BE49-F238E27FC236}">
                <a16:creationId xmlns:a16="http://schemas.microsoft.com/office/drawing/2014/main" id="{418DA304-DB83-4611-8C4D-9D07891CAF26}"/>
              </a:ext>
            </a:extLst>
          </p:cNvPr>
          <p:cNvSpPr>
            <a:spLocks xmlns:a="http://schemas.openxmlformats.org/drawingml/2006/main" noGrp="1"/>
          </p:cNvSpPr>
          <p:nvPr/>
        </p:nvSpPr>
        <p:spPr>
          <a:xfrm xmlns:a="http://schemas.openxmlformats.org/drawingml/2006/main">
            <a:off x="515493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19" name="Standardized person 716: without endpoint">
            <a:extLst xmlns:a="http://schemas.openxmlformats.org/drawingml/2006/main">
              <a:ext uri="{FF2B5EF4-FFF2-40B4-BE49-F238E27FC236}">
                <a16:creationId xmlns:a16="http://schemas.microsoft.com/office/drawing/2014/main" id="{2382FC3E-B641-488A-B919-0C9DE8E8FBB4}"/>
              </a:ext>
            </a:extLst>
          </p:cNvPr>
          <p:cNvSpPr>
            <a:spLocks xmlns:a="http://schemas.openxmlformats.org/drawingml/2006/main" noGrp="1"/>
          </p:cNvSpPr>
          <p:nvPr/>
        </p:nvSpPr>
        <p:spPr>
          <a:xfrm xmlns:a="http://schemas.openxmlformats.org/drawingml/2006/main">
            <a:off x="528637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0" name="Standardized person 717: without endpoint">
            <a:extLst xmlns:a="http://schemas.openxmlformats.org/drawingml/2006/main">
              <a:ext uri="{FF2B5EF4-FFF2-40B4-BE49-F238E27FC236}">
                <a16:creationId xmlns:a16="http://schemas.microsoft.com/office/drawing/2014/main" id="{11667FE7-AD8E-407E-A9FF-4C57B93A2E14}"/>
              </a:ext>
            </a:extLst>
          </p:cNvPr>
          <p:cNvSpPr>
            <a:spLocks xmlns:a="http://schemas.openxmlformats.org/drawingml/2006/main" noGrp="1"/>
          </p:cNvSpPr>
          <p:nvPr/>
        </p:nvSpPr>
        <p:spPr>
          <a:xfrm xmlns:a="http://schemas.openxmlformats.org/drawingml/2006/main">
            <a:off x="541782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1" name="Standardized person 718: without endpoint">
            <a:extLst xmlns:a="http://schemas.openxmlformats.org/drawingml/2006/main">
              <a:ext uri="{FF2B5EF4-FFF2-40B4-BE49-F238E27FC236}">
                <a16:creationId xmlns:a16="http://schemas.microsoft.com/office/drawing/2014/main" id="{82916A08-D728-4DD0-A034-EB4178C8C4E9}"/>
              </a:ext>
            </a:extLst>
          </p:cNvPr>
          <p:cNvSpPr>
            <a:spLocks xmlns:a="http://schemas.openxmlformats.org/drawingml/2006/main" noGrp="1"/>
          </p:cNvSpPr>
          <p:nvPr/>
        </p:nvSpPr>
        <p:spPr>
          <a:xfrm xmlns:a="http://schemas.openxmlformats.org/drawingml/2006/main">
            <a:off x="554926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2" name="Standardized person 719: without endpoint">
            <a:extLst xmlns:a="http://schemas.openxmlformats.org/drawingml/2006/main">
              <a:ext uri="{FF2B5EF4-FFF2-40B4-BE49-F238E27FC236}">
                <a16:creationId xmlns:a16="http://schemas.microsoft.com/office/drawing/2014/main" id="{4065354B-8B66-4C93-826E-C15853DF92A7}"/>
              </a:ext>
            </a:extLst>
          </p:cNvPr>
          <p:cNvSpPr>
            <a:spLocks xmlns:a="http://schemas.openxmlformats.org/drawingml/2006/main" noGrp="1"/>
          </p:cNvSpPr>
          <p:nvPr/>
        </p:nvSpPr>
        <p:spPr>
          <a:xfrm xmlns:a="http://schemas.openxmlformats.org/drawingml/2006/main">
            <a:off x="568071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3" name="Standardized person 720: without endpoint">
            <a:extLst xmlns:a="http://schemas.openxmlformats.org/drawingml/2006/main">
              <a:ext uri="{FF2B5EF4-FFF2-40B4-BE49-F238E27FC236}">
                <a16:creationId xmlns:a16="http://schemas.microsoft.com/office/drawing/2014/main" id="{9227B908-88B3-4F12-849B-4C136255F5FA}"/>
              </a:ext>
            </a:extLst>
          </p:cNvPr>
          <p:cNvSpPr>
            <a:spLocks xmlns:a="http://schemas.openxmlformats.org/drawingml/2006/main" noGrp="1"/>
          </p:cNvSpPr>
          <p:nvPr/>
        </p:nvSpPr>
        <p:spPr>
          <a:xfrm xmlns:a="http://schemas.openxmlformats.org/drawingml/2006/main">
            <a:off x="581215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4" name="Standardized person 721: without endpoint">
            <a:extLst xmlns:a="http://schemas.openxmlformats.org/drawingml/2006/main">
              <a:ext uri="{FF2B5EF4-FFF2-40B4-BE49-F238E27FC236}">
                <a16:creationId xmlns:a16="http://schemas.microsoft.com/office/drawing/2014/main" id="{C14E5578-B36D-4AB6-88CE-885DCDC644F3}"/>
              </a:ext>
            </a:extLst>
          </p:cNvPr>
          <p:cNvSpPr>
            <a:spLocks xmlns:a="http://schemas.openxmlformats.org/drawingml/2006/main" noGrp="1"/>
          </p:cNvSpPr>
          <p:nvPr/>
        </p:nvSpPr>
        <p:spPr>
          <a:xfrm xmlns:a="http://schemas.openxmlformats.org/drawingml/2006/main">
            <a:off x="68580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5" name="Standardized person 722: without endpoint">
            <a:extLst xmlns:a="http://schemas.openxmlformats.org/drawingml/2006/main">
              <a:ext uri="{FF2B5EF4-FFF2-40B4-BE49-F238E27FC236}">
                <a16:creationId xmlns:a16="http://schemas.microsoft.com/office/drawing/2014/main" id="{DA3F3016-B142-4FFD-B4F6-2C30831658C1}"/>
              </a:ext>
            </a:extLst>
          </p:cNvPr>
          <p:cNvSpPr>
            <a:spLocks xmlns:a="http://schemas.openxmlformats.org/drawingml/2006/main" noGrp="1"/>
          </p:cNvSpPr>
          <p:nvPr/>
        </p:nvSpPr>
        <p:spPr>
          <a:xfrm xmlns:a="http://schemas.openxmlformats.org/drawingml/2006/main">
            <a:off x="81724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6" name="Standardized person 723: without endpoint">
            <a:extLst xmlns:a="http://schemas.openxmlformats.org/drawingml/2006/main">
              <a:ext uri="{FF2B5EF4-FFF2-40B4-BE49-F238E27FC236}">
                <a16:creationId xmlns:a16="http://schemas.microsoft.com/office/drawing/2014/main" id="{BE3EB6FA-69CD-4481-9905-03B5FCA407A7}"/>
              </a:ext>
            </a:extLst>
          </p:cNvPr>
          <p:cNvSpPr>
            <a:spLocks xmlns:a="http://schemas.openxmlformats.org/drawingml/2006/main" noGrp="1"/>
          </p:cNvSpPr>
          <p:nvPr/>
        </p:nvSpPr>
        <p:spPr>
          <a:xfrm xmlns:a="http://schemas.openxmlformats.org/drawingml/2006/main">
            <a:off x="94869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7" name="Standardized person 724: without endpoint">
            <a:extLst xmlns:a="http://schemas.openxmlformats.org/drawingml/2006/main">
              <a:ext uri="{FF2B5EF4-FFF2-40B4-BE49-F238E27FC236}">
                <a16:creationId xmlns:a16="http://schemas.microsoft.com/office/drawing/2014/main" id="{53E96BB1-182D-43CE-BEEC-4EBA9B8D260B}"/>
              </a:ext>
            </a:extLst>
          </p:cNvPr>
          <p:cNvSpPr>
            <a:spLocks xmlns:a="http://schemas.openxmlformats.org/drawingml/2006/main" noGrp="1"/>
          </p:cNvSpPr>
          <p:nvPr/>
        </p:nvSpPr>
        <p:spPr>
          <a:xfrm xmlns:a="http://schemas.openxmlformats.org/drawingml/2006/main">
            <a:off x="108013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8" name="Standardized person 725: without endpoint">
            <a:extLst xmlns:a="http://schemas.openxmlformats.org/drawingml/2006/main">
              <a:ext uri="{FF2B5EF4-FFF2-40B4-BE49-F238E27FC236}">
                <a16:creationId xmlns:a16="http://schemas.microsoft.com/office/drawing/2014/main" id="{CBADBFC7-1FA7-4C5B-9D02-B86850C159A0}"/>
              </a:ext>
            </a:extLst>
          </p:cNvPr>
          <p:cNvSpPr>
            <a:spLocks xmlns:a="http://schemas.openxmlformats.org/drawingml/2006/main" noGrp="1"/>
          </p:cNvSpPr>
          <p:nvPr/>
        </p:nvSpPr>
        <p:spPr>
          <a:xfrm xmlns:a="http://schemas.openxmlformats.org/drawingml/2006/main">
            <a:off x="121158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29" name="Standardized person 726: without endpoint">
            <a:extLst xmlns:a="http://schemas.openxmlformats.org/drawingml/2006/main">
              <a:ext uri="{FF2B5EF4-FFF2-40B4-BE49-F238E27FC236}">
                <a16:creationId xmlns:a16="http://schemas.microsoft.com/office/drawing/2014/main" id="{A953536B-005A-4776-AFC9-667DD800A49F}"/>
              </a:ext>
            </a:extLst>
          </p:cNvPr>
          <p:cNvSpPr>
            <a:spLocks xmlns:a="http://schemas.openxmlformats.org/drawingml/2006/main" noGrp="1"/>
          </p:cNvSpPr>
          <p:nvPr/>
        </p:nvSpPr>
        <p:spPr>
          <a:xfrm xmlns:a="http://schemas.openxmlformats.org/drawingml/2006/main">
            <a:off x="134302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0" name="Standardized person 727: without endpoint">
            <a:extLst xmlns:a="http://schemas.openxmlformats.org/drawingml/2006/main">
              <a:ext uri="{FF2B5EF4-FFF2-40B4-BE49-F238E27FC236}">
                <a16:creationId xmlns:a16="http://schemas.microsoft.com/office/drawing/2014/main" id="{7E9AFE2E-F68B-40BD-90D2-4233D88C3E8A}"/>
              </a:ext>
            </a:extLst>
          </p:cNvPr>
          <p:cNvSpPr>
            <a:spLocks xmlns:a="http://schemas.openxmlformats.org/drawingml/2006/main" noGrp="1"/>
          </p:cNvSpPr>
          <p:nvPr/>
        </p:nvSpPr>
        <p:spPr>
          <a:xfrm xmlns:a="http://schemas.openxmlformats.org/drawingml/2006/main">
            <a:off x="147447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1" name="Standardized person 728: without endpoint">
            <a:extLst xmlns:a="http://schemas.openxmlformats.org/drawingml/2006/main">
              <a:ext uri="{FF2B5EF4-FFF2-40B4-BE49-F238E27FC236}">
                <a16:creationId xmlns:a16="http://schemas.microsoft.com/office/drawing/2014/main" id="{E2EB3420-0CEA-48DE-B457-0463EE8D40C3}"/>
              </a:ext>
            </a:extLst>
          </p:cNvPr>
          <p:cNvSpPr>
            <a:spLocks xmlns:a="http://schemas.openxmlformats.org/drawingml/2006/main" noGrp="1"/>
          </p:cNvSpPr>
          <p:nvPr/>
        </p:nvSpPr>
        <p:spPr>
          <a:xfrm xmlns:a="http://schemas.openxmlformats.org/drawingml/2006/main">
            <a:off x="160591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2" name="Standardized person 729: without endpoint">
            <a:extLst xmlns:a="http://schemas.openxmlformats.org/drawingml/2006/main">
              <a:ext uri="{FF2B5EF4-FFF2-40B4-BE49-F238E27FC236}">
                <a16:creationId xmlns:a16="http://schemas.microsoft.com/office/drawing/2014/main" id="{F36B9D69-C38B-4B9D-B714-38C306BCA849}"/>
              </a:ext>
            </a:extLst>
          </p:cNvPr>
          <p:cNvSpPr>
            <a:spLocks xmlns:a="http://schemas.openxmlformats.org/drawingml/2006/main" noGrp="1"/>
          </p:cNvSpPr>
          <p:nvPr/>
        </p:nvSpPr>
        <p:spPr>
          <a:xfrm xmlns:a="http://schemas.openxmlformats.org/drawingml/2006/main">
            <a:off x="173736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3" name="Standardized person 730: without endpoint">
            <a:extLst xmlns:a="http://schemas.openxmlformats.org/drawingml/2006/main">
              <a:ext uri="{FF2B5EF4-FFF2-40B4-BE49-F238E27FC236}">
                <a16:creationId xmlns:a16="http://schemas.microsoft.com/office/drawing/2014/main" id="{BF728AC7-9DF2-4984-8FD6-3F9CACC19D82}"/>
              </a:ext>
            </a:extLst>
          </p:cNvPr>
          <p:cNvSpPr>
            <a:spLocks xmlns:a="http://schemas.openxmlformats.org/drawingml/2006/main" noGrp="1"/>
          </p:cNvSpPr>
          <p:nvPr/>
        </p:nvSpPr>
        <p:spPr>
          <a:xfrm xmlns:a="http://schemas.openxmlformats.org/drawingml/2006/main">
            <a:off x="186880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4" name="Standardized person 731: without endpoint">
            <a:extLst xmlns:a="http://schemas.openxmlformats.org/drawingml/2006/main">
              <a:ext uri="{FF2B5EF4-FFF2-40B4-BE49-F238E27FC236}">
                <a16:creationId xmlns:a16="http://schemas.microsoft.com/office/drawing/2014/main" id="{DC16E8F9-F6D6-4BF0-A81C-FC41700D5B99}"/>
              </a:ext>
            </a:extLst>
          </p:cNvPr>
          <p:cNvSpPr>
            <a:spLocks xmlns:a="http://schemas.openxmlformats.org/drawingml/2006/main" noGrp="1"/>
          </p:cNvSpPr>
          <p:nvPr/>
        </p:nvSpPr>
        <p:spPr>
          <a:xfrm xmlns:a="http://schemas.openxmlformats.org/drawingml/2006/main">
            <a:off x="200025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5" name="Standardized person 732: without endpoint">
            <a:extLst xmlns:a="http://schemas.openxmlformats.org/drawingml/2006/main">
              <a:ext uri="{FF2B5EF4-FFF2-40B4-BE49-F238E27FC236}">
                <a16:creationId xmlns:a16="http://schemas.microsoft.com/office/drawing/2014/main" id="{4122879B-FB4A-434C-A8C1-B646E7DABB71}"/>
              </a:ext>
            </a:extLst>
          </p:cNvPr>
          <p:cNvSpPr>
            <a:spLocks xmlns:a="http://schemas.openxmlformats.org/drawingml/2006/main" noGrp="1"/>
          </p:cNvSpPr>
          <p:nvPr/>
        </p:nvSpPr>
        <p:spPr>
          <a:xfrm xmlns:a="http://schemas.openxmlformats.org/drawingml/2006/main">
            <a:off x="213169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6" name="Standardized person 733: without endpoint">
            <a:extLst xmlns:a="http://schemas.openxmlformats.org/drawingml/2006/main">
              <a:ext uri="{FF2B5EF4-FFF2-40B4-BE49-F238E27FC236}">
                <a16:creationId xmlns:a16="http://schemas.microsoft.com/office/drawing/2014/main" id="{53575F1A-DA6C-4F9D-B1D9-5850DA3A6470}"/>
              </a:ext>
            </a:extLst>
          </p:cNvPr>
          <p:cNvSpPr>
            <a:spLocks xmlns:a="http://schemas.openxmlformats.org/drawingml/2006/main" noGrp="1"/>
          </p:cNvSpPr>
          <p:nvPr/>
        </p:nvSpPr>
        <p:spPr>
          <a:xfrm xmlns:a="http://schemas.openxmlformats.org/drawingml/2006/main">
            <a:off x="226314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7" name="Standardized person 734: without endpoint">
            <a:extLst xmlns:a="http://schemas.openxmlformats.org/drawingml/2006/main">
              <a:ext uri="{FF2B5EF4-FFF2-40B4-BE49-F238E27FC236}">
                <a16:creationId xmlns:a16="http://schemas.microsoft.com/office/drawing/2014/main" id="{4F239771-5609-4215-8651-BBDD729F1549}"/>
              </a:ext>
            </a:extLst>
          </p:cNvPr>
          <p:cNvSpPr>
            <a:spLocks xmlns:a="http://schemas.openxmlformats.org/drawingml/2006/main" noGrp="1"/>
          </p:cNvSpPr>
          <p:nvPr/>
        </p:nvSpPr>
        <p:spPr>
          <a:xfrm xmlns:a="http://schemas.openxmlformats.org/drawingml/2006/main">
            <a:off x="239458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8" name="Standardized person 735: without endpoint">
            <a:extLst xmlns:a="http://schemas.openxmlformats.org/drawingml/2006/main">
              <a:ext uri="{FF2B5EF4-FFF2-40B4-BE49-F238E27FC236}">
                <a16:creationId xmlns:a16="http://schemas.microsoft.com/office/drawing/2014/main" id="{38EB2FC2-6B00-4CFB-AE01-9FCA86404B09}"/>
              </a:ext>
            </a:extLst>
          </p:cNvPr>
          <p:cNvSpPr>
            <a:spLocks xmlns:a="http://schemas.openxmlformats.org/drawingml/2006/main" noGrp="1"/>
          </p:cNvSpPr>
          <p:nvPr/>
        </p:nvSpPr>
        <p:spPr>
          <a:xfrm xmlns:a="http://schemas.openxmlformats.org/drawingml/2006/main">
            <a:off x="252603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39" name="Standardized person 736: without endpoint">
            <a:extLst xmlns:a="http://schemas.openxmlformats.org/drawingml/2006/main">
              <a:ext uri="{FF2B5EF4-FFF2-40B4-BE49-F238E27FC236}">
                <a16:creationId xmlns:a16="http://schemas.microsoft.com/office/drawing/2014/main" id="{8E200BC3-FB50-4E72-B196-E3B9BBFCACCA}"/>
              </a:ext>
            </a:extLst>
          </p:cNvPr>
          <p:cNvSpPr>
            <a:spLocks xmlns:a="http://schemas.openxmlformats.org/drawingml/2006/main" noGrp="1"/>
          </p:cNvSpPr>
          <p:nvPr/>
        </p:nvSpPr>
        <p:spPr>
          <a:xfrm xmlns:a="http://schemas.openxmlformats.org/drawingml/2006/main">
            <a:off x="265747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0" name="Standardized person 737: without endpoint">
            <a:extLst xmlns:a="http://schemas.openxmlformats.org/drawingml/2006/main">
              <a:ext uri="{FF2B5EF4-FFF2-40B4-BE49-F238E27FC236}">
                <a16:creationId xmlns:a16="http://schemas.microsoft.com/office/drawing/2014/main" id="{CD3AE4FC-6C3A-44A9-B3A9-87D7E9E22710}"/>
              </a:ext>
            </a:extLst>
          </p:cNvPr>
          <p:cNvSpPr>
            <a:spLocks xmlns:a="http://schemas.openxmlformats.org/drawingml/2006/main" noGrp="1"/>
          </p:cNvSpPr>
          <p:nvPr/>
        </p:nvSpPr>
        <p:spPr>
          <a:xfrm xmlns:a="http://schemas.openxmlformats.org/drawingml/2006/main">
            <a:off x="278892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1" name="Standardized person 738: without endpoint">
            <a:extLst xmlns:a="http://schemas.openxmlformats.org/drawingml/2006/main">
              <a:ext uri="{FF2B5EF4-FFF2-40B4-BE49-F238E27FC236}">
                <a16:creationId xmlns:a16="http://schemas.microsoft.com/office/drawing/2014/main" id="{8C3F7B3F-0C6E-46AB-AC45-2D53DDBFD176}"/>
              </a:ext>
            </a:extLst>
          </p:cNvPr>
          <p:cNvSpPr>
            <a:spLocks xmlns:a="http://schemas.openxmlformats.org/drawingml/2006/main" noGrp="1"/>
          </p:cNvSpPr>
          <p:nvPr/>
        </p:nvSpPr>
        <p:spPr>
          <a:xfrm xmlns:a="http://schemas.openxmlformats.org/drawingml/2006/main">
            <a:off x="292036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2" name="Standardized person 739: without endpoint">
            <a:extLst xmlns:a="http://schemas.openxmlformats.org/drawingml/2006/main">
              <a:ext uri="{FF2B5EF4-FFF2-40B4-BE49-F238E27FC236}">
                <a16:creationId xmlns:a16="http://schemas.microsoft.com/office/drawing/2014/main" id="{3ACC92E9-649B-4C49-A8DC-40882D11FDCF}"/>
              </a:ext>
            </a:extLst>
          </p:cNvPr>
          <p:cNvSpPr>
            <a:spLocks xmlns:a="http://schemas.openxmlformats.org/drawingml/2006/main" noGrp="1"/>
          </p:cNvSpPr>
          <p:nvPr/>
        </p:nvSpPr>
        <p:spPr>
          <a:xfrm xmlns:a="http://schemas.openxmlformats.org/drawingml/2006/main">
            <a:off x="305181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3" name="Standardized person 740: without endpoint">
            <a:extLst xmlns:a="http://schemas.openxmlformats.org/drawingml/2006/main">
              <a:ext uri="{FF2B5EF4-FFF2-40B4-BE49-F238E27FC236}">
                <a16:creationId xmlns:a16="http://schemas.microsoft.com/office/drawing/2014/main" id="{F5188C91-A094-44EE-BD61-2505FCAAF914}"/>
              </a:ext>
            </a:extLst>
          </p:cNvPr>
          <p:cNvSpPr>
            <a:spLocks xmlns:a="http://schemas.openxmlformats.org/drawingml/2006/main" noGrp="1"/>
          </p:cNvSpPr>
          <p:nvPr/>
        </p:nvSpPr>
        <p:spPr>
          <a:xfrm xmlns:a="http://schemas.openxmlformats.org/drawingml/2006/main">
            <a:off x="318325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4" name="Standardized person 741: without endpoint">
            <a:extLst xmlns:a="http://schemas.openxmlformats.org/drawingml/2006/main">
              <a:ext uri="{FF2B5EF4-FFF2-40B4-BE49-F238E27FC236}">
                <a16:creationId xmlns:a16="http://schemas.microsoft.com/office/drawing/2014/main" id="{C08A8992-617F-45E5-B7CB-D4B011EF1D08}"/>
              </a:ext>
            </a:extLst>
          </p:cNvPr>
          <p:cNvSpPr>
            <a:spLocks xmlns:a="http://schemas.openxmlformats.org/drawingml/2006/main" noGrp="1"/>
          </p:cNvSpPr>
          <p:nvPr/>
        </p:nvSpPr>
        <p:spPr>
          <a:xfrm xmlns:a="http://schemas.openxmlformats.org/drawingml/2006/main">
            <a:off x="331470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5" name="Standardized person 742: without endpoint">
            <a:extLst xmlns:a="http://schemas.openxmlformats.org/drawingml/2006/main">
              <a:ext uri="{FF2B5EF4-FFF2-40B4-BE49-F238E27FC236}">
                <a16:creationId xmlns:a16="http://schemas.microsoft.com/office/drawing/2014/main" id="{4C2F0D18-CF06-412D-91C8-CCC0BA7FF611}"/>
              </a:ext>
            </a:extLst>
          </p:cNvPr>
          <p:cNvSpPr>
            <a:spLocks xmlns:a="http://schemas.openxmlformats.org/drawingml/2006/main" noGrp="1"/>
          </p:cNvSpPr>
          <p:nvPr/>
        </p:nvSpPr>
        <p:spPr>
          <a:xfrm xmlns:a="http://schemas.openxmlformats.org/drawingml/2006/main">
            <a:off x="344614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6" name="Standardized person 743: without endpoint">
            <a:extLst xmlns:a="http://schemas.openxmlformats.org/drawingml/2006/main">
              <a:ext uri="{FF2B5EF4-FFF2-40B4-BE49-F238E27FC236}">
                <a16:creationId xmlns:a16="http://schemas.microsoft.com/office/drawing/2014/main" id="{45F5C28D-84BF-414C-9998-2E9F2280F2F2}"/>
              </a:ext>
            </a:extLst>
          </p:cNvPr>
          <p:cNvSpPr>
            <a:spLocks xmlns:a="http://schemas.openxmlformats.org/drawingml/2006/main" noGrp="1"/>
          </p:cNvSpPr>
          <p:nvPr/>
        </p:nvSpPr>
        <p:spPr>
          <a:xfrm xmlns:a="http://schemas.openxmlformats.org/drawingml/2006/main">
            <a:off x="357759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7" name="Standardized person 744: without endpoint">
            <a:extLst xmlns:a="http://schemas.openxmlformats.org/drawingml/2006/main">
              <a:ext uri="{FF2B5EF4-FFF2-40B4-BE49-F238E27FC236}">
                <a16:creationId xmlns:a16="http://schemas.microsoft.com/office/drawing/2014/main" id="{8F868AC5-5EBD-4B09-BFD4-EC9AE2099759}"/>
              </a:ext>
            </a:extLst>
          </p:cNvPr>
          <p:cNvSpPr>
            <a:spLocks xmlns:a="http://schemas.openxmlformats.org/drawingml/2006/main" noGrp="1"/>
          </p:cNvSpPr>
          <p:nvPr/>
        </p:nvSpPr>
        <p:spPr>
          <a:xfrm xmlns:a="http://schemas.openxmlformats.org/drawingml/2006/main">
            <a:off x="370903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8" name="Standardized person 745: without endpoint">
            <a:extLst xmlns:a="http://schemas.openxmlformats.org/drawingml/2006/main">
              <a:ext uri="{FF2B5EF4-FFF2-40B4-BE49-F238E27FC236}">
                <a16:creationId xmlns:a16="http://schemas.microsoft.com/office/drawing/2014/main" id="{37AB09BE-A83B-452A-A714-8AB7B182DE09}"/>
              </a:ext>
            </a:extLst>
          </p:cNvPr>
          <p:cNvSpPr>
            <a:spLocks xmlns:a="http://schemas.openxmlformats.org/drawingml/2006/main" noGrp="1"/>
          </p:cNvSpPr>
          <p:nvPr/>
        </p:nvSpPr>
        <p:spPr>
          <a:xfrm xmlns:a="http://schemas.openxmlformats.org/drawingml/2006/main">
            <a:off x="384048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49" name="Standardized person 746: without endpoint">
            <a:extLst xmlns:a="http://schemas.openxmlformats.org/drawingml/2006/main">
              <a:ext uri="{FF2B5EF4-FFF2-40B4-BE49-F238E27FC236}">
                <a16:creationId xmlns:a16="http://schemas.microsoft.com/office/drawing/2014/main" id="{52677DFE-9D34-45EF-8E8F-679413DAE7C8}"/>
              </a:ext>
            </a:extLst>
          </p:cNvPr>
          <p:cNvSpPr>
            <a:spLocks xmlns:a="http://schemas.openxmlformats.org/drawingml/2006/main" noGrp="1"/>
          </p:cNvSpPr>
          <p:nvPr/>
        </p:nvSpPr>
        <p:spPr>
          <a:xfrm xmlns:a="http://schemas.openxmlformats.org/drawingml/2006/main">
            <a:off x="397192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0" name="Standardized person 747: without endpoint">
            <a:extLst xmlns:a="http://schemas.openxmlformats.org/drawingml/2006/main">
              <a:ext uri="{FF2B5EF4-FFF2-40B4-BE49-F238E27FC236}">
                <a16:creationId xmlns:a16="http://schemas.microsoft.com/office/drawing/2014/main" id="{7419F9EE-3B42-45BF-A794-64B135713C6B}"/>
              </a:ext>
            </a:extLst>
          </p:cNvPr>
          <p:cNvSpPr>
            <a:spLocks xmlns:a="http://schemas.openxmlformats.org/drawingml/2006/main" noGrp="1"/>
          </p:cNvSpPr>
          <p:nvPr/>
        </p:nvSpPr>
        <p:spPr>
          <a:xfrm xmlns:a="http://schemas.openxmlformats.org/drawingml/2006/main">
            <a:off x="410337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1" name="Standardized person 748: without endpoint">
            <a:extLst xmlns:a="http://schemas.openxmlformats.org/drawingml/2006/main">
              <a:ext uri="{FF2B5EF4-FFF2-40B4-BE49-F238E27FC236}">
                <a16:creationId xmlns:a16="http://schemas.microsoft.com/office/drawing/2014/main" id="{F03CFA91-8E22-4E46-B5BD-168BB8A08AD8}"/>
              </a:ext>
            </a:extLst>
          </p:cNvPr>
          <p:cNvSpPr>
            <a:spLocks xmlns:a="http://schemas.openxmlformats.org/drawingml/2006/main" noGrp="1"/>
          </p:cNvSpPr>
          <p:nvPr/>
        </p:nvSpPr>
        <p:spPr>
          <a:xfrm xmlns:a="http://schemas.openxmlformats.org/drawingml/2006/main">
            <a:off x="423481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2" name="Standardized person 749: without endpoint">
            <a:extLst xmlns:a="http://schemas.openxmlformats.org/drawingml/2006/main">
              <a:ext uri="{FF2B5EF4-FFF2-40B4-BE49-F238E27FC236}">
                <a16:creationId xmlns:a16="http://schemas.microsoft.com/office/drawing/2014/main" id="{26C1A125-A959-4E03-9A0F-5EFCF06C0398}"/>
              </a:ext>
            </a:extLst>
          </p:cNvPr>
          <p:cNvSpPr>
            <a:spLocks xmlns:a="http://schemas.openxmlformats.org/drawingml/2006/main" noGrp="1"/>
          </p:cNvSpPr>
          <p:nvPr/>
        </p:nvSpPr>
        <p:spPr>
          <a:xfrm xmlns:a="http://schemas.openxmlformats.org/drawingml/2006/main">
            <a:off x="436626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3" name="Standardized person 750: without endpoint">
            <a:extLst xmlns:a="http://schemas.openxmlformats.org/drawingml/2006/main">
              <a:ext uri="{FF2B5EF4-FFF2-40B4-BE49-F238E27FC236}">
                <a16:creationId xmlns:a16="http://schemas.microsoft.com/office/drawing/2014/main" id="{9E676346-85C7-4665-9BC5-9E425210A7DD}"/>
              </a:ext>
            </a:extLst>
          </p:cNvPr>
          <p:cNvSpPr>
            <a:spLocks xmlns:a="http://schemas.openxmlformats.org/drawingml/2006/main" noGrp="1"/>
          </p:cNvSpPr>
          <p:nvPr/>
        </p:nvSpPr>
        <p:spPr>
          <a:xfrm xmlns:a="http://schemas.openxmlformats.org/drawingml/2006/main">
            <a:off x="449770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4" name="Standardized person 751: without endpoint">
            <a:extLst xmlns:a="http://schemas.openxmlformats.org/drawingml/2006/main">
              <a:ext uri="{FF2B5EF4-FFF2-40B4-BE49-F238E27FC236}">
                <a16:creationId xmlns:a16="http://schemas.microsoft.com/office/drawing/2014/main" id="{7041154F-7953-4EA4-AA93-EC7355E55A44}"/>
              </a:ext>
            </a:extLst>
          </p:cNvPr>
          <p:cNvSpPr>
            <a:spLocks xmlns:a="http://schemas.openxmlformats.org/drawingml/2006/main" noGrp="1"/>
          </p:cNvSpPr>
          <p:nvPr/>
        </p:nvSpPr>
        <p:spPr>
          <a:xfrm xmlns:a="http://schemas.openxmlformats.org/drawingml/2006/main">
            <a:off x="462915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5" name="Standardized person 752: without endpoint">
            <a:extLst xmlns:a="http://schemas.openxmlformats.org/drawingml/2006/main">
              <a:ext uri="{FF2B5EF4-FFF2-40B4-BE49-F238E27FC236}">
                <a16:creationId xmlns:a16="http://schemas.microsoft.com/office/drawing/2014/main" id="{354A3A98-6C92-445C-ABDF-43B396F52767}"/>
              </a:ext>
            </a:extLst>
          </p:cNvPr>
          <p:cNvSpPr>
            <a:spLocks xmlns:a="http://schemas.openxmlformats.org/drawingml/2006/main" noGrp="1"/>
          </p:cNvSpPr>
          <p:nvPr/>
        </p:nvSpPr>
        <p:spPr>
          <a:xfrm xmlns:a="http://schemas.openxmlformats.org/drawingml/2006/main">
            <a:off x="476059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6" name="Standardized person 753: without endpoint">
            <a:extLst xmlns:a="http://schemas.openxmlformats.org/drawingml/2006/main">
              <a:ext uri="{FF2B5EF4-FFF2-40B4-BE49-F238E27FC236}">
                <a16:creationId xmlns:a16="http://schemas.microsoft.com/office/drawing/2014/main" id="{95439716-B890-4E53-B1B7-562751528735}"/>
              </a:ext>
            </a:extLst>
          </p:cNvPr>
          <p:cNvSpPr>
            <a:spLocks xmlns:a="http://schemas.openxmlformats.org/drawingml/2006/main" noGrp="1"/>
          </p:cNvSpPr>
          <p:nvPr/>
        </p:nvSpPr>
        <p:spPr>
          <a:xfrm xmlns:a="http://schemas.openxmlformats.org/drawingml/2006/main">
            <a:off x="489204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7" name="Standardized person 754: without endpoint">
            <a:extLst xmlns:a="http://schemas.openxmlformats.org/drawingml/2006/main">
              <a:ext uri="{FF2B5EF4-FFF2-40B4-BE49-F238E27FC236}">
                <a16:creationId xmlns:a16="http://schemas.microsoft.com/office/drawing/2014/main" id="{EF180F4D-220B-41D7-9B7B-5A7553D5E351}"/>
              </a:ext>
            </a:extLst>
          </p:cNvPr>
          <p:cNvSpPr>
            <a:spLocks xmlns:a="http://schemas.openxmlformats.org/drawingml/2006/main" noGrp="1"/>
          </p:cNvSpPr>
          <p:nvPr/>
        </p:nvSpPr>
        <p:spPr>
          <a:xfrm xmlns:a="http://schemas.openxmlformats.org/drawingml/2006/main">
            <a:off x="502348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8" name="Standardized person 755: without endpoint">
            <a:extLst xmlns:a="http://schemas.openxmlformats.org/drawingml/2006/main">
              <a:ext uri="{FF2B5EF4-FFF2-40B4-BE49-F238E27FC236}">
                <a16:creationId xmlns:a16="http://schemas.microsoft.com/office/drawing/2014/main" id="{93360899-5DD0-49CD-A3F9-49BE8B7058D0}"/>
              </a:ext>
            </a:extLst>
          </p:cNvPr>
          <p:cNvSpPr>
            <a:spLocks xmlns:a="http://schemas.openxmlformats.org/drawingml/2006/main" noGrp="1"/>
          </p:cNvSpPr>
          <p:nvPr/>
        </p:nvSpPr>
        <p:spPr>
          <a:xfrm xmlns:a="http://schemas.openxmlformats.org/drawingml/2006/main">
            <a:off x="515493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59" name="Standardized person 756: without endpoint">
            <a:extLst xmlns:a="http://schemas.openxmlformats.org/drawingml/2006/main">
              <a:ext uri="{FF2B5EF4-FFF2-40B4-BE49-F238E27FC236}">
                <a16:creationId xmlns:a16="http://schemas.microsoft.com/office/drawing/2014/main" id="{6B090A30-DDBD-497C-BDC9-049DE56A72ED}"/>
              </a:ext>
            </a:extLst>
          </p:cNvPr>
          <p:cNvSpPr>
            <a:spLocks xmlns:a="http://schemas.openxmlformats.org/drawingml/2006/main" noGrp="1"/>
          </p:cNvSpPr>
          <p:nvPr/>
        </p:nvSpPr>
        <p:spPr>
          <a:xfrm xmlns:a="http://schemas.openxmlformats.org/drawingml/2006/main">
            <a:off x="528637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0" name="Standardized person 757: without endpoint">
            <a:extLst xmlns:a="http://schemas.openxmlformats.org/drawingml/2006/main">
              <a:ext uri="{FF2B5EF4-FFF2-40B4-BE49-F238E27FC236}">
                <a16:creationId xmlns:a16="http://schemas.microsoft.com/office/drawing/2014/main" id="{F6C11A4B-78FC-453A-83BE-1D952D663272}"/>
              </a:ext>
            </a:extLst>
          </p:cNvPr>
          <p:cNvSpPr>
            <a:spLocks xmlns:a="http://schemas.openxmlformats.org/drawingml/2006/main" noGrp="1"/>
          </p:cNvSpPr>
          <p:nvPr/>
        </p:nvSpPr>
        <p:spPr>
          <a:xfrm xmlns:a="http://schemas.openxmlformats.org/drawingml/2006/main">
            <a:off x="541782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1" name="Standardized person 758: without endpoint">
            <a:extLst xmlns:a="http://schemas.openxmlformats.org/drawingml/2006/main">
              <a:ext uri="{FF2B5EF4-FFF2-40B4-BE49-F238E27FC236}">
                <a16:creationId xmlns:a16="http://schemas.microsoft.com/office/drawing/2014/main" id="{4A3412A3-6DF1-4853-AA4D-8254B7C43CF4}"/>
              </a:ext>
            </a:extLst>
          </p:cNvPr>
          <p:cNvSpPr>
            <a:spLocks xmlns:a="http://schemas.openxmlformats.org/drawingml/2006/main" noGrp="1"/>
          </p:cNvSpPr>
          <p:nvPr/>
        </p:nvSpPr>
        <p:spPr>
          <a:xfrm xmlns:a="http://schemas.openxmlformats.org/drawingml/2006/main">
            <a:off x="554926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2" name="Standardized person 759: without endpoint">
            <a:extLst xmlns:a="http://schemas.openxmlformats.org/drawingml/2006/main">
              <a:ext uri="{FF2B5EF4-FFF2-40B4-BE49-F238E27FC236}">
                <a16:creationId xmlns:a16="http://schemas.microsoft.com/office/drawing/2014/main" id="{1708AD2B-1510-4BC1-A75F-5B9753F0CB9D}"/>
              </a:ext>
            </a:extLst>
          </p:cNvPr>
          <p:cNvSpPr>
            <a:spLocks xmlns:a="http://schemas.openxmlformats.org/drawingml/2006/main" noGrp="1"/>
          </p:cNvSpPr>
          <p:nvPr/>
        </p:nvSpPr>
        <p:spPr>
          <a:xfrm xmlns:a="http://schemas.openxmlformats.org/drawingml/2006/main">
            <a:off x="568071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3" name="Standardized person 760: without endpoint">
            <a:extLst xmlns:a="http://schemas.openxmlformats.org/drawingml/2006/main">
              <a:ext uri="{FF2B5EF4-FFF2-40B4-BE49-F238E27FC236}">
                <a16:creationId xmlns:a16="http://schemas.microsoft.com/office/drawing/2014/main" id="{DA057B4B-F480-4856-AD51-F443051E4EB1}"/>
              </a:ext>
            </a:extLst>
          </p:cNvPr>
          <p:cNvSpPr>
            <a:spLocks xmlns:a="http://schemas.openxmlformats.org/drawingml/2006/main" noGrp="1"/>
          </p:cNvSpPr>
          <p:nvPr/>
        </p:nvSpPr>
        <p:spPr>
          <a:xfrm xmlns:a="http://schemas.openxmlformats.org/drawingml/2006/main">
            <a:off x="581215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4" name="Standardized person 761: without endpoint">
            <a:extLst xmlns:a="http://schemas.openxmlformats.org/drawingml/2006/main">
              <a:ext uri="{FF2B5EF4-FFF2-40B4-BE49-F238E27FC236}">
                <a16:creationId xmlns:a16="http://schemas.microsoft.com/office/drawing/2014/main" id="{5833B6B9-548C-45E3-8773-783ED6EBF1AC}"/>
              </a:ext>
            </a:extLst>
          </p:cNvPr>
          <p:cNvSpPr>
            <a:spLocks xmlns:a="http://schemas.openxmlformats.org/drawingml/2006/main" noGrp="1"/>
          </p:cNvSpPr>
          <p:nvPr/>
        </p:nvSpPr>
        <p:spPr>
          <a:xfrm xmlns:a="http://schemas.openxmlformats.org/drawingml/2006/main">
            <a:off x="68580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5" name="Standardized person 762: without endpoint">
            <a:extLst xmlns:a="http://schemas.openxmlformats.org/drawingml/2006/main">
              <a:ext uri="{FF2B5EF4-FFF2-40B4-BE49-F238E27FC236}">
                <a16:creationId xmlns:a16="http://schemas.microsoft.com/office/drawing/2014/main" id="{E6E4777A-4280-47CC-AFCF-40A907CB0039}"/>
              </a:ext>
            </a:extLst>
          </p:cNvPr>
          <p:cNvSpPr>
            <a:spLocks xmlns:a="http://schemas.openxmlformats.org/drawingml/2006/main" noGrp="1"/>
          </p:cNvSpPr>
          <p:nvPr/>
        </p:nvSpPr>
        <p:spPr>
          <a:xfrm xmlns:a="http://schemas.openxmlformats.org/drawingml/2006/main">
            <a:off x="81724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6" name="Standardized person 763: without endpoint">
            <a:extLst xmlns:a="http://schemas.openxmlformats.org/drawingml/2006/main">
              <a:ext uri="{FF2B5EF4-FFF2-40B4-BE49-F238E27FC236}">
                <a16:creationId xmlns:a16="http://schemas.microsoft.com/office/drawing/2014/main" id="{2E1C231D-0DC5-42F1-8BC7-BD8C9C87B61B}"/>
              </a:ext>
            </a:extLst>
          </p:cNvPr>
          <p:cNvSpPr>
            <a:spLocks xmlns:a="http://schemas.openxmlformats.org/drawingml/2006/main" noGrp="1"/>
          </p:cNvSpPr>
          <p:nvPr/>
        </p:nvSpPr>
        <p:spPr>
          <a:xfrm xmlns:a="http://schemas.openxmlformats.org/drawingml/2006/main">
            <a:off x="94869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7" name="Standardized person 764: without endpoint">
            <a:extLst xmlns:a="http://schemas.openxmlformats.org/drawingml/2006/main">
              <a:ext uri="{FF2B5EF4-FFF2-40B4-BE49-F238E27FC236}">
                <a16:creationId xmlns:a16="http://schemas.microsoft.com/office/drawing/2014/main" id="{2DC962EF-670F-4682-961E-612632C50F94}"/>
              </a:ext>
            </a:extLst>
          </p:cNvPr>
          <p:cNvSpPr>
            <a:spLocks xmlns:a="http://schemas.openxmlformats.org/drawingml/2006/main" noGrp="1"/>
          </p:cNvSpPr>
          <p:nvPr/>
        </p:nvSpPr>
        <p:spPr>
          <a:xfrm xmlns:a="http://schemas.openxmlformats.org/drawingml/2006/main">
            <a:off x="108013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8" name="Standardized person 765: without endpoint">
            <a:extLst xmlns:a="http://schemas.openxmlformats.org/drawingml/2006/main">
              <a:ext uri="{FF2B5EF4-FFF2-40B4-BE49-F238E27FC236}">
                <a16:creationId xmlns:a16="http://schemas.microsoft.com/office/drawing/2014/main" id="{C71D86B2-BCA0-4985-A6EA-EFF5FDC2A008}"/>
              </a:ext>
            </a:extLst>
          </p:cNvPr>
          <p:cNvSpPr>
            <a:spLocks xmlns:a="http://schemas.openxmlformats.org/drawingml/2006/main" noGrp="1"/>
          </p:cNvSpPr>
          <p:nvPr/>
        </p:nvSpPr>
        <p:spPr>
          <a:xfrm xmlns:a="http://schemas.openxmlformats.org/drawingml/2006/main">
            <a:off x="121158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69" name="Standardized person 766: without endpoint">
            <a:extLst xmlns:a="http://schemas.openxmlformats.org/drawingml/2006/main">
              <a:ext uri="{FF2B5EF4-FFF2-40B4-BE49-F238E27FC236}">
                <a16:creationId xmlns:a16="http://schemas.microsoft.com/office/drawing/2014/main" id="{EC99C676-55C5-4590-97A6-F9214F9CE239}"/>
              </a:ext>
            </a:extLst>
          </p:cNvPr>
          <p:cNvSpPr>
            <a:spLocks xmlns:a="http://schemas.openxmlformats.org/drawingml/2006/main" noGrp="1"/>
          </p:cNvSpPr>
          <p:nvPr/>
        </p:nvSpPr>
        <p:spPr>
          <a:xfrm xmlns:a="http://schemas.openxmlformats.org/drawingml/2006/main">
            <a:off x="134302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0" name="Standardized person 767: without endpoint">
            <a:extLst xmlns:a="http://schemas.openxmlformats.org/drawingml/2006/main">
              <a:ext uri="{FF2B5EF4-FFF2-40B4-BE49-F238E27FC236}">
                <a16:creationId xmlns:a16="http://schemas.microsoft.com/office/drawing/2014/main" id="{5F9ADD8B-D398-4DEA-B585-56C74D4BE368}"/>
              </a:ext>
            </a:extLst>
          </p:cNvPr>
          <p:cNvSpPr>
            <a:spLocks xmlns:a="http://schemas.openxmlformats.org/drawingml/2006/main" noGrp="1"/>
          </p:cNvSpPr>
          <p:nvPr/>
        </p:nvSpPr>
        <p:spPr>
          <a:xfrm xmlns:a="http://schemas.openxmlformats.org/drawingml/2006/main">
            <a:off x="147447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1" name="Standardized person 768: without endpoint">
            <a:extLst xmlns:a="http://schemas.openxmlformats.org/drawingml/2006/main">
              <a:ext uri="{FF2B5EF4-FFF2-40B4-BE49-F238E27FC236}">
                <a16:creationId xmlns:a16="http://schemas.microsoft.com/office/drawing/2014/main" id="{F865F93E-9DE4-440F-8974-B10AE003E799}"/>
              </a:ext>
            </a:extLst>
          </p:cNvPr>
          <p:cNvSpPr>
            <a:spLocks xmlns:a="http://schemas.openxmlformats.org/drawingml/2006/main" noGrp="1"/>
          </p:cNvSpPr>
          <p:nvPr/>
        </p:nvSpPr>
        <p:spPr>
          <a:xfrm xmlns:a="http://schemas.openxmlformats.org/drawingml/2006/main">
            <a:off x="160591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2" name="Standardized person 769: without endpoint">
            <a:extLst xmlns:a="http://schemas.openxmlformats.org/drawingml/2006/main">
              <a:ext uri="{FF2B5EF4-FFF2-40B4-BE49-F238E27FC236}">
                <a16:creationId xmlns:a16="http://schemas.microsoft.com/office/drawing/2014/main" id="{D4E4F994-8E5F-413C-9F1D-98556E802A5E}"/>
              </a:ext>
            </a:extLst>
          </p:cNvPr>
          <p:cNvSpPr>
            <a:spLocks xmlns:a="http://schemas.openxmlformats.org/drawingml/2006/main" noGrp="1"/>
          </p:cNvSpPr>
          <p:nvPr/>
        </p:nvSpPr>
        <p:spPr>
          <a:xfrm xmlns:a="http://schemas.openxmlformats.org/drawingml/2006/main">
            <a:off x="173736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3" name="Standardized person 770: without endpoint">
            <a:extLst xmlns:a="http://schemas.openxmlformats.org/drawingml/2006/main">
              <a:ext uri="{FF2B5EF4-FFF2-40B4-BE49-F238E27FC236}">
                <a16:creationId xmlns:a16="http://schemas.microsoft.com/office/drawing/2014/main" id="{7BBC8E7A-286F-4935-AFEF-26F2FA2093F4}"/>
              </a:ext>
            </a:extLst>
          </p:cNvPr>
          <p:cNvSpPr>
            <a:spLocks xmlns:a="http://schemas.openxmlformats.org/drawingml/2006/main" noGrp="1"/>
          </p:cNvSpPr>
          <p:nvPr/>
        </p:nvSpPr>
        <p:spPr>
          <a:xfrm xmlns:a="http://schemas.openxmlformats.org/drawingml/2006/main">
            <a:off x="186880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4" name="Standardized person 771: without endpoint">
            <a:extLst xmlns:a="http://schemas.openxmlformats.org/drawingml/2006/main">
              <a:ext uri="{FF2B5EF4-FFF2-40B4-BE49-F238E27FC236}">
                <a16:creationId xmlns:a16="http://schemas.microsoft.com/office/drawing/2014/main" id="{E6233809-12FF-44E6-B08D-D9B9FC5345A6}"/>
              </a:ext>
            </a:extLst>
          </p:cNvPr>
          <p:cNvSpPr>
            <a:spLocks xmlns:a="http://schemas.openxmlformats.org/drawingml/2006/main" noGrp="1"/>
          </p:cNvSpPr>
          <p:nvPr/>
        </p:nvSpPr>
        <p:spPr>
          <a:xfrm xmlns:a="http://schemas.openxmlformats.org/drawingml/2006/main">
            <a:off x="200025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5" name="Standardized person 772: without endpoint">
            <a:extLst xmlns:a="http://schemas.openxmlformats.org/drawingml/2006/main">
              <a:ext uri="{FF2B5EF4-FFF2-40B4-BE49-F238E27FC236}">
                <a16:creationId xmlns:a16="http://schemas.microsoft.com/office/drawing/2014/main" id="{50484F42-7CEC-434D-92ED-FDD6F117BDF0}"/>
              </a:ext>
            </a:extLst>
          </p:cNvPr>
          <p:cNvSpPr>
            <a:spLocks xmlns:a="http://schemas.openxmlformats.org/drawingml/2006/main" noGrp="1"/>
          </p:cNvSpPr>
          <p:nvPr/>
        </p:nvSpPr>
        <p:spPr>
          <a:xfrm xmlns:a="http://schemas.openxmlformats.org/drawingml/2006/main">
            <a:off x="213169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6" name="Standardized person 773: without endpoint">
            <a:extLst xmlns:a="http://schemas.openxmlformats.org/drawingml/2006/main">
              <a:ext uri="{FF2B5EF4-FFF2-40B4-BE49-F238E27FC236}">
                <a16:creationId xmlns:a16="http://schemas.microsoft.com/office/drawing/2014/main" id="{253529D3-BBE5-44E7-9866-B3137B390F0D}"/>
              </a:ext>
            </a:extLst>
          </p:cNvPr>
          <p:cNvSpPr>
            <a:spLocks xmlns:a="http://schemas.openxmlformats.org/drawingml/2006/main" noGrp="1"/>
          </p:cNvSpPr>
          <p:nvPr/>
        </p:nvSpPr>
        <p:spPr>
          <a:xfrm xmlns:a="http://schemas.openxmlformats.org/drawingml/2006/main">
            <a:off x="226314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7" name="Standardized person 774: without endpoint">
            <a:extLst xmlns:a="http://schemas.openxmlformats.org/drawingml/2006/main">
              <a:ext uri="{FF2B5EF4-FFF2-40B4-BE49-F238E27FC236}">
                <a16:creationId xmlns:a16="http://schemas.microsoft.com/office/drawing/2014/main" id="{8322CC42-A9B0-48D8-8526-824C8C049CD1}"/>
              </a:ext>
            </a:extLst>
          </p:cNvPr>
          <p:cNvSpPr>
            <a:spLocks xmlns:a="http://schemas.openxmlformats.org/drawingml/2006/main" noGrp="1"/>
          </p:cNvSpPr>
          <p:nvPr/>
        </p:nvSpPr>
        <p:spPr>
          <a:xfrm xmlns:a="http://schemas.openxmlformats.org/drawingml/2006/main">
            <a:off x="239458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8" name="Standardized person 775: without endpoint">
            <a:extLst xmlns:a="http://schemas.openxmlformats.org/drawingml/2006/main">
              <a:ext uri="{FF2B5EF4-FFF2-40B4-BE49-F238E27FC236}">
                <a16:creationId xmlns:a16="http://schemas.microsoft.com/office/drawing/2014/main" id="{9FFDE066-A428-4695-9562-09BFE018EE52}"/>
              </a:ext>
            </a:extLst>
          </p:cNvPr>
          <p:cNvSpPr>
            <a:spLocks xmlns:a="http://schemas.openxmlformats.org/drawingml/2006/main" noGrp="1"/>
          </p:cNvSpPr>
          <p:nvPr/>
        </p:nvSpPr>
        <p:spPr>
          <a:xfrm xmlns:a="http://schemas.openxmlformats.org/drawingml/2006/main">
            <a:off x="252603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79" name="Standardized person 776: without endpoint">
            <a:extLst xmlns:a="http://schemas.openxmlformats.org/drawingml/2006/main">
              <a:ext uri="{FF2B5EF4-FFF2-40B4-BE49-F238E27FC236}">
                <a16:creationId xmlns:a16="http://schemas.microsoft.com/office/drawing/2014/main" id="{F896D3D9-A756-402C-8E29-7E3F6153A603}"/>
              </a:ext>
            </a:extLst>
          </p:cNvPr>
          <p:cNvSpPr>
            <a:spLocks xmlns:a="http://schemas.openxmlformats.org/drawingml/2006/main" noGrp="1"/>
          </p:cNvSpPr>
          <p:nvPr/>
        </p:nvSpPr>
        <p:spPr>
          <a:xfrm xmlns:a="http://schemas.openxmlformats.org/drawingml/2006/main">
            <a:off x="265747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0" name="Standardized person 777: without endpoint">
            <a:extLst xmlns:a="http://schemas.openxmlformats.org/drawingml/2006/main">
              <a:ext uri="{FF2B5EF4-FFF2-40B4-BE49-F238E27FC236}">
                <a16:creationId xmlns:a16="http://schemas.microsoft.com/office/drawing/2014/main" id="{F18079C1-BFB2-4F32-B0AD-533ECDC5FDAF}"/>
              </a:ext>
            </a:extLst>
          </p:cNvPr>
          <p:cNvSpPr>
            <a:spLocks xmlns:a="http://schemas.openxmlformats.org/drawingml/2006/main" noGrp="1"/>
          </p:cNvSpPr>
          <p:nvPr/>
        </p:nvSpPr>
        <p:spPr>
          <a:xfrm xmlns:a="http://schemas.openxmlformats.org/drawingml/2006/main">
            <a:off x="278892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1" name="Standardized person 778: without endpoint">
            <a:extLst xmlns:a="http://schemas.openxmlformats.org/drawingml/2006/main">
              <a:ext uri="{FF2B5EF4-FFF2-40B4-BE49-F238E27FC236}">
                <a16:creationId xmlns:a16="http://schemas.microsoft.com/office/drawing/2014/main" id="{4A9BFFED-F78D-4329-AB85-406C5193B2EE}"/>
              </a:ext>
            </a:extLst>
          </p:cNvPr>
          <p:cNvSpPr>
            <a:spLocks xmlns:a="http://schemas.openxmlformats.org/drawingml/2006/main" noGrp="1"/>
          </p:cNvSpPr>
          <p:nvPr/>
        </p:nvSpPr>
        <p:spPr>
          <a:xfrm xmlns:a="http://schemas.openxmlformats.org/drawingml/2006/main">
            <a:off x="292036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2" name="Standardized person 779: without endpoint">
            <a:extLst xmlns:a="http://schemas.openxmlformats.org/drawingml/2006/main">
              <a:ext uri="{FF2B5EF4-FFF2-40B4-BE49-F238E27FC236}">
                <a16:creationId xmlns:a16="http://schemas.microsoft.com/office/drawing/2014/main" id="{2185B3CC-8833-4B9A-97CA-29312EB52300}"/>
              </a:ext>
            </a:extLst>
          </p:cNvPr>
          <p:cNvSpPr>
            <a:spLocks xmlns:a="http://schemas.openxmlformats.org/drawingml/2006/main" noGrp="1"/>
          </p:cNvSpPr>
          <p:nvPr/>
        </p:nvSpPr>
        <p:spPr>
          <a:xfrm xmlns:a="http://schemas.openxmlformats.org/drawingml/2006/main">
            <a:off x="305181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3" name="Standardized person 780: without endpoint">
            <a:extLst xmlns:a="http://schemas.openxmlformats.org/drawingml/2006/main">
              <a:ext uri="{FF2B5EF4-FFF2-40B4-BE49-F238E27FC236}">
                <a16:creationId xmlns:a16="http://schemas.microsoft.com/office/drawing/2014/main" id="{1F8263C1-A9FD-49CD-8F36-967FD7007385}"/>
              </a:ext>
            </a:extLst>
          </p:cNvPr>
          <p:cNvSpPr>
            <a:spLocks xmlns:a="http://schemas.openxmlformats.org/drawingml/2006/main" noGrp="1"/>
          </p:cNvSpPr>
          <p:nvPr/>
        </p:nvSpPr>
        <p:spPr>
          <a:xfrm xmlns:a="http://schemas.openxmlformats.org/drawingml/2006/main">
            <a:off x="318325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4" name="Standardized person 781: without endpoint">
            <a:extLst xmlns:a="http://schemas.openxmlformats.org/drawingml/2006/main">
              <a:ext uri="{FF2B5EF4-FFF2-40B4-BE49-F238E27FC236}">
                <a16:creationId xmlns:a16="http://schemas.microsoft.com/office/drawing/2014/main" id="{32B6A9B5-9D25-409D-B0AB-2C88F221B8EB}"/>
              </a:ext>
            </a:extLst>
          </p:cNvPr>
          <p:cNvSpPr>
            <a:spLocks xmlns:a="http://schemas.openxmlformats.org/drawingml/2006/main" noGrp="1"/>
          </p:cNvSpPr>
          <p:nvPr/>
        </p:nvSpPr>
        <p:spPr>
          <a:xfrm xmlns:a="http://schemas.openxmlformats.org/drawingml/2006/main">
            <a:off x="331470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5" name="Standardized person 782: without endpoint">
            <a:extLst xmlns:a="http://schemas.openxmlformats.org/drawingml/2006/main">
              <a:ext uri="{FF2B5EF4-FFF2-40B4-BE49-F238E27FC236}">
                <a16:creationId xmlns:a16="http://schemas.microsoft.com/office/drawing/2014/main" id="{B3D40ECF-32DA-434B-BD8A-D8DCB01D07A6}"/>
              </a:ext>
            </a:extLst>
          </p:cNvPr>
          <p:cNvSpPr>
            <a:spLocks xmlns:a="http://schemas.openxmlformats.org/drawingml/2006/main" noGrp="1"/>
          </p:cNvSpPr>
          <p:nvPr/>
        </p:nvSpPr>
        <p:spPr>
          <a:xfrm xmlns:a="http://schemas.openxmlformats.org/drawingml/2006/main">
            <a:off x="344614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6" name="Standardized person 783: without endpoint">
            <a:extLst xmlns:a="http://schemas.openxmlformats.org/drawingml/2006/main">
              <a:ext uri="{FF2B5EF4-FFF2-40B4-BE49-F238E27FC236}">
                <a16:creationId xmlns:a16="http://schemas.microsoft.com/office/drawing/2014/main" id="{A3A5D236-AE44-4C6F-BB7C-0364D0F4354D}"/>
              </a:ext>
            </a:extLst>
          </p:cNvPr>
          <p:cNvSpPr>
            <a:spLocks xmlns:a="http://schemas.openxmlformats.org/drawingml/2006/main" noGrp="1"/>
          </p:cNvSpPr>
          <p:nvPr/>
        </p:nvSpPr>
        <p:spPr>
          <a:xfrm xmlns:a="http://schemas.openxmlformats.org/drawingml/2006/main">
            <a:off x="357759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7" name="Standardized person 784: without endpoint">
            <a:extLst xmlns:a="http://schemas.openxmlformats.org/drawingml/2006/main">
              <a:ext uri="{FF2B5EF4-FFF2-40B4-BE49-F238E27FC236}">
                <a16:creationId xmlns:a16="http://schemas.microsoft.com/office/drawing/2014/main" id="{BB2B4736-83C7-4F78-B31A-5A9BC0EC63BC}"/>
              </a:ext>
            </a:extLst>
          </p:cNvPr>
          <p:cNvSpPr>
            <a:spLocks xmlns:a="http://schemas.openxmlformats.org/drawingml/2006/main" noGrp="1"/>
          </p:cNvSpPr>
          <p:nvPr/>
        </p:nvSpPr>
        <p:spPr>
          <a:xfrm xmlns:a="http://schemas.openxmlformats.org/drawingml/2006/main">
            <a:off x="370903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8" name="Standardized person 785: without endpoint">
            <a:extLst xmlns:a="http://schemas.openxmlformats.org/drawingml/2006/main">
              <a:ext uri="{FF2B5EF4-FFF2-40B4-BE49-F238E27FC236}">
                <a16:creationId xmlns:a16="http://schemas.microsoft.com/office/drawing/2014/main" id="{9E444E33-7635-444B-AC5F-64AD0BB9ACB3}"/>
              </a:ext>
            </a:extLst>
          </p:cNvPr>
          <p:cNvSpPr>
            <a:spLocks xmlns:a="http://schemas.openxmlformats.org/drawingml/2006/main" noGrp="1"/>
          </p:cNvSpPr>
          <p:nvPr/>
        </p:nvSpPr>
        <p:spPr>
          <a:xfrm xmlns:a="http://schemas.openxmlformats.org/drawingml/2006/main">
            <a:off x="384048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89" name="Standardized person 786: without endpoint">
            <a:extLst xmlns:a="http://schemas.openxmlformats.org/drawingml/2006/main">
              <a:ext uri="{FF2B5EF4-FFF2-40B4-BE49-F238E27FC236}">
                <a16:creationId xmlns:a16="http://schemas.microsoft.com/office/drawing/2014/main" id="{0C94AD04-8364-4F42-9256-667F525064CB}"/>
              </a:ext>
            </a:extLst>
          </p:cNvPr>
          <p:cNvSpPr>
            <a:spLocks xmlns:a="http://schemas.openxmlformats.org/drawingml/2006/main" noGrp="1"/>
          </p:cNvSpPr>
          <p:nvPr/>
        </p:nvSpPr>
        <p:spPr>
          <a:xfrm xmlns:a="http://schemas.openxmlformats.org/drawingml/2006/main">
            <a:off x="397192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0" name="Standardized person 787: without endpoint">
            <a:extLst xmlns:a="http://schemas.openxmlformats.org/drawingml/2006/main">
              <a:ext uri="{FF2B5EF4-FFF2-40B4-BE49-F238E27FC236}">
                <a16:creationId xmlns:a16="http://schemas.microsoft.com/office/drawing/2014/main" id="{FE80AA15-09D5-4933-85A1-D95F37FDFE73}"/>
              </a:ext>
            </a:extLst>
          </p:cNvPr>
          <p:cNvSpPr>
            <a:spLocks xmlns:a="http://schemas.openxmlformats.org/drawingml/2006/main" noGrp="1"/>
          </p:cNvSpPr>
          <p:nvPr/>
        </p:nvSpPr>
        <p:spPr>
          <a:xfrm xmlns:a="http://schemas.openxmlformats.org/drawingml/2006/main">
            <a:off x="410337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1" name="Standardized person 788: without endpoint">
            <a:extLst xmlns:a="http://schemas.openxmlformats.org/drawingml/2006/main">
              <a:ext uri="{FF2B5EF4-FFF2-40B4-BE49-F238E27FC236}">
                <a16:creationId xmlns:a16="http://schemas.microsoft.com/office/drawing/2014/main" id="{38EF98DA-2972-4CB6-A232-0B307486225D}"/>
              </a:ext>
            </a:extLst>
          </p:cNvPr>
          <p:cNvSpPr>
            <a:spLocks xmlns:a="http://schemas.openxmlformats.org/drawingml/2006/main" noGrp="1"/>
          </p:cNvSpPr>
          <p:nvPr/>
        </p:nvSpPr>
        <p:spPr>
          <a:xfrm xmlns:a="http://schemas.openxmlformats.org/drawingml/2006/main">
            <a:off x="423481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2" name="Standardized person 789: without endpoint">
            <a:extLst xmlns:a="http://schemas.openxmlformats.org/drawingml/2006/main">
              <a:ext uri="{FF2B5EF4-FFF2-40B4-BE49-F238E27FC236}">
                <a16:creationId xmlns:a16="http://schemas.microsoft.com/office/drawing/2014/main" id="{728A7F53-F7CB-4F59-B812-77A637537FEF}"/>
              </a:ext>
            </a:extLst>
          </p:cNvPr>
          <p:cNvSpPr>
            <a:spLocks xmlns:a="http://schemas.openxmlformats.org/drawingml/2006/main" noGrp="1"/>
          </p:cNvSpPr>
          <p:nvPr/>
        </p:nvSpPr>
        <p:spPr>
          <a:xfrm xmlns:a="http://schemas.openxmlformats.org/drawingml/2006/main">
            <a:off x="436626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3" name="Standardized person 790: without endpoint">
            <a:extLst xmlns:a="http://schemas.openxmlformats.org/drawingml/2006/main">
              <a:ext uri="{FF2B5EF4-FFF2-40B4-BE49-F238E27FC236}">
                <a16:creationId xmlns:a16="http://schemas.microsoft.com/office/drawing/2014/main" id="{71EAADBA-671A-449B-A850-B5A9F7ADBE8E}"/>
              </a:ext>
            </a:extLst>
          </p:cNvPr>
          <p:cNvSpPr>
            <a:spLocks xmlns:a="http://schemas.openxmlformats.org/drawingml/2006/main" noGrp="1"/>
          </p:cNvSpPr>
          <p:nvPr/>
        </p:nvSpPr>
        <p:spPr>
          <a:xfrm xmlns:a="http://schemas.openxmlformats.org/drawingml/2006/main">
            <a:off x="449770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4" name="Standardized person 791: without endpoint">
            <a:extLst xmlns:a="http://schemas.openxmlformats.org/drawingml/2006/main">
              <a:ext uri="{FF2B5EF4-FFF2-40B4-BE49-F238E27FC236}">
                <a16:creationId xmlns:a16="http://schemas.microsoft.com/office/drawing/2014/main" id="{CF0A6F9C-4823-47B5-B0DF-321E182850A2}"/>
              </a:ext>
            </a:extLst>
          </p:cNvPr>
          <p:cNvSpPr>
            <a:spLocks xmlns:a="http://schemas.openxmlformats.org/drawingml/2006/main" noGrp="1"/>
          </p:cNvSpPr>
          <p:nvPr/>
        </p:nvSpPr>
        <p:spPr>
          <a:xfrm xmlns:a="http://schemas.openxmlformats.org/drawingml/2006/main">
            <a:off x="462915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5" name="Standardized person 792: without endpoint">
            <a:extLst xmlns:a="http://schemas.openxmlformats.org/drawingml/2006/main">
              <a:ext uri="{FF2B5EF4-FFF2-40B4-BE49-F238E27FC236}">
                <a16:creationId xmlns:a16="http://schemas.microsoft.com/office/drawing/2014/main" id="{2ECF87B1-44C4-4B62-ADC1-D30F640A7CE4}"/>
              </a:ext>
            </a:extLst>
          </p:cNvPr>
          <p:cNvSpPr>
            <a:spLocks xmlns:a="http://schemas.openxmlformats.org/drawingml/2006/main" noGrp="1"/>
          </p:cNvSpPr>
          <p:nvPr/>
        </p:nvSpPr>
        <p:spPr>
          <a:xfrm xmlns:a="http://schemas.openxmlformats.org/drawingml/2006/main">
            <a:off x="476059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6" name="Standardized person 793: without endpoint">
            <a:extLst xmlns:a="http://schemas.openxmlformats.org/drawingml/2006/main">
              <a:ext uri="{FF2B5EF4-FFF2-40B4-BE49-F238E27FC236}">
                <a16:creationId xmlns:a16="http://schemas.microsoft.com/office/drawing/2014/main" id="{1A16C840-4D44-49AE-BC80-255E28A27B4B}"/>
              </a:ext>
            </a:extLst>
          </p:cNvPr>
          <p:cNvSpPr>
            <a:spLocks xmlns:a="http://schemas.openxmlformats.org/drawingml/2006/main" noGrp="1"/>
          </p:cNvSpPr>
          <p:nvPr/>
        </p:nvSpPr>
        <p:spPr>
          <a:xfrm xmlns:a="http://schemas.openxmlformats.org/drawingml/2006/main">
            <a:off x="489204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7" name="Standardized person 794: without endpoint">
            <a:extLst xmlns:a="http://schemas.openxmlformats.org/drawingml/2006/main">
              <a:ext uri="{FF2B5EF4-FFF2-40B4-BE49-F238E27FC236}">
                <a16:creationId xmlns:a16="http://schemas.microsoft.com/office/drawing/2014/main" id="{16798914-F5ED-4109-BD95-322B42A40644}"/>
              </a:ext>
            </a:extLst>
          </p:cNvPr>
          <p:cNvSpPr>
            <a:spLocks xmlns:a="http://schemas.openxmlformats.org/drawingml/2006/main" noGrp="1"/>
          </p:cNvSpPr>
          <p:nvPr/>
        </p:nvSpPr>
        <p:spPr>
          <a:xfrm xmlns:a="http://schemas.openxmlformats.org/drawingml/2006/main">
            <a:off x="502348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8" name="Standardized person 795: without endpoint">
            <a:extLst xmlns:a="http://schemas.openxmlformats.org/drawingml/2006/main">
              <a:ext uri="{FF2B5EF4-FFF2-40B4-BE49-F238E27FC236}">
                <a16:creationId xmlns:a16="http://schemas.microsoft.com/office/drawing/2014/main" id="{E56217A7-386A-4F1F-BF4D-EF4A8DFEC3A7}"/>
              </a:ext>
            </a:extLst>
          </p:cNvPr>
          <p:cNvSpPr>
            <a:spLocks xmlns:a="http://schemas.openxmlformats.org/drawingml/2006/main" noGrp="1"/>
          </p:cNvSpPr>
          <p:nvPr/>
        </p:nvSpPr>
        <p:spPr>
          <a:xfrm xmlns:a="http://schemas.openxmlformats.org/drawingml/2006/main">
            <a:off x="515493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799" name="Standardized person 796: without endpoint">
            <a:extLst xmlns:a="http://schemas.openxmlformats.org/drawingml/2006/main">
              <a:ext uri="{FF2B5EF4-FFF2-40B4-BE49-F238E27FC236}">
                <a16:creationId xmlns:a16="http://schemas.microsoft.com/office/drawing/2014/main" id="{2AD88BD6-CA72-4180-8D87-96F2101673AB}"/>
              </a:ext>
            </a:extLst>
          </p:cNvPr>
          <p:cNvSpPr>
            <a:spLocks xmlns:a="http://schemas.openxmlformats.org/drawingml/2006/main" noGrp="1"/>
          </p:cNvSpPr>
          <p:nvPr/>
        </p:nvSpPr>
        <p:spPr>
          <a:xfrm xmlns:a="http://schemas.openxmlformats.org/drawingml/2006/main">
            <a:off x="528637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0" name="Standardized person 797: without endpoint">
            <a:extLst xmlns:a="http://schemas.openxmlformats.org/drawingml/2006/main">
              <a:ext uri="{FF2B5EF4-FFF2-40B4-BE49-F238E27FC236}">
                <a16:creationId xmlns:a16="http://schemas.microsoft.com/office/drawing/2014/main" id="{F0AB781E-71C8-494F-84E3-6C7EB6A70B44}"/>
              </a:ext>
            </a:extLst>
          </p:cNvPr>
          <p:cNvSpPr>
            <a:spLocks xmlns:a="http://schemas.openxmlformats.org/drawingml/2006/main" noGrp="1"/>
          </p:cNvSpPr>
          <p:nvPr/>
        </p:nvSpPr>
        <p:spPr>
          <a:xfrm xmlns:a="http://schemas.openxmlformats.org/drawingml/2006/main">
            <a:off x="541782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1" name="Standardized person 798: without endpoint">
            <a:extLst xmlns:a="http://schemas.openxmlformats.org/drawingml/2006/main">
              <a:ext uri="{FF2B5EF4-FFF2-40B4-BE49-F238E27FC236}">
                <a16:creationId xmlns:a16="http://schemas.microsoft.com/office/drawing/2014/main" id="{FF9188F9-CAF8-46A0-A085-D7BCF79E35E7}"/>
              </a:ext>
            </a:extLst>
          </p:cNvPr>
          <p:cNvSpPr>
            <a:spLocks xmlns:a="http://schemas.openxmlformats.org/drawingml/2006/main" noGrp="1"/>
          </p:cNvSpPr>
          <p:nvPr/>
        </p:nvSpPr>
        <p:spPr>
          <a:xfrm xmlns:a="http://schemas.openxmlformats.org/drawingml/2006/main">
            <a:off x="554926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2" name="Standardized person 799: without endpoint">
            <a:extLst xmlns:a="http://schemas.openxmlformats.org/drawingml/2006/main">
              <a:ext uri="{FF2B5EF4-FFF2-40B4-BE49-F238E27FC236}">
                <a16:creationId xmlns:a16="http://schemas.microsoft.com/office/drawing/2014/main" id="{F7C9D034-A9E1-4B90-9D78-F88102D9CDC0}"/>
              </a:ext>
            </a:extLst>
          </p:cNvPr>
          <p:cNvSpPr>
            <a:spLocks xmlns:a="http://schemas.openxmlformats.org/drawingml/2006/main" noGrp="1"/>
          </p:cNvSpPr>
          <p:nvPr/>
        </p:nvSpPr>
        <p:spPr>
          <a:xfrm xmlns:a="http://schemas.openxmlformats.org/drawingml/2006/main">
            <a:off x="568071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3" name="Standardized person 800: without endpoint">
            <a:extLst xmlns:a="http://schemas.openxmlformats.org/drawingml/2006/main">
              <a:ext uri="{FF2B5EF4-FFF2-40B4-BE49-F238E27FC236}">
                <a16:creationId xmlns:a16="http://schemas.microsoft.com/office/drawing/2014/main" id="{0ABF9ED5-67AE-4DCE-8C34-AD52B8258D99}"/>
              </a:ext>
            </a:extLst>
          </p:cNvPr>
          <p:cNvSpPr>
            <a:spLocks xmlns:a="http://schemas.openxmlformats.org/drawingml/2006/main" noGrp="1"/>
          </p:cNvSpPr>
          <p:nvPr/>
        </p:nvSpPr>
        <p:spPr>
          <a:xfrm xmlns:a="http://schemas.openxmlformats.org/drawingml/2006/main">
            <a:off x="581215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4" name="Standardized person 801: without endpoint">
            <a:extLst xmlns:a="http://schemas.openxmlformats.org/drawingml/2006/main">
              <a:ext uri="{FF2B5EF4-FFF2-40B4-BE49-F238E27FC236}">
                <a16:creationId xmlns:a16="http://schemas.microsoft.com/office/drawing/2014/main" id="{95E12AA0-CD22-485A-88FE-8D1FB8BC64A3}"/>
              </a:ext>
            </a:extLst>
          </p:cNvPr>
          <p:cNvSpPr>
            <a:spLocks xmlns:a="http://schemas.openxmlformats.org/drawingml/2006/main" noGrp="1"/>
          </p:cNvSpPr>
          <p:nvPr/>
        </p:nvSpPr>
        <p:spPr>
          <a:xfrm xmlns:a="http://schemas.openxmlformats.org/drawingml/2006/main">
            <a:off x="68580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5" name="Standardized person 802: without endpoint">
            <a:extLst xmlns:a="http://schemas.openxmlformats.org/drawingml/2006/main">
              <a:ext uri="{FF2B5EF4-FFF2-40B4-BE49-F238E27FC236}">
                <a16:creationId xmlns:a16="http://schemas.microsoft.com/office/drawing/2014/main" id="{EBECC268-6522-41BC-957A-A2171F6BADD6}"/>
              </a:ext>
            </a:extLst>
          </p:cNvPr>
          <p:cNvSpPr>
            <a:spLocks xmlns:a="http://schemas.openxmlformats.org/drawingml/2006/main" noGrp="1"/>
          </p:cNvSpPr>
          <p:nvPr/>
        </p:nvSpPr>
        <p:spPr>
          <a:xfrm xmlns:a="http://schemas.openxmlformats.org/drawingml/2006/main">
            <a:off x="81724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6" name="Standardized person 803: without endpoint">
            <a:extLst xmlns:a="http://schemas.openxmlformats.org/drawingml/2006/main">
              <a:ext uri="{FF2B5EF4-FFF2-40B4-BE49-F238E27FC236}">
                <a16:creationId xmlns:a16="http://schemas.microsoft.com/office/drawing/2014/main" id="{03EC8FA3-51B9-46DA-B0EF-4094D2D7D734}"/>
              </a:ext>
            </a:extLst>
          </p:cNvPr>
          <p:cNvSpPr>
            <a:spLocks xmlns:a="http://schemas.openxmlformats.org/drawingml/2006/main" noGrp="1"/>
          </p:cNvSpPr>
          <p:nvPr/>
        </p:nvSpPr>
        <p:spPr>
          <a:xfrm xmlns:a="http://schemas.openxmlformats.org/drawingml/2006/main">
            <a:off x="94869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7" name="Standardized person 804: without endpoint">
            <a:extLst xmlns:a="http://schemas.openxmlformats.org/drawingml/2006/main">
              <a:ext uri="{FF2B5EF4-FFF2-40B4-BE49-F238E27FC236}">
                <a16:creationId xmlns:a16="http://schemas.microsoft.com/office/drawing/2014/main" id="{919D16C5-9F1A-4658-83CD-9E140D991360}"/>
              </a:ext>
            </a:extLst>
          </p:cNvPr>
          <p:cNvSpPr>
            <a:spLocks xmlns:a="http://schemas.openxmlformats.org/drawingml/2006/main" noGrp="1"/>
          </p:cNvSpPr>
          <p:nvPr/>
        </p:nvSpPr>
        <p:spPr>
          <a:xfrm xmlns:a="http://schemas.openxmlformats.org/drawingml/2006/main">
            <a:off x="108013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8" name="Standardized person 805: without endpoint">
            <a:extLst xmlns:a="http://schemas.openxmlformats.org/drawingml/2006/main">
              <a:ext uri="{FF2B5EF4-FFF2-40B4-BE49-F238E27FC236}">
                <a16:creationId xmlns:a16="http://schemas.microsoft.com/office/drawing/2014/main" id="{6B7C1D9C-E32B-4D37-A12A-9A39AFCE00FA}"/>
              </a:ext>
            </a:extLst>
          </p:cNvPr>
          <p:cNvSpPr>
            <a:spLocks xmlns:a="http://schemas.openxmlformats.org/drawingml/2006/main" noGrp="1"/>
          </p:cNvSpPr>
          <p:nvPr/>
        </p:nvSpPr>
        <p:spPr>
          <a:xfrm xmlns:a="http://schemas.openxmlformats.org/drawingml/2006/main">
            <a:off x="121158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09" name="Standardized person 806: without endpoint">
            <a:extLst xmlns:a="http://schemas.openxmlformats.org/drawingml/2006/main">
              <a:ext uri="{FF2B5EF4-FFF2-40B4-BE49-F238E27FC236}">
                <a16:creationId xmlns:a16="http://schemas.microsoft.com/office/drawing/2014/main" id="{79F92C31-46E4-4A53-83B4-384962A6E34B}"/>
              </a:ext>
            </a:extLst>
          </p:cNvPr>
          <p:cNvSpPr>
            <a:spLocks xmlns:a="http://schemas.openxmlformats.org/drawingml/2006/main" noGrp="1"/>
          </p:cNvSpPr>
          <p:nvPr/>
        </p:nvSpPr>
        <p:spPr>
          <a:xfrm xmlns:a="http://schemas.openxmlformats.org/drawingml/2006/main">
            <a:off x="134302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0" name="Standardized person 807: without endpoint">
            <a:extLst xmlns:a="http://schemas.openxmlformats.org/drawingml/2006/main">
              <a:ext uri="{FF2B5EF4-FFF2-40B4-BE49-F238E27FC236}">
                <a16:creationId xmlns:a16="http://schemas.microsoft.com/office/drawing/2014/main" id="{2E0CA473-2896-4294-B7CF-12B87199BF3F}"/>
              </a:ext>
            </a:extLst>
          </p:cNvPr>
          <p:cNvSpPr>
            <a:spLocks xmlns:a="http://schemas.openxmlformats.org/drawingml/2006/main" noGrp="1"/>
          </p:cNvSpPr>
          <p:nvPr/>
        </p:nvSpPr>
        <p:spPr>
          <a:xfrm xmlns:a="http://schemas.openxmlformats.org/drawingml/2006/main">
            <a:off x="147447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1" name="Standardized person 808: without endpoint">
            <a:extLst xmlns:a="http://schemas.openxmlformats.org/drawingml/2006/main">
              <a:ext uri="{FF2B5EF4-FFF2-40B4-BE49-F238E27FC236}">
                <a16:creationId xmlns:a16="http://schemas.microsoft.com/office/drawing/2014/main" id="{B9F6C401-9509-4347-BEF3-B60B9B740785}"/>
              </a:ext>
            </a:extLst>
          </p:cNvPr>
          <p:cNvSpPr>
            <a:spLocks xmlns:a="http://schemas.openxmlformats.org/drawingml/2006/main" noGrp="1"/>
          </p:cNvSpPr>
          <p:nvPr/>
        </p:nvSpPr>
        <p:spPr>
          <a:xfrm xmlns:a="http://schemas.openxmlformats.org/drawingml/2006/main">
            <a:off x="160591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2" name="Standardized person 809: without endpoint">
            <a:extLst xmlns:a="http://schemas.openxmlformats.org/drawingml/2006/main">
              <a:ext uri="{FF2B5EF4-FFF2-40B4-BE49-F238E27FC236}">
                <a16:creationId xmlns:a16="http://schemas.microsoft.com/office/drawing/2014/main" id="{F014DB4C-8D24-4844-BEDF-3BD0B99EAF3F}"/>
              </a:ext>
            </a:extLst>
          </p:cNvPr>
          <p:cNvSpPr>
            <a:spLocks xmlns:a="http://schemas.openxmlformats.org/drawingml/2006/main" noGrp="1"/>
          </p:cNvSpPr>
          <p:nvPr/>
        </p:nvSpPr>
        <p:spPr>
          <a:xfrm xmlns:a="http://schemas.openxmlformats.org/drawingml/2006/main">
            <a:off x="173736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3" name="Standardized person 810: without endpoint">
            <a:extLst xmlns:a="http://schemas.openxmlformats.org/drawingml/2006/main">
              <a:ext uri="{FF2B5EF4-FFF2-40B4-BE49-F238E27FC236}">
                <a16:creationId xmlns:a16="http://schemas.microsoft.com/office/drawing/2014/main" id="{0539949C-08FB-4E5B-8050-CE5DBBF2390B}"/>
              </a:ext>
            </a:extLst>
          </p:cNvPr>
          <p:cNvSpPr>
            <a:spLocks xmlns:a="http://schemas.openxmlformats.org/drawingml/2006/main" noGrp="1"/>
          </p:cNvSpPr>
          <p:nvPr/>
        </p:nvSpPr>
        <p:spPr>
          <a:xfrm xmlns:a="http://schemas.openxmlformats.org/drawingml/2006/main">
            <a:off x="186880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4" name="Standardized person 811: without endpoint">
            <a:extLst xmlns:a="http://schemas.openxmlformats.org/drawingml/2006/main">
              <a:ext uri="{FF2B5EF4-FFF2-40B4-BE49-F238E27FC236}">
                <a16:creationId xmlns:a16="http://schemas.microsoft.com/office/drawing/2014/main" id="{FDD35D63-8D3F-4268-90BB-6D94FFDC38B9}"/>
              </a:ext>
            </a:extLst>
          </p:cNvPr>
          <p:cNvSpPr>
            <a:spLocks xmlns:a="http://schemas.openxmlformats.org/drawingml/2006/main" noGrp="1"/>
          </p:cNvSpPr>
          <p:nvPr/>
        </p:nvSpPr>
        <p:spPr>
          <a:xfrm xmlns:a="http://schemas.openxmlformats.org/drawingml/2006/main">
            <a:off x="200025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5" name="Standardized person 812: without endpoint">
            <a:extLst xmlns:a="http://schemas.openxmlformats.org/drawingml/2006/main">
              <a:ext uri="{FF2B5EF4-FFF2-40B4-BE49-F238E27FC236}">
                <a16:creationId xmlns:a16="http://schemas.microsoft.com/office/drawing/2014/main" id="{C6F47C3F-F7D1-4D31-9D05-9ACBF6996A99}"/>
              </a:ext>
            </a:extLst>
          </p:cNvPr>
          <p:cNvSpPr>
            <a:spLocks xmlns:a="http://schemas.openxmlformats.org/drawingml/2006/main" noGrp="1"/>
          </p:cNvSpPr>
          <p:nvPr/>
        </p:nvSpPr>
        <p:spPr>
          <a:xfrm xmlns:a="http://schemas.openxmlformats.org/drawingml/2006/main">
            <a:off x="213169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6" name="Standardized person 813: without endpoint">
            <a:extLst xmlns:a="http://schemas.openxmlformats.org/drawingml/2006/main">
              <a:ext uri="{FF2B5EF4-FFF2-40B4-BE49-F238E27FC236}">
                <a16:creationId xmlns:a16="http://schemas.microsoft.com/office/drawing/2014/main" id="{752B4297-22D4-467D-B38F-E9497F01B53F}"/>
              </a:ext>
            </a:extLst>
          </p:cNvPr>
          <p:cNvSpPr>
            <a:spLocks xmlns:a="http://schemas.openxmlformats.org/drawingml/2006/main" noGrp="1"/>
          </p:cNvSpPr>
          <p:nvPr/>
        </p:nvSpPr>
        <p:spPr>
          <a:xfrm xmlns:a="http://schemas.openxmlformats.org/drawingml/2006/main">
            <a:off x="226314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7" name="Standardized person 814: without endpoint">
            <a:extLst xmlns:a="http://schemas.openxmlformats.org/drawingml/2006/main">
              <a:ext uri="{FF2B5EF4-FFF2-40B4-BE49-F238E27FC236}">
                <a16:creationId xmlns:a16="http://schemas.microsoft.com/office/drawing/2014/main" id="{D9E878F2-E77B-41EC-83FA-FC25B937CB0C}"/>
              </a:ext>
            </a:extLst>
          </p:cNvPr>
          <p:cNvSpPr>
            <a:spLocks xmlns:a="http://schemas.openxmlformats.org/drawingml/2006/main" noGrp="1"/>
          </p:cNvSpPr>
          <p:nvPr/>
        </p:nvSpPr>
        <p:spPr>
          <a:xfrm xmlns:a="http://schemas.openxmlformats.org/drawingml/2006/main">
            <a:off x="239458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8" name="Standardized person 815: without endpoint">
            <a:extLst xmlns:a="http://schemas.openxmlformats.org/drawingml/2006/main">
              <a:ext uri="{FF2B5EF4-FFF2-40B4-BE49-F238E27FC236}">
                <a16:creationId xmlns:a16="http://schemas.microsoft.com/office/drawing/2014/main" id="{BE5B47F7-7341-4A23-9C4A-1CDE75CCA4C0}"/>
              </a:ext>
            </a:extLst>
          </p:cNvPr>
          <p:cNvSpPr>
            <a:spLocks xmlns:a="http://schemas.openxmlformats.org/drawingml/2006/main" noGrp="1"/>
          </p:cNvSpPr>
          <p:nvPr/>
        </p:nvSpPr>
        <p:spPr>
          <a:xfrm xmlns:a="http://schemas.openxmlformats.org/drawingml/2006/main">
            <a:off x="252603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19" name="Standardized person 816: without endpoint">
            <a:extLst xmlns:a="http://schemas.openxmlformats.org/drawingml/2006/main">
              <a:ext uri="{FF2B5EF4-FFF2-40B4-BE49-F238E27FC236}">
                <a16:creationId xmlns:a16="http://schemas.microsoft.com/office/drawing/2014/main" id="{1748C1C4-09A7-4CA1-92B9-A5A4EFCE45EF}"/>
              </a:ext>
            </a:extLst>
          </p:cNvPr>
          <p:cNvSpPr>
            <a:spLocks xmlns:a="http://schemas.openxmlformats.org/drawingml/2006/main" noGrp="1"/>
          </p:cNvSpPr>
          <p:nvPr/>
        </p:nvSpPr>
        <p:spPr>
          <a:xfrm xmlns:a="http://schemas.openxmlformats.org/drawingml/2006/main">
            <a:off x="265747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0" name="Standardized person 817: without endpoint">
            <a:extLst xmlns:a="http://schemas.openxmlformats.org/drawingml/2006/main">
              <a:ext uri="{FF2B5EF4-FFF2-40B4-BE49-F238E27FC236}">
                <a16:creationId xmlns:a16="http://schemas.microsoft.com/office/drawing/2014/main" id="{10567A4F-621A-4F1D-A0FC-9936267DEF2B}"/>
              </a:ext>
            </a:extLst>
          </p:cNvPr>
          <p:cNvSpPr>
            <a:spLocks xmlns:a="http://schemas.openxmlformats.org/drawingml/2006/main" noGrp="1"/>
          </p:cNvSpPr>
          <p:nvPr/>
        </p:nvSpPr>
        <p:spPr>
          <a:xfrm xmlns:a="http://schemas.openxmlformats.org/drawingml/2006/main">
            <a:off x="278892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1" name="Standardized person 818: without endpoint">
            <a:extLst xmlns:a="http://schemas.openxmlformats.org/drawingml/2006/main">
              <a:ext uri="{FF2B5EF4-FFF2-40B4-BE49-F238E27FC236}">
                <a16:creationId xmlns:a16="http://schemas.microsoft.com/office/drawing/2014/main" id="{009E167F-91F4-410D-AA4F-83C4BD36B411}"/>
              </a:ext>
            </a:extLst>
          </p:cNvPr>
          <p:cNvSpPr>
            <a:spLocks xmlns:a="http://schemas.openxmlformats.org/drawingml/2006/main" noGrp="1"/>
          </p:cNvSpPr>
          <p:nvPr/>
        </p:nvSpPr>
        <p:spPr>
          <a:xfrm xmlns:a="http://schemas.openxmlformats.org/drawingml/2006/main">
            <a:off x="292036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2" name="Standardized person 819: without endpoint">
            <a:extLst xmlns:a="http://schemas.openxmlformats.org/drawingml/2006/main">
              <a:ext uri="{FF2B5EF4-FFF2-40B4-BE49-F238E27FC236}">
                <a16:creationId xmlns:a16="http://schemas.microsoft.com/office/drawing/2014/main" id="{0AE68DF5-3431-4309-BB4E-97A0A378E4FB}"/>
              </a:ext>
            </a:extLst>
          </p:cNvPr>
          <p:cNvSpPr>
            <a:spLocks xmlns:a="http://schemas.openxmlformats.org/drawingml/2006/main" noGrp="1"/>
          </p:cNvSpPr>
          <p:nvPr/>
        </p:nvSpPr>
        <p:spPr>
          <a:xfrm xmlns:a="http://schemas.openxmlformats.org/drawingml/2006/main">
            <a:off x="305181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3" name="Standardized person 820: without endpoint">
            <a:extLst xmlns:a="http://schemas.openxmlformats.org/drawingml/2006/main">
              <a:ext uri="{FF2B5EF4-FFF2-40B4-BE49-F238E27FC236}">
                <a16:creationId xmlns:a16="http://schemas.microsoft.com/office/drawing/2014/main" id="{31619BEC-6C4B-438A-A5BC-7E1CFAE327B5}"/>
              </a:ext>
            </a:extLst>
          </p:cNvPr>
          <p:cNvSpPr>
            <a:spLocks xmlns:a="http://schemas.openxmlformats.org/drawingml/2006/main" noGrp="1"/>
          </p:cNvSpPr>
          <p:nvPr/>
        </p:nvSpPr>
        <p:spPr>
          <a:xfrm xmlns:a="http://schemas.openxmlformats.org/drawingml/2006/main">
            <a:off x="318325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4" name="Standardized person 821: without endpoint">
            <a:extLst xmlns:a="http://schemas.openxmlformats.org/drawingml/2006/main">
              <a:ext uri="{FF2B5EF4-FFF2-40B4-BE49-F238E27FC236}">
                <a16:creationId xmlns:a16="http://schemas.microsoft.com/office/drawing/2014/main" id="{CC42B1A5-7319-4A63-A5A1-A48F6E132191}"/>
              </a:ext>
            </a:extLst>
          </p:cNvPr>
          <p:cNvSpPr>
            <a:spLocks xmlns:a="http://schemas.openxmlformats.org/drawingml/2006/main" noGrp="1"/>
          </p:cNvSpPr>
          <p:nvPr/>
        </p:nvSpPr>
        <p:spPr>
          <a:xfrm xmlns:a="http://schemas.openxmlformats.org/drawingml/2006/main">
            <a:off x="331470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5" name="Standardized person 822: without endpoint">
            <a:extLst xmlns:a="http://schemas.openxmlformats.org/drawingml/2006/main">
              <a:ext uri="{FF2B5EF4-FFF2-40B4-BE49-F238E27FC236}">
                <a16:creationId xmlns:a16="http://schemas.microsoft.com/office/drawing/2014/main" id="{7A068314-A6BE-46CF-9B51-364054A39346}"/>
              </a:ext>
            </a:extLst>
          </p:cNvPr>
          <p:cNvSpPr>
            <a:spLocks xmlns:a="http://schemas.openxmlformats.org/drawingml/2006/main" noGrp="1"/>
          </p:cNvSpPr>
          <p:nvPr/>
        </p:nvSpPr>
        <p:spPr>
          <a:xfrm xmlns:a="http://schemas.openxmlformats.org/drawingml/2006/main">
            <a:off x="344614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6" name="Standardized person 823: without endpoint">
            <a:extLst xmlns:a="http://schemas.openxmlformats.org/drawingml/2006/main">
              <a:ext uri="{FF2B5EF4-FFF2-40B4-BE49-F238E27FC236}">
                <a16:creationId xmlns:a16="http://schemas.microsoft.com/office/drawing/2014/main" id="{CDBC50F4-7C18-437E-A5EE-3E9BCBF2D571}"/>
              </a:ext>
            </a:extLst>
          </p:cNvPr>
          <p:cNvSpPr>
            <a:spLocks xmlns:a="http://schemas.openxmlformats.org/drawingml/2006/main" noGrp="1"/>
          </p:cNvSpPr>
          <p:nvPr/>
        </p:nvSpPr>
        <p:spPr>
          <a:xfrm xmlns:a="http://schemas.openxmlformats.org/drawingml/2006/main">
            <a:off x="357759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7" name="Standardized person 824: without endpoint">
            <a:extLst xmlns:a="http://schemas.openxmlformats.org/drawingml/2006/main">
              <a:ext uri="{FF2B5EF4-FFF2-40B4-BE49-F238E27FC236}">
                <a16:creationId xmlns:a16="http://schemas.microsoft.com/office/drawing/2014/main" id="{80859E08-87FA-4F09-93EF-A848FA8F35E7}"/>
              </a:ext>
            </a:extLst>
          </p:cNvPr>
          <p:cNvSpPr>
            <a:spLocks xmlns:a="http://schemas.openxmlformats.org/drawingml/2006/main" noGrp="1"/>
          </p:cNvSpPr>
          <p:nvPr/>
        </p:nvSpPr>
        <p:spPr>
          <a:xfrm xmlns:a="http://schemas.openxmlformats.org/drawingml/2006/main">
            <a:off x="370903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8" name="Standardized person 825: without endpoint">
            <a:extLst xmlns:a="http://schemas.openxmlformats.org/drawingml/2006/main">
              <a:ext uri="{FF2B5EF4-FFF2-40B4-BE49-F238E27FC236}">
                <a16:creationId xmlns:a16="http://schemas.microsoft.com/office/drawing/2014/main" id="{65CC20A2-F007-479F-9389-A5C7E0FA2D81}"/>
              </a:ext>
            </a:extLst>
          </p:cNvPr>
          <p:cNvSpPr>
            <a:spLocks xmlns:a="http://schemas.openxmlformats.org/drawingml/2006/main" noGrp="1"/>
          </p:cNvSpPr>
          <p:nvPr/>
        </p:nvSpPr>
        <p:spPr>
          <a:xfrm xmlns:a="http://schemas.openxmlformats.org/drawingml/2006/main">
            <a:off x="384048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29" name="Standardized person 826: without endpoint">
            <a:extLst xmlns:a="http://schemas.openxmlformats.org/drawingml/2006/main">
              <a:ext uri="{FF2B5EF4-FFF2-40B4-BE49-F238E27FC236}">
                <a16:creationId xmlns:a16="http://schemas.microsoft.com/office/drawing/2014/main" id="{CB6B667B-9503-4B8B-AB45-E264144B38FE}"/>
              </a:ext>
            </a:extLst>
          </p:cNvPr>
          <p:cNvSpPr>
            <a:spLocks xmlns:a="http://schemas.openxmlformats.org/drawingml/2006/main" noGrp="1"/>
          </p:cNvSpPr>
          <p:nvPr/>
        </p:nvSpPr>
        <p:spPr>
          <a:xfrm xmlns:a="http://schemas.openxmlformats.org/drawingml/2006/main">
            <a:off x="397192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0" name="Standardized person 827: without endpoint">
            <a:extLst xmlns:a="http://schemas.openxmlformats.org/drawingml/2006/main">
              <a:ext uri="{FF2B5EF4-FFF2-40B4-BE49-F238E27FC236}">
                <a16:creationId xmlns:a16="http://schemas.microsoft.com/office/drawing/2014/main" id="{BCB94845-9702-4921-A317-C30F2868BE15}"/>
              </a:ext>
            </a:extLst>
          </p:cNvPr>
          <p:cNvSpPr>
            <a:spLocks xmlns:a="http://schemas.openxmlformats.org/drawingml/2006/main" noGrp="1"/>
          </p:cNvSpPr>
          <p:nvPr/>
        </p:nvSpPr>
        <p:spPr>
          <a:xfrm xmlns:a="http://schemas.openxmlformats.org/drawingml/2006/main">
            <a:off x="410337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1" name="Standardized person 828: without endpoint">
            <a:extLst xmlns:a="http://schemas.openxmlformats.org/drawingml/2006/main">
              <a:ext uri="{FF2B5EF4-FFF2-40B4-BE49-F238E27FC236}">
                <a16:creationId xmlns:a16="http://schemas.microsoft.com/office/drawing/2014/main" id="{9793C2AD-AFD1-4434-9D54-D9B43EBC3E50}"/>
              </a:ext>
            </a:extLst>
          </p:cNvPr>
          <p:cNvSpPr>
            <a:spLocks xmlns:a="http://schemas.openxmlformats.org/drawingml/2006/main" noGrp="1"/>
          </p:cNvSpPr>
          <p:nvPr/>
        </p:nvSpPr>
        <p:spPr>
          <a:xfrm xmlns:a="http://schemas.openxmlformats.org/drawingml/2006/main">
            <a:off x="423481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2" name="Standardized person 829: without endpoint">
            <a:extLst xmlns:a="http://schemas.openxmlformats.org/drawingml/2006/main">
              <a:ext uri="{FF2B5EF4-FFF2-40B4-BE49-F238E27FC236}">
                <a16:creationId xmlns:a16="http://schemas.microsoft.com/office/drawing/2014/main" id="{BEC4EEAB-F5C1-4DF2-A258-692DD7CA8429}"/>
              </a:ext>
            </a:extLst>
          </p:cNvPr>
          <p:cNvSpPr>
            <a:spLocks xmlns:a="http://schemas.openxmlformats.org/drawingml/2006/main" noGrp="1"/>
          </p:cNvSpPr>
          <p:nvPr/>
        </p:nvSpPr>
        <p:spPr>
          <a:xfrm xmlns:a="http://schemas.openxmlformats.org/drawingml/2006/main">
            <a:off x="436626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3" name="Standardized person 830: without endpoint">
            <a:extLst xmlns:a="http://schemas.openxmlformats.org/drawingml/2006/main">
              <a:ext uri="{FF2B5EF4-FFF2-40B4-BE49-F238E27FC236}">
                <a16:creationId xmlns:a16="http://schemas.microsoft.com/office/drawing/2014/main" id="{50962AF0-0AAF-4AE2-8AAE-7606974F9226}"/>
              </a:ext>
            </a:extLst>
          </p:cNvPr>
          <p:cNvSpPr>
            <a:spLocks xmlns:a="http://schemas.openxmlformats.org/drawingml/2006/main" noGrp="1"/>
          </p:cNvSpPr>
          <p:nvPr/>
        </p:nvSpPr>
        <p:spPr>
          <a:xfrm xmlns:a="http://schemas.openxmlformats.org/drawingml/2006/main">
            <a:off x="449770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4" name="Standardized person 831: without endpoint">
            <a:extLst xmlns:a="http://schemas.openxmlformats.org/drawingml/2006/main">
              <a:ext uri="{FF2B5EF4-FFF2-40B4-BE49-F238E27FC236}">
                <a16:creationId xmlns:a16="http://schemas.microsoft.com/office/drawing/2014/main" id="{AAB94942-63F7-490B-B982-29E06D3590D8}"/>
              </a:ext>
            </a:extLst>
          </p:cNvPr>
          <p:cNvSpPr>
            <a:spLocks xmlns:a="http://schemas.openxmlformats.org/drawingml/2006/main" noGrp="1"/>
          </p:cNvSpPr>
          <p:nvPr/>
        </p:nvSpPr>
        <p:spPr>
          <a:xfrm xmlns:a="http://schemas.openxmlformats.org/drawingml/2006/main">
            <a:off x="462915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5" name="Standardized person 832: without endpoint">
            <a:extLst xmlns:a="http://schemas.openxmlformats.org/drawingml/2006/main">
              <a:ext uri="{FF2B5EF4-FFF2-40B4-BE49-F238E27FC236}">
                <a16:creationId xmlns:a16="http://schemas.microsoft.com/office/drawing/2014/main" id="{E682F0AC-F71D-4539-8229-21901FF7A57D}"/>
              </a:ext>
            </a:extLst>
          </p:cNvPr>
          <p:cNvSpPr>
            <a:spLocks xmlns:a="http://schemas.openxmlformats.org/drawingml/2006/main" noGrp="1"/>
          </p:cNvSpPr>
          <p:nvPr/>
        </p:nvSpPr>
        <p:spPr>
          <a:xfrm xmlns:a="http://schemas.openxmlformats.org/drawingml/2006/main">
            <a:off x="476059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6" name="Standardized person 833: without endpoint">
            <a:extLst xmlns:a="http://schemas.openxmlformats.org/drawingml/2006/main">
              <a:ext uri="{FF2B5EF4-FFF2-40B4-BE49-F238E27FC236}">
                <a16:creationId xmlns:a16="http://schemas.microsoft.com/office/drawing/2014/main" id="{990B222E-F241-4D68-8E94-A871D81FAEC8}"/>
              </a:ext>
            </a:extLst>
          </p:cNvPr>
          <p:cNvSpPr>
            <a:spLocks xmlns:a="http://schemas.openxmlformats.org/drawingml/2006/main" noGrp="1"/>
          </p:cNvSpPr>
          <p:nvPr/>
        </p:nvSpPr>
        <p:spPr>
          <a:xfrm xmlns:a="http://schemas.openxmlformats.org/drawingml/2006/main">
            <a:off x="489204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7" name="Standardized person 834: without endpoint">
            <a:extLst xmlns:a="http://schemas.openxmlformats.org/drawingml/2006/main">
              <a:ext uri="{FF2B5EF4-FFF2-40B4-BE49-F238E27FC236}">
                <a16:creationId xmlns:a16="http://schemas.microsoft.com/office/drawing/2014/main" id="{F73A8127-FD40-4EBE-99A7-D1901E7612D0}"/>
              </a:ext>
            </a:extLst>
          </p:cNvPr>
          <p:cNvSpPr>
            <a:spLocks xmlns:a="http://schemas.openxmlformats.org/drawingml/2006/main" noGrp="1"/>
          </p:cNvSpPr>
          <p:nvPr/>
        </p:nvSpPr>
        <p:spPr>
          <a:xfrm xmlns:a="http://schemas.openxmlformats.org/drawingml/2006/main">
            <a:off x="502348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8" name="Standardized person 835: without endpoint">
            <a:extLst xmlns:a="http://schemas.openxmlformats.org/drawingml/2006/main">
              <a:ext uri="{FF2B5EF4-FFF2-40B4-BE49-F238E27FC236}">
                <a16:creationId xmlns:a16="http://schemas.microsoft.com/office/drawing/2014/main" id="{4CFF5DC5-07EF-42A4-8DA6-F8FBF62F0BF6}"/>
              </a:ext>
            </a:extLst>
          </p:cNvPr>
          <p:cNvSpPr>
            <a:spLocks xmlns:a="http://schemas.openxmlformats.org/drawingml/2006/main" noGrp="1"/>
          </p:cNvSpPr>
          <p:nvPr/>
        </p:nvSpPr>
        <p:spPr>
          <a:xfrm xmlns:a="http://schemas.openxmlformats.org/drawingml/2006/main">
            <a:off x="515493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39" name="Standardized person 836: without endpoint">
            <a:extLst xmlns:a="http://schemas.openxmlformats.org/drawingml/2006/main">
              <a:ext uri="{FF2B5EF4-FFF2-40B4-BE49-F238E27FC236}">
                <a16:creationId xmlns:a16="http://schemas.microsoft.com/office/drawing/2014/main" id="{60DC9600-3462-4555-A70C-7F718F6FF617}"/>
              </a:ext>
            </a:extLst>
          </p:cNvPr>
          <p:cNvSpPr>
            <a:spLocks xmlns:a="http://schemas.openxmlformats.org/drawingml/2006/main" noGrp="1"/>
          </p:cNvSpPr>
          <p:nvPr/>
        </p:nvSpPr>
        <p:spPr>
          <a:xfrm xmlns:a="http://schemas.openxmlformats.org/drawingml/2006/main">
            <a:off x="528637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0" name="Standardized person 837: without endpoint">
            <a:extLst xmlns:a="http://schemas.openxmlformats.org/drawingml/2006/main">
              <a:ext uri="{FF2B5EF4-FFF2-40B4-BE49-F238E27FC236}">
                <a16:creationId xmlns:a16="http://schemas.microsoft.com/office/drawing/2014/main" id="{FDE7A943-BD90-40C2-BB7D-5DC871D80B03}"/>
              </a:ext>
            </a:extLst>
          </p:cNvPr>
          <p:cNvSpPr>
            <a:spLocks xmlns:a="http://schemas.openxmlformats.org/drawingml/2006/main" noGrp="1"/>
          </p:cNvSpPr>
          <p:nvPr/>
        </p:nvSpPr>
        <p:spPr>
          <a:xfrm xmlns:a="http://schemas.openxmlformats.org/drawingml/2006/main">
            <a:off x="541782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1" name="Standardized person 838: without endpoint">
            <a:extLst xmlns:a="http://schemas.openxmlformats.org/drawingml/2006/main">
              <a:ext uri="{FF2B5EF4-FFF2-40B4-BE49-F238E27FC236}">
                <a16:creationId xmlns:a16="http://schemas.microsoft.com/office/drawing/2014/main" id="{54457800-D8BE-45D7-A56D-DD685A9B0355}"/>
              </a:ext>
            </a:extLst>
          </p:cNvPr>
          <p:cNvSpPr>
            <a:spLocks xmlns:a="http://schemas.openxmlformats.org/drawingml/2006/main" noGrp="1"/>
          </p:cNvSpPr>
          <p:nvPr/>
        </p:nvSpPr>
        <p:spPr>
          <a:xfrm xmlns:a="http://schemas.openxmlformats.org/drawingml/2006/main">
            <a:off x="554926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2" name="Standardized person 839: without endpoint">
            <a:extLst xmlns:a="http://schemas.openxmlformats.org/drawingml/2006/main">
              <a:ext uri="{FF2B5EF4-FFF2-40B4-BE49-F238E27FC236}">
                <a16:creationId xmlns:a16="http://schemas.microsoft.com/office/drawing/2014/main" id="{4EAF6E76-CD74-4F55-9382-FD24CD82F41B}"/>
              </a:ext>
            </a:extLst>
          </p:cNvPr>
          <p:cNvSpPr>
            <a:spLocks xmlns:a="http://schemas.openxmlformats.org/drawingml/2006/main" noGrp="1"/>
          </p:cNvSpPr>
          <p:nvPr/>
        </p:nvSpPr>
        <p:spPr>
          <a:xfrm xmlns:a="http://schemas.openxmlformats.org/drawingml/2006/main">
            <a:off x="568071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3" name="Standardized person 840: without endpoint">
            <a:extLst xmlns:a="http://schemas.openxmlformats.org/drawingml/2006/main">
              <a:ext uri="{FF2B5EF4-FFF2-40B4-BE49-F238E27FC236}">
                <a16:creationId xmlns:a16="http://schemas.microsoft.com/office/drawing/2014/main" id="{B1F288FC-A4E8-4D60-9122-D0186113A51E}"/>
              </a:ext>
            </a:extLst>
          </p:cNvPr>
          <p:cNvSpPr>
            <a:spLocks xmlns:a="http://schemas.openxmlformats.org/drawingml/2006/main" noGrp="1"/>
          </p:cNvSpPr>
          <p:nvPr/>
        </p:nvSpPr>
        <p:spPr>
          <a:xfrm xmlns:a="http://schemas.openxmlformats.org/drawingml/2006/main">
            <a:off x="581215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4" name="Standardized person 841: without endpoint">
            <a:extLst xmlns:a="http://schemas.openxmlformats.org/drawingml/2006/main">
              <a:ext uri="{FF2B5EF4-FFF2-40B4-BE49-F238E27FC236}">
                <a16:creationId xmlns:a16="http://schemas.microsoft.com/office/drawing/2014/main" id="{ACB594AA-6B5E-4CDC-AC71-58FF3BF51BBF}"/>
              </a:ext>
            </a:extLst>
          </p:cNvPr>
          <p:cNvSpPr>
            <a:spLocks xmlns:a="http://schemas.openxmlformats.org/drawingml/2006/main" noGrp="1"/>
          </p:cNvSpPr>
          <p:nvPr/>
        </p:nvSpPr>
        <p:spPr>
          <a:xfrm xmlns:a="http://schemas.openxmlformats.org/drawingml/2006/main">
            <a:off x="68580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5" name="Standardized person 842: without endpoint">
            <a:extLst xmlns:a="http://schemas.openxmlformats.org/drawingml/2006/main">
              <a:ext uri="{FF2B5EF4-FFF2-40B4-BE49-F238E27FC236}">
                <a16:creationId xmlns:a16="http://schemas.microsoft.com/office/drawing/2014/main" id="{CA79A913-8BFA-4819-B739-DA6943E7C14B}"/>
              </a:ext>
            </a:extLst>
          </p:cNvPr>
          <p:cNvSpPr>
            <a:spLocks xmlns:a="http://schemas.openxmlformats.org/drawingml/2006/main" noGrp="1"/>
          </p:cNvSpPr>
          <p:nvPr/>
        </p:nvSpPr>
        <p:spPr>
          <a:xfrm xmlns:a="http://schemas.openxmlformats.org/drawingml/2006/main">
            <a:off x="81724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6" name="Standardized person 843: without endpoint">
            <a:extLst xmlns:a="http://schemas.openxmlformats.org/drawingml/2006/main">
              <a:ext uri="{FF2B5EF4-FFF2-40B4-BE49-F238E27FC236}">
                <a16:creationId xmlns:a16="http://schemas.microsoft.com/office/drawing/2014/main" id="{7C779D35-C70F-4358-9CA9-4B5AF3BB8F8D}"/>
              </a:ext>
            </a:extLst>
          </p:cNvPr>
          <p:cNvSpPr>
            <a:spLocks xmlns:a="http://schemas.openxmlformats.org/drawingml/2006/main" noGrp="1"/>
          </p:cNvSpPr>
          <p:nvPr/>
        </p:nvSpPr>
        <p:spPr>
          <a:xfrm xmlns:a="http://schemas.openxmlformats.org/drawingml/2006/main">
            <a:off x="94869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7" name="Standardized person 844: without endpoint">
            <a:extLst xmlns:a="http://schemas.openxmlformats.org/drawingml/2006/main">
              <a:ext uri="{FF2B5EF4-FFF2-40B4-BE49-F238E27FC236}">
                <a16:creationId xmlns:a16="http://schemas.microsoft.com/office/drawing/2014/main" id="{4E0F70D7-8E2D-43A2-BB41-D95695690CBC}"/>
              </a:ext>
            </a:extLst>
          </p:cNvPr>
          <p:cNvSpPr>
            <a:spLocks xmlns:a="http://schemas.openxmlformats.org/drawingml/2006/main" noGrp="1"/>
          </p:cNvSpPr>
          <p:nvPr/>
        </p:nvSpPr>
        <p:spPr>
          <a:xfrm xmlns:a="http://schemas.openxmlformats.org/drawingml/2006/main">
            <a:off x="108013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8" name="Standardized person 845: without endpoint">
            <a:extLst xmlns:a="http://schemas.openxmlformats.org/drawingml/2006/main">
              <a:ext uri="{FF2B5EF4-FFF2-40B4-BE49-F238E27FC236}">
                <a16:creationId xmlns:a16="http://schemas.microsoft.com/office/drawing/2014/main" id="{293BD516-EC1E-4BC2-B534-03AE9FA3B974}"/>
              </a:ext>
            </a:extLst>
          </p:cNvPr>
          <p:cNvSpPr>
            <a:spLocks xmlns:a="http://schemas.openxmlformats.org/drawingml/2006/main" noGrp="1"/>
          </p:cNvSpPr>
          <p:nvPr/>
        </p:nvSpPr>
        <p:spPr>
          <a:xfrm xmlns:a="http://schemas.openxmlformats.org/drawingml/2006/main">
            <a:off x="121158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49" name="Standardized person 846: without endpoint">
            <a:extLst xmlns:a="http://schemas.openxmlformats.org/drawingml/2006/main">
              <a:ext uri="{FF2B5EF4-FFF2-40B4-BE49-F238E27FC236}">
                <a16:creationId xmlns:a16="http://schemas.microsoft.com/office/drawing/2014/main" id="{BCBEF56B-6312-434D-B0F1-1C80717C8934}"/>
              </a:ext>
            </a:extLst>
          </p:cNvPr>
          <p:cNvSpPr>
            <a:spLocks xmlns:a="http://schemas.openxmlformats.org/drawingml/2006/main" noGrp="1"/>
          </p:cNvSpPr>
          <p:nvPr/>
        </p:nvSpPr>
        <p:spPr>
          <a:xfrm xmlns:a="http://schemas.openxmlformats.org/drawingml/2006/main">
            <a:off x="134302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0" name="Standardized person 847: without endpoint">
            <a:extLst xmlns:a="http://schemas.openxmlformats.org/drawingml/2006/main">
              <a:ext uri="{FF2B5EF4-FFF2-40B4-BE49-F238E27FC236}">
                <a16:creationId xmlns:a16="http://schemas.microsoft.com/office/drawing/2014/main" id="{611928E2-4820-437B-80F8-1E3D3EF0BF1E}"/>
              </a:ext>
            </a:extLst>
          </p:cNvPr>
          <p:cNvSpPr>
            <a:spLocks xmlns:a="http://schemas.openxmlformats.org/drawingml/2006/main" noGrp="1"/>
          </p:cNvSpPr>
          <p:nvPr/>
        </p:nvSpPr>
        <p:spPr>
          <a:xfrm xmlns:a="http://schemas.openxmlformats.org/drawingml/2006/main">
            <a:off x="147447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1" name="Standardized person 848: without endpoint">
            <a:extLst xmlns:a="http://schemas.openxmlformats.org/drawingml/2006/main">
              <a:ext uri="{FF2B5EF4-FFF2-40B4-BE49-F238E27FC236}">
                <a16:creationId xmlns:a16="http://schemas.microsoft.com/office/drawing/2014/main" id="{D6172161-D298-4916-A8BC-A77FFD0BEFC2}"/>
              </a:ext>
            </a:extLst>
          </p:cNvPr>
          <p:cNvSpPr>
            <a:spLocks xmlns:a="http://schemas.openxmlformats.org/drawingml/2006/main" noGrp="1"/>
          </p:cNvSpPr>
          <p:nvPr/>
        </p:nvSpPr>
        <p:spPr>
          <a:xfrm xmlns:a="http://schemas.openxmlformats.org/drawingml/2006/main">
            <a:off x="160591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2" name="Standardized person 849: without endpoint">
            <a:extLst xmlns:a="http://schemas.openxmlformats.org/drawingml/2006/main">
              <a:ext uri="{FF2B5EF4-FFF2-40B4-BE49-F238E27FC236}">
                <a16:creationId xmlns:a16="http://schemas.microsoft.com/office/drawing/2014/main" id="{9D14BAF2-1E67-4F4B-A952-A51EFC817FD4}"/>
              </a:ext>
            </a:extLst>
          </p:cNvPr>
          <p:cNvSpPr>
            <a:spLocks xmlns:a="http://schemas.openxmlformats.org/drawingml/2006/main" noGrp="1"/>
          </p:cNvSpPr>
          <p:nvPr/>
        </p:nvSpPr>
        <p:spPr>
          <a:xfrm xmlns:a="http://schemas.openxmlformats.org/drawingml/2006/main">
            <a:off x="173736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3" name="Standardized person 850: without endpoint">
            <a:extLst xmlns:a="http://schemas.openxmlformats.org/drawingml/2006/main">
              <a:ext uri="{FF2B5EF4-FFF2-40B4-BE49-F238E27FC236}">
                <a16:creationId xmlns:a16="http://schemas.microsoft.com/office/drawing/2014/main" id="{DC3999CB-E3F9-4576-A7F5-3B25C2646E8C}"/>
              </a:ext>
            </a:extLst>
          </p:cNvPr>
          <p:cNvSpPr>
            <a:spLocks xmlns:a="http://schemas.openxmlformats.org/drawingml/2006/main" noGrp="1"/>
          </p:cNvSpPr>
          <p:nvPr/>
        </p:nvSpPr>
        <p:spPr>
          <a:xfrm xmlns:a="http://schemas.openxmlformats.org/drawingml/2006/main">
            <a:off x="186880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4" name="Standardized person 851: without endpoint">
            <a:extLst xmlns:a="http://schemas.openxmlformats.org/drawingml/2006/main">
              <a:ext uri="{FF2B5EF4-FFF2-40B4-BE49-F238E27FC236}">
                <a16:creationId xmlns:a16="http://schemas.microsoft.com/office/drawing/2014/main" id="{922E2107-73FC-41CE-92F1-5643C1089B37}"/>
              </a:ext>
            </a:extLst>
          </p:cNvPr>
          <p:cNvSpPr>
            <a:spLocks xmlns:a="http://schemas.openxmlformats.org/drawingml/2006/main" noGrp="1"/>
          </p:cNvSpPr>
          <p:nvPr/>
        </p:nvSpPr>
        <p:spPr>
          <a:xfrm xmlns:a="http://schemas.openxmlformats.org/drawingml/2006/main">
            <a:off x="200025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5" name="Standardized person 852: without endpoint">
            <a:extLst xmlns:a="http://schemas.openxmlformats.org/drawingml/2006/main">
              <a:ext uri="{FF2B5EF4-FFF2-40B4-BE49-F238E27FC236}">
                <a16:creationId xmlns:a16="http://schemas.microsoft.com/office/drawing/2014/main" id="{102A40DD-7A56-4FB1-91E9-D83C3DEB630E}"/>
              </a:ext>
            </a:extLst>
          </p:cNvPr>
          <p:cNvSpPr>
            <a:spLocks xmlns:a="http://schemas.openxmlformats.org/drawingml/2006/main" noGrp="1"/>
          </p:cNvSpPr>
          <p:nvPr/>
        </p:nvSpPr>
        <p:spPr>
          <a:xfrm xmlns:a="http://schemas.openxmlformats.org/drawingml/2006/main">
            <a:off x="213169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6" name="Standardized person 853: without endpoint">
            <a:extLst xmlns:a="http://schemas.openxmlformats.org/drawingml/2006/main">
              <a:ext uri="{FF2B5EF4-FFF2-40B4-BE49-F238E27FC236}">
                <a16:creationId xmlns:a16="http://schemas.microsoft.com/office/drawing/2014/main" id="{32BA8C8B-C0E3-4F73-B565-1CB9E93C26E3}"/>
              </a:ext>
            </a:extLst>
          </p:cNvPr>
          <p:cNvSpPr>
            <a:spLocks xmlns:a="http://schemas.openxmlformats.org/drawingml/2006/main" noGrp="1"/>
          </p:cNvSpPr>
          <p:nvPr/>
        </p:nvSpPr>
        <p:spPr>
          <a:xfrm xmlns:a="http://schemas.openxmlformats.org/drawingml/2006/main">
            <a:off x="226314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7" name="Standardized person 854: without endpoint">
            <a:extLst xmlns:a="http://schemas.openxmlformats.org/drawingml/2006/main">
              <a:ext uri="{FF2B5EF4-FFF2-40B4-BE49-F238E27FC236}">
                <a16:creationId xmlns:a16="http://schemas.microsoft.com/office/drawing/2014/main" id="{52D3DFB4-7E34-42DD-B836-5B20A004D766}"/>
              </a:ext>
            </a:extLst>
          </p:cNvPr>
          <p:cNvSpPr>
            <a:spLocks xmlns:a="http://schemas.openxmlformats.org/drawingml/2006/main" noGrp="1"/>
          </p:cNvSpPr>
          <p:nvPr/>
        </p:nvSpPr>
        <p:spPr>
          <a:xfrm xmlns:a="http://schemas.openxmlformats.org/drawingml/2006/main">
            <a:off x="239458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8" name="Standardized person 855: without endpoint">
            <a:extLst xmlns:a="http://schemas.openxmlformats.org/drawingml/2006/main">
              <a:ext uri="{FF2B5EF4-FFF2-40B4-BE49-F238E27FC236}">
                <a16:creationId xmlns:a16="http://schemas.microsoft.com/office/drawing/2014/main" id="{7EDF3836-E35D-4141-B1BC-7BBE103EB662}"/>
              </a:ext>
            </a:extLst>
          </p:cNvPr>
          <p:cNvSpPr>
            <a:spLocks xmlns:a="http://schemas.openxmlformats.org/drawingml/2006/main" noGrp="1"/>
          </p:cNvSpPr>
          <p:nvPr/>
        </p:nvSpPr>
        <p:spPr>
          <a:xfrm xmlns:a="http://schemas.openxmlformats.org/drawingml/2006/main">
            <a:off x="252603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59" name="Standardized person 856: without endpoint">
            <a:extLst xmlns:a="http://schemas.openxmlformats.org/drawingml/2006/main">
              <a:ext uri="{FF2B5EF4-FFF2-40B4-BE49-F238E27FC236}">
                <a16:creationId xmlns:a16="http://schemas.microsoft.com/office/drawing/2014/main" id="{1A9F9BCE-E7D6-41E3-98BF-7A372063FA38}"/>
              </a:ext>
            </a:extLst>
          </p:cNvPr>
          <p:cNvSpPr>
            <a:spLocks xmlns:a="http://schemas.openxmlformats.org/drawingml/2006/main" noGrp="1"/>
          </p:cNvSpPr>
          <p:nvPr/>
        </p:nvSpPr>
        <p:spPr>
          <a:xfrm xmlns:a="http://schemas.openxmlformats.org/drawingml/2006/main">
            <a:off x="265747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0" name="Standardized person 857: without endpoint">
            <a:extLst xmlns:a="http://schemas.openxmlformats.org/drawingml/2006/main">
              <a:ext uri="{FF2B5EF4-FFF2-40B4-BE49-F238E27FC236}">
                <a16:creationId xmlns:a16="http://schemas.microsoft.com/office/drawing/2014/main" id="{687E6F0A-FDFC-4E95-BCA2-9AFA710DD1DB}"/>
              </a:ext>
            </a:extLst>
          </p:cNvPr>
          <p:cNvSpPr>
            <a:spLocks xmlns:a="http://schemas.openxmlformats.org/drawingml/2006/main" noGrp="1"/>
          </p:cNvSpPr>
          <p:nvPr/>
        </p:nvSpPr>
        <p:spPr>
          <a:xfrm xmlns:a="http://schemas.openxmlformats.org/drawingml/2006/main">
            <a:off x="278892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1" name="Standardized person 858: without endpoint">
            <a:extLst xmlns:a="http://schemas.openxmlformats.org/drawingml/2006/main">
              <a:ext uri="{FF2B5EF4-FFF2-40B4-BE49-F238E27FC236}">
                <a16:creationId xmlns:a16="http://schemas.microsoft.com/office/drawing/2014/main" id="{A9DBE354-D3FD-4A3C-B60B-14923EE528E5}"/>
              </a:ext>
            </a:extLst>
          </p:cNvPr>
          <p:cNvSpPr>
            <a:spLocks xmlns:a="http://schemas.openxmlformats.org/drawingml/2006/main" noGrp="1"/>
          </p:cNvSpPr>
          <p:nvPr/>
        </p:nvSpPr>
        <p:spPr>
          <a:xfrm xmlns:a="http://schemas.openxmlformats.org/drawingml/2006/main">
            <a:off x="292036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2" name="Standardized person 859: without endpoint">
            <a:extLst xmlns:a="http://schemas.openxmlformats.org/drawingml/2006/main">
              <a:ext uri="{FF2B5EF4-FFF2-40B4-BE49-F238E27FC236}">
                <a16:creationId xmlns:a16="http://schemas.microsoft.com/office/drawing/2014/main" id="{A6FBAACA-3ACE-49AA-B722-9E8965B219E0}"/>
              </a:ext>
            </a:extLst>
          </p:cNvPr>
          <p:cNvSpPr>
            <a:spLocks xmlns:a="http://schemas.openxmlformats.org/drawingml/2006/main" noGrp="1"/>
          </p:cNvSpPr>
          <p:nvPr/>
        </p:nvSpPr>
        <p:spPr>
          <a:xfrm xmlns:a="http://schemas.openxmlformats.org/drawingml/2006/main">
            <a:off x="305181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3" name="Standardized person 860: without endpoint">
            <a:extLst xmlns:a="http://schemas.openxmlformats.org/drawingml/2006/main">
              <a:ext uri="{FF2B5EF4-FFF2-40B4-BE49-F238E27FC236}">
                <a16:creationId xmlns:a16="http://schemas.microsoft.com/office/drawing/2014/main" id="{0995B944-B25A-4774-A71B-E214262F36E1}"/>
              </a:ext>
            </a:extLst>
          </p:cNvPr>
          <p:cNvSpPr>
            <a:spLocks xmlns:a="http://schemas.openxmlformats.org/drawingml/2006/main" noGrp="1"/>
          </p:cNvSpPr>
          <p:nvPr/>
        </p:nvSpPr>
        <p:spPr>
          <a:xfrm xmlns:a="http://schemas.openxmlformats.org/drawingml/2006/main">
            <a:off x="318325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4" name="Standardized person 861: without endpoint">
            <a:extLst xmlns:a="http://schemas.openxmlformats.org/drawingml/2006/main">
              <a:ext uri="{FF2B5EF4-FFF2-40B4-BE49-F238E27FC236}">
                <a16:creationId xmlns:a16="http://schemas.microsoft.com/office/drawing/2014/main" id="{89053CE3-AC9A-40BC-BC1C-680F59563C0E}"/>
              </a:ext>
            </a:extLst>
          </p:cNvPr>
          <p:cNvSpPr>
            <a:spLocks xmlns:a="http://schemas.openxmlformats.org/drawingml/2006/main" noGrp="1"/>
          </p:cNvSpPr>
          <p:nvPr/>
        </p:nvSpPr>
        <p:spPr>
          <a:xfrm xmlns:a="http://schemas.openxmlformats.org/drawingml/2006/main">
            <a:off x="331470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5" name="Standardized person 862: without endpoint">
            <a:extLst xmlns:a="http://schemas.openxmlformats.org/drawingml/2006/main">
              <a:ext uri="{FF2B5EF4-FFF2-40B4-BE49-F238E27FC236}">
                <a16:creationId xmlns:a16="http://schemas.microsoft.com/office/drawing/2014/main" id="{6411BCDD-386F-4548-8452-54EBB8D75E1F}"/>
              </a:ext>
            </a:extLst>
          </p:cNvPr>
          <p:cNvSpPr>
            <a:spLocks xmlns:a="http://schemas.openxmlformats.org/drawingml/2006/main" noGrp="1"/>
          </p:cNvSpPr>
          <p:nvPr/>
        </p:nvSpPr>
        <p:spPr>
          <a:xfrm xmlns:a="http://schemas.openxmlformats.org/drawingml/2006/main">
            <a:off x="344614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6" name="Standardized person 863: without endpoint">
            <a:extLst xmlns:a="http://schemas.openxmlformats.org/drawingml/2006/main">
              <a:ext uri="{FF2B5EF4-FFF2-40B4-BE49-F238E27FC236}">
                <a16:creationId xmlns:a16="http://schemas.microsoft.com/office/drawing/2014/main" id="{2EF9758B-7752-47E2-8964-35AC0EC22F03}"/>
              </a:ext>
            </a:extLst>
          </p:cNvPr>
          <p:cNvSpPr>
            <a:spLocks xmlns:a="http://schemas.openxmlformats.org/drawingml/2006/main" noGrp="1"/>
          </p:cNvSpPr>
          <p:nvPr/>
        </p:nvSpPr>
        <p:spPr>
          <a:xfrm xmlns:a="http://schemas.openxmlformats.org/drawingml/2006/main">
            <a:off x="357759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7" name="Standardized person 864: without endpoint">
            <a:extLst xmlns:a="http://schemas.openxmlformats.org/drawingml/2006/main">
              <a:ext uri="{FF2B5EF4-FFF2-40B4-BE49-F238E27FC236}">
                <a16:creationId xmlns:a16="http://schemas.microsoft.com/office/drawing/2014/main" id="{C62A515D-B66C-4195-ADA2-26F9140A799C}"/>
              </a:ext>
            </a:extLst>
          </p:cNvPr>
          <p:cNvSpPr>
            <a:spLocks xmlns:a="http://schemas.openxmlformats.org/drawingml/2006/main" noGrp="1"/>
          </p:cNvSpPr>
          <p:nvPr/>
        </p:nvSpPr>
        <p:spPr>
          <a:xfrm xmlns:a="http://schemas.openxmlformats.org/drawingml/2006/main">
            <a:off x="370903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8" name="Standardized person 865: without endpoint">
            <a:extLst xmlns:a="http://schemas.openxmlformats.org/drawingml/2006/main">
              <a:ext uri="{FF2B5EF4-FFF2-40B4-BE49-F238E27FC236}">
                <a16:creationId xmlns:a16="http://schemas.microsoft.com/office/drawing/2014/main" id="{F342F5E4-CC6F-4265-A5D5-BEE17D6771A2}"/>
              </a:ext>
            </a:extLst>
          </p:cNvPr>
          <p:cNvSpPr>
            <a:spLocks xmlns:a="http://schemas.openxmlformats.org/drawingml/2006/main" noGrp="1"/>
          </p:cNvSpPr>
          <p:nvPr/>
        </p:nvSpPr>
        <p:spPr>
          <a:xfrm xmlns:a="http://schemas.openxmlformats.org/drawingml/2006/main">
            <a:off x="384048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69" name="Standardized person 866: without endpoint">
            <a:extLst xmlns:a="http://schemas.openxmlformats.org/drawingml/2006/main">
              <a:ext uri="{FF2B5EF4-FFF2-40B4-BE49-F238E27FC236}">
                <a16:creationId xmlns:a16="http://schemas.microsoft.com/office/drawing/2014/main" id="{3DD271E2-F039-41B6-AAB7-5D68072528DC}"/>
              </a:ext>
            </a:extLst>
          </p:cNvPr>
          <p:cNvSpPr>
            <a:spLocks xmlns:a="http://schemas.openxmlformats.org/drawingml/2006/main" noGrp="1"/>
          </p:cNvSpPr>
          <p:nvPr/>
        </p:nvSpPr>
        <p:spPr>
          <a:xfrm xmlns:a="http://schemas.openxmlformats.org/drawingml/2006/main">
            <a:off x="397192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0" name="Standardized person 867: without endpoint">
            <a:extLst xmlns:a="http://schemas.openxmlformats.org/drawingml/2006/main">
              <a:ext uri="{FF2B5EF4-FFF2-40B4-BE49-F238E27FC236}">
                <a16:creationId xmlns:a16="http://schemas.microsoft.com/office/drawing/2014/main" id="{A235D165-F113-4D81-8489-32CC367DDCD3}"/>
              </a:ext>
            </a:extLst>
          </p:cNvPr>
          <p:cNvSpPr>
            <a:spLocks xmlns:a="http://schemas.openxmlformats.org/drawingml/2006/main" noGrp="1"/>
          </p:cNvSpPr>
          <p:nvPr/>
        </p:nvSpPr>
        <p:spPr>
          <a:xfrm xmlns:a="http://schemas.openxmlformats.org/drawingml/2006/main">
            <a:off x="410337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1" name="Standardized person 868: without endpoint">
            <a:extLst xmlns:a="http://schemas.openxmlformats.org/drawingml/2006/main">
              <a:ext uri="{FF2B5EF4-FFF2-40B4-BE49-F238E27FC236}">
                <a16:creationId xmlns:a16="http://schemas.microsoft.com/office/drawing/2014/main" id="{F91D8349-13CA-4913-A372-4677E41049AB}"/>
              </a:ext>
            </a:extLst>
          </p:cNvPr>
          <p:cNvSpPr>
            <a:spLocks xmlns:a="http://schemas.openxmlformats.org/drawingml/2006/main" noGrp="1"/>
          </p:cNvSpPr>
          <p:nvPr/>
        </p:nvSpPr>
        <p:spPr>
          <a:xfrm xmlns:a="http://schemas.openxmlformats.org/drawingml/2006/main">
            <a:off x="423481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2" name="Standardized person 869: without endpoint">
            <a:extLst xmlns:a="http://schemas.openxmlformats.org/drawingml/2006/main">
              <a:ext uri="{FF2B5EF4-FFF2-40B4-BE49-F238E27FC236}">
                <a16:creationId xmlns:a16="http://schemas.microsoft.com/office/drawing/2014/main" id="{6CA5190D-0599-420A-8E48-7FE0F15CBAF5}"/>
              </a:ext>
            </a:extLst>
          </p:cNvPr>
          <p:cNvSpPr>
            <a:spLocks xmlns:a="http://schemas.openxmlformats.org/drawingml/2006/main" noGrp="1"/>
          </p:cNvSpPr>
          <p:nvPr/>
        </p:nvSpPr>
        <p:spPr>
          <a:xfrm xmlns:a="http://schemas.openxmlformats.org/drawingml/2006/main">
            <a:off x="436626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3" name="Standardized person 870: without endpoint">
            <a:extLst xmlns:a="http://schemas.openxmlformats.org/drawingml/2006/main">
              <a:ext uri="{FF2B5EF4-FFF2-40B4-BE49-F238E27FC236}">
                <a16:creationId xmlns:a16="http://schemas.microsoft.com/office/drawing/2014/main" id="{54A9C962-6944-4DF7-AB57-A7D3A1A826B5}"/>
              </a:ext>
            </a:extLst>
          </p:cNvPr>
          <p:cNvSpPr>
            <a:spLocks xmlns:a="http://schemas.openxmlformats.org/drawingml/2006/main" noGrp="1"/>
          </p:cNvSpPr>
          <p:nvPr/>
        </p:nvSpPr>
        <p:spPr>
          <a:xfrm xmlns:a="http://schemas.openxmlformats.org/drawingml/2006/main">
            <a:off x="449770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4" name="Standardized person 871: without endpoint">
            <a:extLst xmlns:a="http://schemas.openxmlformats.org/drawingml/2006/main">
              <a:ext uri="{FF2B5EF4-FFF2-40B4-BE49-F238E27FC236}">
                <a16:creationId xmlns:a16="http://schemas.microsoft.com/office/drawing/2014/main" id="{ED3613E1-26D3-44CE-919E-76A1C735D4BB}"/>
              </a:ext>
            </a:extLst>
          </p:cNvPr>
          <p:cNvSpPr>
            <a:spLocks xmlns:a="http://schemas.openxmlformats.org/drawingml/2006/main" noGrp="1"/>
          </p:cNvSpPr>
          <p:nvPr/>
        </p:nvSpPr>
        <p:spPr>
          <a:xfrm xmlns:a="http://schemas.openxmlformats.org/drawingml/2006/main">
            <a:off x="462915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5" name="Standardized person 872: without endpoint">
            <a:extLst xmlns:a="http://schemas.openxmlformats.org/drawingml/2006/main">
              <a:ext uri="{FF2B5EF4-FFF2-40B4-BE49-F238E27FC236}">
                <a16:creationId xmlns:a16="http://schemas.microsoft.com/office/drawing/2014/main" id="{8925ED1F-35B4-4ED3-B53B-51068A476DFB}"/>
              </a:ext>
            </a:extLst>
          </p:cNvPr>
          <p:cNvSpPr>
            <a:spLocks xmlns:a="http://schemas.openxmlformats.org/drawingml/2006/main" noGrp="1"/>
          </p:cNvSpPr>
          <p:nvPr/>
        </p:nvSpPr>
        <p:spPr>
          <a:xfrm xmlns:a="http://schemas.openxmlformats.org/drawingml/2006/main">
            <a:off x="476059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6" name="Standardized person 873: without endpoint">
            <a:extLst xmlns:a="http://schemas.openxmlformats.org/drawingml/2006/main">
              <a:ext uri="{FF2B5EF4-FFF2-40B4-BE49-F238E27FC236}">
                <a16:creationId xmlns:a16="http://schemas.microsoft.com/office/drawing/2014/main" id="{6342E358-19EC-44BA-AE6D-5F0ED5D21F67}"/>
              </a:ext>
            </a:extLst>
          </p:cNvPr>
          <p:cNvSpPr>
            <a:spLocks xmlns:a="http://schemas.openxmlformats.org/drawingml/2006/main" noGrp="1"/>
          </p:cNvSpPr>
          <p:nvPr/>
        </p:nvSpPr>
        <p:spPr>
          <a:xfrm xmlns:a="http://schemas.openxmlformats.org/drawingml/2006/main">
            <a:off x="489204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7" name="Standardized person 874: without endpoint">
            <a:extLst xmlns:a="http://schemas.openxmlformats.org/drawingml/2006/main">
              <a:ext uri="{FF2B5EF4-FFF2-40B4-BE49-F238E27FC236}">
                <a16:creationId xmlns:a16="http://schemas.microsoft.com/office/drawing/2014/main" id="{C64BF93D-F745-4981-B74B-D0C61064FF64}"/>
              </a:ext>
            </a:extLst>
          </p:cNvPr>
          <p:cNvSpPr>
            <a:spLocks xmlns:a="http://schemas.openxmlformats.org/drawingml/2006/main" noGrp="1"/>
          </p:cNvSpPr>
          <p:nvPr/>
        </p:nvSpPr>
        <p:spPr>
          <a:xfrm xmlns:a="http://schemas.openxmlformats.org/drawingml/2006/main">
            <a:off x="502348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8" name="Standardized person 875: without endpoint">
            <a:extLst xmlns:a="http://schemas.openxmlformats.org/drawingml/2006/main">
              <a:ext uri="{FF2B5EF4-FFF2-40B4-BE49-F238E27FC236}">
                <a16:creationId xmlns:a16="http://schemas.microsoft.com/office/drawing/2014/main" id="{B745DAEF-4FA6-4AF5-ADF5-E5317AB64BA6}"/>
              </a:ext>
            </a:extLst>
          </p:cNvPr>
          <p:cNvSpPr>
            <a:spLocks xmlns:a="http://schemas.openxmlformats.org/drawingml/2006/main" noGrp="1"/>
          </p:cNvSpPr>
          <p:nvPr/>
        </p:nvSpPr>
        <p:spPr>
          <a:xfrm xmlns:a="http://schemas.openxmlformats.org/drawingml/2006/main">
            <a:off x="515493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79" name="Standardized person 876: without endpoint">
            <a:extLst xmlns:a="http://schemas.openxmlformats.org/drawingml/2006/main">
              <a:ext uri="{FF2B5EF4-FFF2-40B4-BE49-F238E27FC236}">
                <a16:creationId xmlns:a16="http://schemas.microsoft.com/office/drawing/2014/main" id="{8AA42A10-FA5E-4D65-BFCF-F41359F592F1}"/>
              </a:ext>
            </a:extLst>
          </p:cNvPr>
          <p:cNvSpPr>
            <a:spLocks xmlns:a="http://schemas.openxmlformats.org/drawingml/2006/main" noGrp="1"/>
          </p:cNvSpPr>
          <p:nvPr/>
        </p:nvSpPr>
        <p:spPr>
          <a:xfrm xmlns:a="http://schemas.openxmlformats.org/drawingml/2006/main">
            <a:off x="528637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0" name="Standardized person 877: without endpoint">
            <a:extLst xmlns:a="http://schemas.openxmlformats.org/drawingml/2006/main">
              <a:ext uri="{FF2B5EF4-FFF2-40B4-BE49-F238E27FC236}">
                <a16:creationId xmlns:a16="http://schemas.microsoft.com/office/drawing/2014/main" id="{A01FE8AF-0BD2-4A31-96F1-299833015ED5}"/>
              </a:ext>
            </a:extLst>
          </p:cNvPr>
          <p:cNvSpPr>
            <a:spLocks xmlns:a="http://schemas.openxmlformats.org/drawingml/2006/main" noGrp="1"/>
          </p:cNvSpPr>
          <p:nvPr/>
        </p:nvSpPr>
        <p:spPr>
          <a:xfrm xmlns:a="http://schemas.openxmlformats.org/drawingml/2006/main">
            <a:off x="541782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1" name="Standardized person 878: without endpoint">
            <a:extLst xmlns:a="http://schemas.openxmlformats.org/drawingml/2006/main">
              <a:ext uri="{FF2B5EF4-FFF2-40B4-BE49-F238E27FC236}">
                <a16:creationId xmlns:a16="http://schemas.microsoft.com/office/drawing/2014/main" id="{547B63A6-1A6E-40BF-B9B0-7978536F3EFB}"/>
              </a:ext>
            </a:extLst>
          </p:cNvPr>
          <p:cNvSpPr>
            <a:spLocks xmlns:a="http://schemas.openxmlformats.org/drawingml/2006/main" noGrp="1"/>
          </p:cNvSpPr>
          <p:nvPr/>
        </p:nvSpPr>
        <p:spPr>
          <a:xfrm xmlns:a="http://schemas.openxmlformats.org/drawingml/2006/main">
            <a:off x="554926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2" name="Standardized person 879: without endpoint">
            <a:extLst xmlns:a="http://schemas.openxmlformats.org/drawingml/2006/main">
              <a:ext uri="{FF2B5EF4-FFF2-40B4-BE49-F238E27FC236}">
                <a16:creationId xmlns:a16="http://schemas.microsoft.com/office/drawing/2014/main" id="{2D5706C7-F717-4AA5-9098-821D8DE3F907}"/>
              </a:ext>
            </a:extLst>
          </p:cNvPr>
          <p:cNvSpPr>
            <a:spLocks xmlns:a="http://schemas.openxmlformats.org/drawingml/2006/main" noGrp="1"/>
          </p:cNvSpPr>
          <p:nvPr/>
        </p:nvSpPr>
        <p:spPr>
          <a:xfrm xmlns:a="http://schemas.openxmlformats.org/drawingml/2006/main">
            <a:off x="568071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3" name="Standardized person 880: without endpoint">
            <a:extLst xmlns:a="http://schemas.openxmlformats.org/drawingml/2006/main">
              <a:ext uri="{FF2B5EF4-FFF2-40B4-BE49-F238E27FC236}">
                <a16:creationId xmlns:a16="http://schemas.microsoft.com/office/drawing/2014/main" id="{295FFC17-8471-45E1-9AA3-1D6667BF3F99}"/>
              </a:ext>
            </a:extLst>
          </p:cNvPr>
          <p:cNvSpPr>
            <a:spLocks xmlns:a="http://schemas.openxmlformats.org/drawingml/2006/main" noGrp="1"/>
          </p:cNvSpPr>
          <p:nvPr/>
        </p:nvSpPr>
        <p:spPr>
          <a:xfrm xmlns:a="http://schemas.openxmlformats.org/drawingml/2006/main">
            <a:off x="581215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4" name="Standardized person 881: without endpoint">
            <a:extLst xmlns:a="http://schemas.openxmlformats.org/drawingml/2006/main">
              <a:ext uri="{FF2B5EF4-FFF2-40B4-BE49-F238E27FC236}">
                <a16:creationId xmlns:a16="http://schemas.microsoft.com/office/drawing/2014/main" id="{E7E53DAC-4CD8-4CA5-8E5F-F5A3EE38C9A6}"/>
              </a:ext>
            </a:extLst>
          </p:cNvPr>
          <p:cNvSpPr>
            <a:spLocks xmlns:a="http://schemas.openxmlformats.org/drawingml/2006/main" noGrp="1"/>
          </p:cNvSpPr>
          <p:nvPr/>
        </p:nvSpPr>
        <p:spPr>
          <a:xfrm xmlns:a="http://schemas.openxmlformats.org/drawingml/2006/main">
            <a:off x="68580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5" name="Standardized person 882: without endpoint">
            <a:extLst xmlns:a="http://schemas.openxmlformats.org/drawingml/2006/main">
              <a:ext uri="{FF2B5EF4-FFF2-40B4-BE49-F238E27FC236}">
                <a16:creationId xmlns:a16="http://schemas.microsoft.com/office/drawing/2014/main" id="{56B21053-DED7-4240-AEA1-CEC1A1415F3A}"/>
              </a:ext>
            </a:extLst>
          </p:cNvPr>
          <p:cNvSpPr>
            <a:spLocks xmlns:a="http://schemas.openxmlformats.org/drawingml/2006/main" noGrp="1"/>
          </p:cNvSpPr>
          <p:nvPr/>
        </p:nvSpPr>
        <p:spPr>
          <a:xfrm xmlns:a="http://schemas.openxmlformats.org/drawingml/2006/main">
            <a:off x="81724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6" name="Standardized person 883: without endpoint">
            <a:extLst xmlns:a="http://schemas.openxmlformats.org/drawingml/2006/main">
              <a:ext uri="{FF2B5EF4-FFF2-40B4-BE49-F238E27FC236}">
                <a16:creationId xmlns:a16="http://schemas.microsoft.com/office/drawing/2014/main" id="{CF33241F-52DA-4A96-8FD1-A145414A8E32}"/>
              </a:ext>
            </a:extLst>
          </p:cNvPr>
          <p:cNvSpPr>
            <a:spLocks xmlns:a="http://schemas.openxmlformats.org/drawingml/2006/main" noGrp="1"/>
          </p:cNvSpPr>
          <p:nvPr/>
        </p:nvSpPr>
        <p:spPr>
          <a:xfrm xmlns:a="http://schemas.openxmlformats.org/drawingml/2006/main">
            <a:off x="94869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7" name="Standardized person 884: without endpoint">
            <a:extLst xmlns:a="http://schemas.openxmlformats.org/drawingml/2006/main">
              <a:ext uri="{FF2B5EF4-FFF2-40B4-BE49-F238E27FC236}">
                <a16:creationId xmlns:a16="http://schemas.microsoft.com/office/drawing/2014/main" id="{282395A6-700D-4E1E-98D1-75CD09F6E8C6}"/>
              </a:ext>
            </a:extLst>
          </p:cNvPr>
          <p:cNvSpPr>
            <a:spLocks xmlns:a="http://schemas.openxmlformats.org/drawingml/2006/main" noGrp="1"/>
          </p:cNvSpPr>
          <p:nvPr/>
        </p:nvSpPr>
        <p:spPr>
          <a:xfrm xmlns:a="http://schemas.openxmlformats.org/drawingml/2006/main">
            <a:off x="108013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8" name="Standardized person 885: without endpoint">
            <a:extLst xmlns:a="http://schemas.openxmlformats.org/drawingml/2006/main">
              <a:ext uri="{FF2B5EF4-FFF2-40B4-BE49-F238E27FC236}">
                <a16:creationId xmlns:a16="http://schemas.microsoft.com/office/drawing/2014/main" id="{A883329F-2CBC-4FC2-B93F-E8495E0B7883}"/>
              </a:ext>
            </a:extLst>
          </p:cNvPr>
          <p:cNvSpPr>
            <a:spLocks xmlns:a="http://schemas.openxmlformats.org/drawingml/2006/main" noGrp="1"/>
          </p:cNvSpPr>
          <p:nvPr/>
        </p:nvSpPr>
        <p:spPr>
          <a:xfrm xmlns:a="http://schemas.openxmlformats.org/drawingml/2006/main">
            <a:off x="121158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89" name="Standardized person 886: without endpoint">
            <a:extLst xmlns:a="http://schemas.openxmlformats.org/drawingml/2006/main">
              <a:ext uri="{FF2B5EF4-FFF2-40B4-BE49-F238E27FC236}">
                <a16:creationId xmlns:a16="http://schemas.microsoft.com/office/drawing/2014/main" id="{B7EA1421-FFB7-41E8-986C-AA9A545E42B4}"/>
              </a:ext>
            </a:extLst>
          </p:cNvPr>
          <p:cNvSpPr>
            <a:spLocks xmlns:a="http://schemas.openxmlformats.org/drawingml/2006/main" noGrp="1"/>
          </p:cNvSpPr>
          <p:nvPr/>
        </p:nvSpPr>
        <p:spPr>
          <a:xfrm xmlns:a="http://schemas.openxmlformats.org/drawingml/2006/main">
            <a:off x="134302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0" name="Standardized person 887: without endpoint">
            <a:extLst xmlns:a="http://schemas.openxmlformats.org/drawingml/2006/main">
              <a:ext uri="{FF2B5EF4-FFF2-40B4-BE49-F238E27FC236}">
                <a16:creationId xmlns:a16="http://schemas.microsoft.com/office/drawing/2014/main" id="{BF5C70BD-5C4C-4CC6-9984-65FC5EC11F10}"/>
              </a:ext>
            </a:extLst>
          </p:cNvPr>
          <p:cNvSpPr>
            <a:spLocks xmlns:a="http://schemas.openxmlformats.org/drawingml/2006/main" noGrp="1"/>
          </p:cNvSpPr>
          <p:nvPr/>
        </p:nvSpPr>
        <p:spPr>
          <a:xfrm xmlns:a="http://schemas.openxmlformats.org/drawingml/2006/main">
            <a:off x="147447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1" name="Standardized person 888: without endpoint">
            <a:extLst xmlns:a="http://schemas.openxmlformats.org/drawingml/2006/main">
              <a:ext uri="{FF2B5EF4-FFF2-40B4-BE49-F238E27FC236}">
                <a16:creationId xmlns:a16="http://schemas.microsoft.com/office/drawing/2014/main" id="{58CBC94D-861C-449B-B116-B9283640114E}"/>
              </a:ext>
            </a:extLst>
          </p:cNvPr>
          <p:cNvSpPr>
            <a:spLocks xmlns:a="http://schemas.openxmlformats.org/drawingml/2006/main" noGrp="1"/>
          </p:cNvSpPr>
          <p:nvPr/>
        </p:nvSpPr>
        <p:spPr>
          <a:xfrm xmlns:a="http://schemas.openxmlformats.org/drawingml/2006/main">
            <a:off x="160591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2" name="Standardized person 889: without endpoint">
            <a:extLst xmlns:a="http://schemas.openxmlformats.org/drawingml/2006/main">
              <a:ext uri="{FF2B5EF4-FFF2-40B4-BE49-F238E27FC236}">
                <a16:creationId xmlns:a16="http://schemas.microsoft.com/office/drawing/2014/main" id="{694089CE-1141-41A6-A2D2-1BA6FFA7982E}"/>
              </a:ext>
            </a:extLst>
          </p:cNvPr>
          <p:cNvSpPr>
            <a:spLocks xmlns:a="http://schemas.openxmlformats.org/drawingml/2006/main" noGrp="1"/>
          </p:cNvSpPr>
          <p:nvPr/>
        </p:nvSpPr>
        <p:spPr>
          <a:xfrm xmlns:a="http://schemas.openxmlformats.org/drawingml/2006/main">
            <a:off x="173736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3" name="Standardized person 890: without endpoint">
            <a:extLst xmlns:a="http://schemas.openxmlformats.org/drawingml/2006/main">
              <a:ext uri="{FF2B5EF4-FFF2-40B4-BE49-F238E27FC236}">
                <a16:creationId xmlns:a16="http://schemas.microsoft.com/office/drawing/2014/main" id="{D672E151-338C-40C5-B133-01AC6BDD2CE3}"/>
              </a:ext>
            </a:extLst>
          </p:cNvPr>
          <p:cNvSpPr>
            <a:spLocks xmlns:a="http://schemas.openxmlformats.org/drawingml/2006/main" noGrp="1"/>
          </p:cNvSpPr>
          <p:nvPr/>
        </p:nvSpPr>
        <p:spPr>
          <a:xfrm xmlns:a="http://schemas.openxmlformats.org/drawingml/2006/main">
            <a:off x="186880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4" name="Standardized person 891: without endpoint">
            <a:extLst xmlns:a="http://schemas.openxmlformats.org/drawingml/2006/main">
              <a:ext uri="{FF2B5EF4-FFF2-40B4-BE49-F238E27FC236}">
                <a16:creationId xmlns:a16="http://schemas.microsoft.com/office/drawing/2014/main" id="{7AB5EAED-2AC4-4AE9-95B0-991AA425E938}"/>
              </a:ext>
            </a:extLst>
          </p:cNvPr>
          <p:cNvSpPr>
            <a:spLocks xmlns:a="http://schemas.openxmlformats.org/drawingml/2006/main" noGrp="1"/>
          </p:cNvSpPr>
          <p:nvPr/>
        </p:nvSpPr>
        <p:spPr>
          <a:xfrm xmlns:a="http://schemas.openxmlformats.org/drawingml/2006/main">
            <a:off x="200025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5" name="Standardized person 892: without endpoint">
            <a:extLst xmlns:a="http://schemas.openxmlformats.org/drawingml/2006/main">
              <a:ext uri="{FF2B5EF4-FFF2-40B4-BE49-F238E27FC236}">
                <a16:creationId xmlns:a16="http://schemas.microsoft.com/office/drawing/2014/main" id="{488B03B1-886E-47BA-A60D-8EAEF751287D}"/>
              </a:ext>
            </a:extLst>
          </p:cNvPr>
          <p:cNvSpPr>
            <a:spLocks xmlns:a="http://schemas.openxmlformats.org/drawingml/2006/main" noGrp="1"/>
          </p:cNvSpPr>
          <p:nvPr/>
        </p:nvSpPr>
        <p:spPr>
          <a:xfrm xmlns:a="http://schemas.openxmlformats.org/drawingml/2006/main">
            <a:off x="213169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6" name="Standardized person 893: without endpoint">
            <a:extLst xmlns:a="http://schemas.openxmlformats.org/drawingml/2006/main">
              <a:ext uri="{FF2B5EF4-FFF2-40B4-BE49-F238E27FC236}">
                <a16:creationId xmlns:a16="http://schemas.microsoft.com/office/drawing/2014/main" id="{D401C965-4D56-4DD8-A06E-C1E3FB4EF954}"/>
              </a:ext>
            </a:extLst>
          </p:cNvPr>
          <p:cNvSpPr>
            <a:spLocks xmlns:a="http://schemas.openxmlformats.org/drawingml/2006/main" noGrp="1"/>
          </p:cNvSpPr>
          <p:nvPr/>
        </p:nvSpPr>
        <p:spPr>
          <a:xfrm xmlns:a="http://schemas.openxmlformats.org/drawingml/2006/main">
            <a:off x="226314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7" name="Standardized person 894: without endpoint">
            <a:extLst xmlns:a="http://schemas.openxmlformats.org/drawingml/2006/main">
              <a:ext uri="{FF2B5EF4-FFF2-40B4-BE49-F238E27FC236}">
                <a16:creationId xmlns:a16="http://schemas.microsoft.com/office/drawing/2014/main" id="{B9332C98-B0D4-49A5-B21E-63F0DC861B0E}"/>
              </a:ext>
            </a:extLst>
          </p:cNvPr>
          <p:cNvSpPr>
            <a:spLocks xmlns:a="http://schemas.openxmlformats.org/drawingml/2006/main" noGrp="1"/>
          </p:cNvSpPr>
          <p:nvPr/>
        </p:nvSpPr>
        <p:spPr>
          <a:xfrm xmlns:a="http://schemas.openxmlformats.org/drawingml/2006/main">
            <a:off x="239458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8" name="Standardized person 895: without endpoint">
            <a:extLst xmlns:a="http://schemas.openxmlformats.org/drawingml/2006/main">
              <a:ext uri="{FF2B5EF4-FFF2-40B4-BE49-F238E27FC236}">
                <a16:creationId xmlns:a16="http://schemas.microsoft.com/office/drawing/2014/main" id="{E537952D-FD95-4B8D-9C2C-FD93C59245FF}"/>
              </a:ext>
            </a:extLst>
          </p:cNvPr>
          <p:cNvSpPr>
            <a:spLocks xmlns:a="http://schemas.openxmlformats.org/drawingml/2006/main" noGrp="1"/>
          </p:cNvSpPr>
          <p:nvPr/>
        </p:nvSpPr>
        <p:spPr>
          <a:xfrm xmlns:a="http://schemas.openxmlformats.org/drawingml/2006/main">
            <a:off x="252603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899" name="Standardized person 896: without endpoint">
            <a:extLst xmlns:a="http://schemas.openxmlformats.org/drawingml/2006/main">
              <a:ext uri="{FF2B5EF4-FFF2-40B4-BE49-F238E27FC236}">
                <a16:creationId xmlns:a16="http://schemas.microsoft.com/office/drawing/2014/main" id="{01E2ADCB-F9C9-421D-8F1C-9D253D933234}"/>
              </a:ext>
            </a:extLst>
          </p:cNvPr>
          <p:cNvSpPr>
            <a:spLocks xmlns:a="http://schemas.openxmlformats.org/drawingml/2006/main" noGrp="1"/>
          </p:cNvSpPr>
          <p:nvPr/>
        </p:nvSpPr>
        <p:spPr>
          <a:xfrm xmlns:a="http://schemas.openxmlformats.org/drawingml/2006/main">
            <a:off x="265747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0" name="Standardized person 897: without endpoint">
            <a:extLst xmlns:a="http://schemas.openxmlformats.org/drawingml/2006/main">
              <a:ext uri="{FF2B5EF4-FFF2-40B4-BE49-F238E27FC236}">
                <a16:creationId xmlns:a16="http://schemas.microsoft.com/office/drawing/2014/main" id="{7DFBE9A1-B53D-4236-9505-852C82F7DB27}"/>
              </a:ext>
            </a:extLst>
          </p:cNvPr>
          <p:cNvSpPr>
            <a:spLocks xmlns:a="http://schemas.openxmlformats.org/drawingml/2006/main" noGrp="1"/>
          </p:cNvSpPr>
          <p:nvPr/>
        </p:nvSpPr>
        <p:spPr>
          <a:xfrm xmlns:a="http://schemas.openxmlformats.org/drawingml/2006/main">
            <a:off x="278892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1" name="Standardized person 898: without endpoint">
            <a:extLst xmlns:a="http://schemas.openxmlformats.org/drawingml/2006/main">
              <a:ext uri="{FF2B5EF4-FFF2-40B4-BE49-F238E27FC236}">
                <a16:creationId xmlns:a16="http://schemas.microsoft.com/office/drawing/2014/main" id="{591F473C-088B-4FB3-90BC-4984FD22645A}"/>
              </a:ext>
            </a:extLst>
          </p:cNvPr>
          <p:cNvSpPr>
            <a:spLocks xmlns:a="http://schemas.openxmlformats.org/drawingml/2006/main" noGrp="1"/>
          </p:cNvSpPr>
          <p:nvPr/>
        </p:nvSpPr>
        <p:spPr>
          <a:xfrm xmlns:a="http://schemas.openxmlformats.org/drawingml/2006/main">
            <a:off x="292036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2" name="Standardized person 899: without endpoint">
            <a:extLst xmlns:a="http://schemas.openxmlformats.org/drawingml/2006/main">
              <a:ext uri="{FF2B5EF4-FFF2-40B4-BE49-F238E27FC236}">
                <a16:creationId xmlns:a16="http://schemas.microsoft.com/office/drawing/2014/main" id="{68FA9015-ACD5-4184-8B02-F099CD5F988B}"/>
              </a:ext>
            </a:extLst>
          </p:cNvPr>
          <p:cNvSpPr>
            <a:spLocks xmlns:a="http://schemas.openxmlformats.org/drawingml/2006/main" noGrp="1"/>
          </p:cNvSpPr>
          <p:nvPr/>
        </p:nvSpPr>
        <p:spPr>
          <a:xfrm xmlns:a="http://schemas.openxmlformats.org/drawingml/2006/main">
            <a:off x="305181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3" name="Standardized person 900: without endpoint">
            <a:extLst xmlns:a="http://schemas.openxmlformats.org/drawingml/2006/main">
              <a:ext uri="{FF2B5EF4-FFF2-40B4-BE49-F238E27FC236}">
                <a16:creationId xmlns:a16="http://schemas.microsoft.com/office/drawing/2014/main" id="{08D71944-D237-4527-87F9-993DC0F9F6D1}"/>
              </a:ext>
            </a:extLst>
          </p:cNvPr>
          <p:cNvSpPr>
            <a:spLocks xmlns:a="http://schemas.openxmlformats.org/drawingml/2006/main" noGrp="1"/>
          </p:cNvSpPr>
          <p:nvPr/>
        </p:nvSpPr>
        <p:spPr>
          <a:xfrm xmlns:a="http://schemas.openxmlformats.org/drawingml/2006/main">
            <a:off x="318325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4" name="Standardized person 901: without endpoint">
            <a:extLst xmlns:a="http://schemas.openxmlformats.org/drawingml/2006/main">
              <a:ext uri="{FF2B5EF4-FFF2-40B4-BE49-F238E27FC236}">
                <a16:creationId xmlns:a16="http://schemas.microsoft.com/office/drawing/2014/main" id="{7F90D3F6-6602-400D-9BFC-9CFAEE445032}"/>
              </a:ext>
            </a:extLst>
          </p:cNvPr>
          <p:cNvSpPr>
            <a:spLocks xmlns:a="http://schemas.openxmlformats.org/drawingml/2006/main" noGrp="1"/>
          </p:cNvSpPr>
          <p:nvPr/>
        </p:nvSpPr>
        <p:spPr>
          <a:xfrm xmlns:a="http://schemas.openxmlformats.org/drawingml/2006/main">
            <a:off x="331470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5" name="Standardized person 902: without endpoint">
            <a:extLst xmlns:a="http://schemas.openxmlformats.org/drawingml/2006/main">
              <a:ext uri="{FF2B5EF4-FFF2-40B4-BE49-F238E27FC236}">
                <a16:creationId xmlns:a16="http://schemas.microsoft.com/office/drawing/2014/main" id="{543AAA7B-A457-46F8-A2A7-9FACBEEBC06F}"/>
              </a:ext>
            </a:extLst>
          </p:cNvPr>
          <p:cNvSpPr>
            <a:spLocks xmlns:a="http://schemas.openxmlformats.org/drawingml/2006/main" noGrp="1"/>
          </p:cNvSpPr>
          <p:nvPr/>
        </p:nvSpPr>
        <p:spPr>
          <a:xfrm xmlns:a="http://schemas.openxmlformats.org/drawingml/2006/main">
            <a:off x="344614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6" name="Standardized person 903: without endpoint">
            <a:extLst xmlns:a="http://schemas.openxmlformats.org/drawingml/2006/main">
              <a:ext uri="{FF2B5EF4-FFF2-40B4-BE49-F238E27FC236}">
                <a16:creationId xmlns:a16="http://schemas.microsoft.com/office/drawing/2014/main" id="{68D4DCB6-65D1-4C48-8060-DA4089EA0DEB}"/>
              </a:ext>
            </a:extLst>
          </p:cNvPr>
          <p:cNvSpPr>
            <a:spLocks xmlns:a="http://schemas.openxmlformats.org/drawingml/2006/main" noGrp="1"/>
          </p:cNvSpPr>
          <p:nvPr/>
        </p:nvSpPr>
        <p:spPr>
          <a:xfrm xmlns:a="http://schemas.openxmlformats.org/drawingml/2006/main">
            <a:off x="357759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7" name="Standardized person 904: without endpoint">
            <a:extLst xmlns:a="http://schemas.openxmlformats.org/drawingml/2006/main">
              <a:ext uri="{FF2B5EF4-FFF2-40B4-BE49-F238E27FC236}">
                <a16:creationId xmlns:a16="http://schemas.microsoft.com/office/drawing/2014/main" id="{069A62D0-57EC-42E1-83C1-29165A00B817}"/>
              </a:ext>
            </a:extLst>
          </p:cNvPr>
          <p:cNvSpPr>
            <a:spLocks xmlns:a="http://schemas.openxmlformats.org/drawingml/2006/main" noGrp="1"/>
          </p:cNvSpPr>
          <p:nvPr/>
        </p:nvSpPr>
        <p:spPr>
          <a:xfrm xmlns:a="http://schemas.openxmlformats.org/drawingml/2006/main">
            <a:off x="370903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8" name="Standardized person 905: without endpoint">
            <a:extLst xmlns:a="http://schemas.openxmlformats.org/drawingml/2006/main">
              <a:ext uri="{FF2B5EF4-FFF2-40B4-BE49-F238E27FC236}">
                <a16:creationId xmlns:a16="http://schemas.microsoft.com/office/drawing/2014/main" id="{0378E1C4-DB48-4C75-B391-85F46071AC68}"/>
              </a:ext>
            </a:extLst>
          </p:cNvPr>
          <p:cNvSpPr>
            <a:spLocks xmlns:a="http://schemas.openxmlformats.org/drawingml/2006/main" noGrp="1"/>
          </p:cNvSpPr>
          <p:nvPr/>
        </p:nvSpPr>
        <p:spPr>
          <a:xfrm xmlns:a="http://schemas.openxmlformats.org/drawingml/2006/main">
            <a:off x="384048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09" name="Standardized person 906: without endpoint">
            <a:extLst xmlns:a="http://schemas.openxmlformats.org/drawingml/2006/main">
              <a:ext uri="{FF2B5EF4-FFF2-40B4-BE49-F238E27FC236}">
                <a16:creationId xmlns:a16="http://schemas.microsoft.com/office/drawing/2014/main" id="{61CD7E29-42B8-40A2-A6CF-CE96158B07A6}"/>
              </a:ext>
            </a:extLst>
          </p:cNvPr>
          <p:cNvSpPr>
            <a:spLocks xmlns:a="http://schemas.openxmlformats.org/drawingml/2006/main" noGrp="1"/>
          </p:cNvSpPr>
          <p:nvPr/>
        </p:nvSpPr>
        <p:spPr>
          <a:xfrm xmlns:a="http://schemas.openxmlformats.org/drawingml/2006/main">
            <a:off x="397192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0" name="Standardized person 907: without endpoint">
            <a:extLst xmlns:a="http://schemas.openxmlformats.org/drawingml/2006/main">
              <a:ext uri="{FF2B5EF4-FFF2-40B4-BE49-F238E27FC236}">
                <a16:creationId xmlns:a16="http://schemas.microsoft.com/office/drawing/2014/main" id="{86F9D6EB-3089-44B3-994C-70A8B64D2E69}"/>
              </a:ext>
            </a:extLst>
          </p:cNvPr>
          <p:cNvSpPr>
            <a:spLocks xmlns:a="http://schemas.openxmlformats.org/drawingml/2006/main" noGrp="1"/>
          </p:cNvSpPr>
          <p:nvPr/>
        </p:nvSpPr>
        <p:spPr>
          <a:xfrm xmlns:a="http://schemas.openxmlformats.org/drawingml/2006/main">
            <a:off x="410337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1" name="Standardized person 908: without endpoint">
            <a:extLst xmlns:a="http://schemas.openxmlformats.org/drawingml/2006/main">
              <a:ext uri="{FF2B5EF4-FFF2-40B4-BE49-F238E27FC236}">
                <a16:creationId xmlns:a16="http://schemas.microsoft.com/office/drawing/2014/main" id="{848E1013-8679-406D-B8C7-9389C3CE9362}"/>
              </a:ext>
            </a:extLst>
          </p:cNvPr>
          <p:cNvSpPr>
            <a:spLocks xmlns:a="http://schemas.openxmlformats.org/drawingml/2006/main" noGrp="1"/>
          </p:cNvSpPr>
          <p:nvPr/>
        </p:nvSpPr>
        <p:spPr>
          <a:xfrm xmlns:a="http://schemas.openxmlformats.org/drawingml/2006/main">
            <a:off x="423481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2" name="Standardized person 909: without endpoint">
            <a:extLst xmlns:a="http://schemas.openxmlformats.org/drawingml/2006/main">
              <a:ext uri="{FF2B5EF4-FFF2-40B4-BE49-F238E27FC236}">
                <a16:creationId xmlns:a16="http://schemas.microsoft.com/office/drawing/2014/main" id="{176D4210-2A7A-4706-ADB5-CE93E95EB3CB}"/>
              </a:ext>
            </a:extLst>
          </p:cNvPr>
          <p:cNvSpPr>
            <a:spLocks xmlns:a="http://schemas.openxmlformats.org/drawingml/2006/main" noGrp="1"/>
          </p:cNvSpPr>
          <p:nvPr/>
        </p:nvSpPr>
        <p:spPr>
          <a:xfrm xmlns:a="http://schemas.openxmlformats.org/drawingml/2006/main">
            <a:off x="436626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3" name="Standardized person 910: without endpoint">
            <a:extLst xmlns:a="http://schemas.openxmlformats.org/drawingml/2006/main">
              <a:ext uri="{FF2B5EF4-FFF2-40B4-BE49-F238E27FC236}">
                <a16:creationId xmlns:a16="http://schemas.microsoft.com/office/drawing/2014/main" id="{495D96DA-5C88-44F8-8E4D-0149CBED94BE}"/>
              </a:ext>
            </a:extLst>
          </p:cNvPr>
          <p:cNvSpPr>
            <a:spLocks xmlns:a="http://schemas.openxmlformats.org/drawingml/2006/main" noGrp="1"/>
          </p:cNvSpPr>
          <p:nvPr/>
        </p:nvSpPr>
        <p:spPr>
          <a:xfrm xmlns:a="http://schemas.openxmlformats.org/drawingml/2006/main">
            <a:off x="449770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4" name="Standardized person 911: without endpoint">
            <a:extLst xmlns:a="http://schemas.openxmlformats.org/drawingml/2006/main">
              <a:ext uri="{FF2B5EF4-FFF2-40B4-BE49-F238E27FC236}">
                <a16:creationId xmlns:a16="http://schemas.microsoft.com/office/drawing/2014/main" id="{3DDDBD2A-E74A-455C-B5C7-FA78BBED5FCA}"/>
              </a:ext>
            </a:extLst>
          </p:cNvPr>
          <p:cNvSpPr>
            <a:spLocks xmlns:a="http://schemas.openxmlformats.org/drawingml/2006/main" noGrp="1"/>
          </p:cNvSpPr>
          <p:nvPr/>
        </p:nvSpPr>
        <p:spPr>
          <a:xfrm xmlns:a="http://schemas.openxmlformats.org/drawingml/2006/main">
            <a:off x="462915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5" name="Standardized person 912: without endpoint">
            <a:extLst xmlns:a="http://schemas.openxmlformats.org/drawingml/2006/main">
              <a:ext uri="{FF2B5EF4-FFF2-40B4-BE49-F238E27FC236}">
                <a16:creationId xmlns:a16="http://schemas.microsoft.com/office/drawing/2014/main" id="{D2E17B39-00A1-4513-B13B-B9007D3CE7B3}"/>
              </a:ext>
            </a:extLst>
          </p:cNvPr>
          <p:cNvSpPr>
            <a:spLocks xmlns:a="http://schemas.openxmlformats.org/drawingml/2006/main" noGrp="1"/>
          </p:cNvSpPr>
          <p:nvPr/>
        </p:nvSpPr>
        <p:spPr>
          <a:xfrm xmlns:a="http://schemas.openxmlformats.org/drawingml/2006/main">
            <a:off x="476059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6" name="Standardized person 913: without endpoint">
            <a:extLst xmlns:a="http://schemas.openxmlformats.org/drawingml/2006/main">
              <a:ext uri="{FF2B5EF4-FFF2-40B4-BE49-F238E27FC236}">
                <a16:creationId xmlns:a16="http://schemas.microsoft.com/office/drawing/2014/main" id="{9946A22B-3E69-49B4-AAE6-6D29FFB50AD8}"/>
              </a:ext>
            </a:extLst>
          </p:cNvPr>
          <p:cNvSpPr>
            <a:spLocks xmlns:a="http://schemas.openxmlformats.org/drawingml/2006/main" noGrp="1"/>
          </p:cNvSpPr>
          <p:nvPr/>
        </p:nvSpPr>
        <p:spPr>
          <a:xfrm xmlns:a="http://schemas.openxmlformats.org/drawingml/2006/main">
            <a:off x="489204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7" name="Standardized person 914: without endpoint">
            <a:extLst xmlns:a="http://schemas.openxmlformats.org/drawingml/2006/main">
              <a:ext uri="{FF2B5EF4-FFF2-40B4-BE49-F238E27FC236}">
                <a16:creationId xmlns:a16="http://schemas.microsoft.com/office/drawing/2014/main" id="{568AAADD-C268-4194-BF61-F56080189BDF}"/>
              </a:ext>
            </a:extLst>
          </p:cNvPr>
          <p:cNvSpPr>
            <a:spLocks xmlns:a="http://schemas.openxmlformats.org/drawingml/2006/main" noGrp="1"/>
          </p:cNvSpPr>
          <p:nvPr/>
        </p:nvSpPr>
        <p:spPr>
          <a:xfrm xmlns:a="http://schemas.openxmlformats.org/drawingml/2006/main">
            <a:off x="502348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8" name="Standardized person 915: without endpoint">
            <a:extLst xmlns:a="http://schemas.openxmlformats.org/drawingml/2006/main">
              <a:ext uri="{FF2B5EF4-FFF2-40B4-BE49-F238E27FC236}">
                <a16:creationId xmlns:a16="http://schemas.microsoft.com/office/drawing/2014/main" id="{B942B6B7-3031-4542-AE67-C5DEA3276A8C}"/>
              </a:ext>
            </a:extLst>
          </p:cNvPr>
          <p:cNvSpPr>
            <a:spLocks xmlns:a="http://schemas.openxmlformats.org/drawingml/2006/main" noGrp="1"/>
          </p:cNvSpPr>
          <p:nvPr/>
        </p:nvSpPr>
        <p:spPr>
          <a:xfrm xmlns:a="http://schemas.openxmlformats.org/drawingml/2006/main">
            <a:off x="515493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19" name="Standardized person 916: without endpoint">
            <a:extLst xmlns:a="http://schemas.openxmlformats.org/drawingml/2006/main">
              <a:ext uri="{FF2B5EF4-FFF2-40B4-BE49-F238E27FC236}">
                <a16:creationId xmlns:a16="http://schemas.microsoft.com/office/drawing/2014/main" id="{42C4671B-3C60-4F25-9912-B8F98F76E510}"/>
              </a:ext>
            </a:extLst>
          </p:cNvPr>
          <p:cNvSpPr>
            <a:spLocks xmlns:a="http://schemas.openxmlformats.org/drawingml/2006/main" noGrp="1"/>
          </p:cNvSpPr>
          <p:nvPr/>
        </p:nvSpPr>
        <p:spPr>
          <a:xfrm xmlns:a="http://schemas.openxmlformats.org/drawingml/2006/main">
            <a:off x="528637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0" name="Standardized person 917: without endpoint">
            <a:extLst xmlns:a="http://schemas.openxmlformats.org/drawingml/2006/main">
              <a:ext uri="{FF2B5EF4-FFF2-40B4-BE49-F238E27FC236}">
                <a16:creationId xmlns:a16="http://schemas.microsoft.com/office/drawing/2014/main" id="{6F2D97BB-E889-4414-AE8D-DF7782C4B1F4}"/>
              </a:ext>
            </a:extLst>
          </p:cNvPr>
          <p:cNvSpPr>
            <a:spLocks xmlns:a="http://schemas.openxmlformats.org/drawingml/2006/main" noGrp="1"/>
          </p:cNvSpPr>
          <p:nvPr/>
        </p:nvSpPr>
        <p:spPr>
          <a:xfrm xmlns:a="http://schemas.openxmlformats.org/drawingml/2006/main">
            <a:off x="541782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1" name="Standardized person 918: without endpoint">
            <a:extLst xmlns:a="http://schemas.openxmlformats.org/drawingml/2006/main">
              <a:ext uri="{FF2B5EF4-FFF2-40B4-BE49-F238E27FC236}">
                <a16:creationId xmlns:a16="http://schemas.microsoft.com/office/drawing/2014/main" id="{A23CE6DB-E7A3-4D74-9417-E7CF292C7B1D}"/>
              </a:ext>
            </a:extLst>
          </p:cNvPr>
          <p:cNvSpPr>
            <a:spLocks xmlns:a="http://schemas.openxmlformats.org/drawingml/2006/main" noGrp="1"/>
          </p:cNvSpPr>
          <p:nvPr/>
        </p:nvSpPr>
        <p:spPr>
          <a:xfrm xmlns:a="http://schemas.openxmlformats.org/drawingml/2006/main">
            <a:off x="554926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2" name="Standardized person 919: without endpoint">
            <a:extLst xmlns:a="http://schemas.openxmlformats.org/drawingml/2006/main">
              <a:ext uri="{FF2B5EF4-FFF2-40B4-BE49-F238E27FC236}">
                <a16:creationId xmlns:a16="http://schemas.microsoft.com/office/drawing/2014/main" id="{DA9354D3-C932-492E-B811-E36B9DF2AA80}"/>
              </a:ext>
            </a:extLst>
          </p:cNvPr>
          <p:cNvSpPr>
            <a:spLocks xmlns:a="http://schemas.openxmlformats.org/drawingml/2006/main" noGrp="1"/>
          </p:cNvSpPr>
          <p:nvPr/>
        </p:nvSpPr>
        <p:spPr>
          <a:xfrm xmlns:a="http://schemas.openxmlformats.org/drawingml/2006/main">
            <a:off x="568071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3" name="Standardized person 920: without endpoint">
            <a:extLst xmlns:a="http://schemas.openxmlformats.org/drawingml/2006/main">
              <a:ext uri="{FF2B5EF4-FFF2-40B4-BE49-F238E27FC236}">
                <a16:creationId xmlns:a16="http://schemas.microsoft.com/office/drawing/2014/main" id="{0A88A3D3-12E5-416A-9283-B1B874485827}"/>
              </a:ext>
            </a:extLst>
          </p:cNvPr>
          <p:cNvSpPr>
            <a:spLocks xmlns:a="http://schemas.openxmlformats.org/drawingml/2006/main" noGrp="1"/>
          </p:cNvSpPr>
          <p:nvPr/>
        </p:nvSpPr>
        <p:spPr>
          <a:xfrm xmlns:a="http://schemas.openxmlformats.org/drawingml/2006/main">
            <a:off x="581215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4" name="Standardized person 921: without endpoint">
            <a:extLst xmlns:a="http://schemas.openxmlformats.org/drawingml/2006/main">
              <a:ext uri="{FF2B5EF4-FFF2-40B4-BE49-F238E27FC236}">
                <a16:creationId xmlns:a16="http://schemas.microsoft.com/office/drawing/2014/main" id="{896141E1-E331-4634-AB70-FC36EF606E3F}"/>
              </a:ext>
            </a:extLst>
          </p:cNvPr>
          <p:cNvSpPr>
            <a:spLocks xmlns:a="http://schemas.openxmlformats.org/drawingml/2006/main" noGrp="1"/>
          </p:cNvSpPr>
          <p:nvPr/>
        </p:nvSpPr>
        <p:spPr>
          <a:xfrm xmlns:a="http://schemas.openxmlformats.org/drawingml/2006/main">
            <a:off x="68580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5" name="Standardized person 922: without endpoint">
            <a:extLst xmlns:a="http://schemas.openxmlformats.org/drawingml/2006/main">
              <a:ext uri="{FF2B5EF4-FFF2-40B4-BE49-F238E27FC236}">
                <a16:creationId xmlns:a16="http://schemas.microsoft.com/office/drawing/2014/main" id="{2D88956B-5EE9-4929-9814-83957D4EB245}"/>
              </a:ext>
            </a:extLst>
          </p:cNvPr>
          <p:cNvSpPr>
            <a:spLocks xmlns:a="http://schemas.openxmlformats.org/drawingml/2006/main" noGrp="1"/>
          </p:cNvSpPr>
          <p:nvPr/>
        </p:nvSpPr>
        <p:spPr>
          <a:xfrm xmlns:a="http://schemas.openxmlformats.org/drawingml/2006/main">
            <a:off x="81724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6" name="Standardized person 923: without endpoint">
            <a:extLst xmlns:a="http://schemas.openxmlformats.org/drawingml/2006/main">
              <a:ext uri="{FF2B5EF4-FFF2-40B4-BE49-F238E27FC236}">
                <a16:creationId xmlns:a16="http://schemas.microsoft.com/office/drawing/2014/main" id="{DEB3F16E-6AF4-4C37-A4AC-12459C3B2FA7}"/>
              </a:ext>
            </a:extLst>
          </p:cNvPr>
          <p:cNvSpPr>
            <a:spLocks xmlns:a="http://schemas.openxmlformats.org/drawingml/2006/main" noGrp="1"/>
          </p:cNvSpPr>
          <p:nvPr/>
        </p:nvSpPr>
        <p:spPr>
          <a:xfrm xmlns:a="http://schemas.openxmlformats.org/drawingml/2006/main">
            <a:off x="94869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7" name="Standardized person 924: without endpoint">
            <a:extLst xmlns:a="http://schemas.openxmlformats.org/drawingml/2006/main">
              <a:ext uri="{FF2B5EF4-FFF2-40B4-BE49-F238E27FC236}">
                <a16:creationId xmlns:a16="http://schemas.microsoft.com/office/drawing/2014/main" id="{EFB599B7-F699-41DB-92FE-20A376BB17B6}"/>
              </a:ext>
            </a:extLst>
          </p:cNvPr>
          <p:cNvSpPr>
            <a:spLocks xmlns:a="http://schemas.openxmlformats.org/drawingml/2006/main" noGrp="1"/>
          </p:cNvSpPr>
          <p:nvPr/>
        </p:nvSpPr>
        <p:spPr>
          <a:xfrm xmlns:a="http://schemas.openxmlformats.org/drawingml/2006/main">
            <a:off x="108013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8" name="Standardized person 925: without endpoint">
            <a:extLst xmlns:a="http://schemas.openxmlformats.org/drawingml/2006/main">
              <a:ext uri="{FF2B5EF4-FFF2-40B4-BE49-F238E27FC236}">
                <a16:creationId xmlns:a16="http://schemas.microsoft.com/office/drawing/2014/main" id="{B150C4FD-D4FC-4687-B2C2-3AD1980AB926}"/>
              </a:ext>
            </a:extLst>
          </p:cNvPr>
          <p:cNvSpPr>
            <a:spLocks xmlns:a="http://schemas.openxmlformats.org/drawingml/2006/main" noGrp="1"/>
          </p:cNvSpPr>
          <p:nvPr/>
        </p:nvSpPr>
        <p:spPr>
          <a:xfrm xmlns:a="http://schemas.openxmlformats.org/drawingml/2006/main">
            <a:off x="121158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29" name="Standardized person 926: without endpoint">
            <a:extLst xmlns:a="http://schemas.openxmlformats.org/drawingml/2006/main">
              <a:ext uri="{FF2B5EF4-FFF2-40B4-BE49-F238E27FC236}">
                <a16:creationId xmlns:a16="http://schemas.microsoft.com/office/drawing/2014/main" id="{D5F4CA7A-18F6-4504-B4EC-4EEDF48C88D7}"/>
              </a:ext>
            </a:extLst>
          </p:cNvPr>
          <p:cNvSpPr>
            <a:spLocks xmlns:a="http://schemas.openxmlformats.org/drawingml/2006/main" noGrp="1"/>
          </p:cNvSpPr>
          <p:nvPr/>
        </p:nvSpPr>
        <p:spPr>
          <a:xfrm xmlns:a="http://schemas.openxmlformats.org/drawingml/2006/main">
            <a:off x="134302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0" name="Standardized person 927: without endpoint">
            <a:extLst xmlns:a="http://schemas.openxmlformats.org/drawingml/2006/main">
              <a:ext uri="{FF2B5EF4-FFF2-40B4-BE49-F238E27FC236}">
                <a16:creationId xmlns:a16="http://schemas.microsoft.com/office/drawing/2014/main" id="{CA06CE51-0DB9-4541-ABEA-DE5881010DB7}"/>
              </a:ext>
            </a:extLst>
          </p:cNvPr>
          <p:cNvSpPr>
            <a:spLocks xmlns:a="http://schemas.openxmlformats.org/drawingml/2006/main" noGrp="1"/>
          </p:cNvSpPr>
          <p:nvPr/>
        </p:nvSpPr>
        <p:spPr>
          <a:xfrm xmlns:a="http://schemas.openxmlformats.org/drawingml/2006/main">
            <a:off x="147447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1" name="Standardized person 928: without endpoint">
            <a:extLst xmlns:a="http://schemas.openxmlformats.org/drawingml/2006/main">
              <a:ext uri="{FF2B5EF4-FFF2-40B4-BE49-F238E27FC236}">
                <a16:creationId xmlns:a16="http://schemas.microsoft.com/office/drawing/2014/main" id="{9AC4DC67-7083-4C09-A627-7733BCEF81BD}"/>
              </a:ext>
            </a:extLst>
          </p:cNvPr>
          <p:cNvSpPr>
            <a:spLocks xmlns:a="http://schemas.openxmlformats.org/drawingml/2006/main" noGrp="1"/>
          </p:cNvSpPr>
          <p:nvPr/>
        </p:nvSpPr>
        <p:spPr>
          <a:xfrm xmlns:a="http://schemas.openxmlformats.org/drawingml/2006/main">
            <a:off x="160591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2" name="Standardized person 929: without endpoint">
            <a:extLst xmlns:a="http://schemas.openxmlformats.org/drawingml/2006/main">
              <a:ext uri="{FF2B5EF4-FFF2-40B4-BE49-F238E27FC236}">
                <a16:creationId xmlns:a16="http://schemas.microsoft.com/office/drawing/2014/main" id="{91BC017F-6ACD-4E70-89CC-0B647C62EB73}"/>
              </a:ext>
            </a:extLst>
          </p:cNvPr>
          <p:cNvSpPr>
            <a:spLocks xmlns:a="http://schemas.openxmlformats.org/drawingml/2006/main" noGrp="1"/>
          </p:cNvSpPr>
          <p:nvPr/>
        </p:nvSpPr>
        <p:spPr>
          <a:xfrm xmlns:a="http://schemas.openxmlformats.org/drawingml/2006/main">
            <a:off x="173736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3" name="Standardized person 930: without endpoint">
            <a:extLst xmlns:a="http://schemas.openxmlformats.org/drawingml/2006/main">
              <a:ext uri="{FF2B5EF4-FFF2-40B4-BE49-F238E27FC236}">
                <a16:creationId xmlns:a16="http://schemas.microsoft.com/office/drawing/2014/main" id="{8EC8D496-44CF-4324-B178-DD71C7D24166}"/>
              </a:ext>
            </a:extLst>
          </p:cNvPr>
          <p:cNvSpPr>
            <a:spLocks xmlns:a="http://schemas.openxmlformats.org/drawingml/2006/main" noGrp="1"/>
          </p:cNvSpPr>
          <p:nvPr/>
        </p:nvSpPr>
        <p:spPr>
          <a:xfrm xmlns:a="http://schemas.openxmlformats.org/drawingml/2006/main">
            <a:off x="186880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4" name="Standardized person 931: without endpoint">
            <a:extLst xmlns:a="http://schemas.openxmlformats.org/drawingml/2006/main">
              <a:ext uri="{FF2B5EF4-FFF2-40B4-BE49-F238E27FC236}">
                <a16:creationId xmlns:a16="http://schemas.microsoft.com/office/drawing/2014/main" id="{7288495F-6A43-4110-A659-6EEA6DB75829}"/>
              </a:ext>
            </a:extLst>
          </p:cNvPr>
          <p:cNvSpPr>
            <a:spLocks xmlns:a="http://schemas.openxmlformats.org/drawingml/2006/main" noGrp="1"/>
          </p:cNvSpPr>
          <p:nvPr/>
        </p:nvSpPr>
        <p:spPr>
          <a:xfrm xmlns:a="http://schemas.openxmlformats.org/drawingml/2006/main">
            <a:off x="200025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5" name="Standardized person 932: without endpoint">
            <a:extLst xmlns:a="http://schemas.openxmlformats.org/drawingml/2006/main">
              <a:ext uri="{FF2B5EF4-FFF2-40B4-BE49-F238E27FC236}">
                <a16:creationId xmlns:a16="http://schemas.microsoft.com/office/drawing/2014/main" id="{8AEE051F-30D3-469D-8F83-B42687E02ECD}"/>
              </a:ext>
            </a:extLst>
          </p:cNvPr>
          <p:cNvSpPr>
            <a:spLocks xmlns:a="http://schemas.openxmlformats.org/drawingml/2006/main" noGrp="1"/>
          </p:cNvSpPr>
          <p:nvPr/>
        </p:nvSpPr>
        <p:spPr>
          <a:xfrm xmlns:a="http://schemas.openxmlformats.org/drawingml/2006/main">
            <a:off x="213169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6" name="Standardized person 933: without endpoint">
            <a:extLst xmlns:a="http://schemas.openxmlformats.org/drawingml/2006/main">
              <a:ext uri="{FF2B5EF4-FFF2-40B4-BE49-F238E27FC236}">
                <a16:creationId xmlns:a16="http://schemas.microsoft.com/office/drawing/2014/main" id="{DBA939A8-885D-4286-ACFC-065A3B18A78D}"/>
              </a:ext>
            </a:extLst>
          </p:cNvPr>
          <p:cNvSpPr>
            <a:spLocks xmlns:a="http://schemas.openxmlformats.org/drawingml/2006/main" noGrp="1"/>
          </p:cNvSpPr>
          <p:nvPr/>
        </p:nvSpPr>
        <p:spPr>
          <a:xfrm xmlns:a="http://schemas.openxmlformats.org/drawingml/2006/main">
            <a:off x="226314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7" name="Standardized person 934: without endpoint">
            <a:extLst xmlns:a="http://schemas.openxmlformats.org/drawingml/2006/main">
              <a:ext uri="{FF2B5EF4-FFF2-40B4-BE49-F238E27FC236}">
                <a16:creationId xmlns:a16="http://schemas.microsoft.com/office/drawing/2014/main" id="{4F1617BF-C709-4B75-82F5-646276B26D38}"/>
              </a:ext>
            </a:extLst>
          </p:cNvPr>
          <p:cNvSpPr>
            <a:spLocks xmlns:a="http://schemas.openxmlformats.org/drawingml/2006/main" noGrp="1"/>
          </p:cNvSpPr>
          <p:nvPr/>
        </p:nvSpPr>
        <p:spPr>
          <a:xfrm xmlns:a="http://schemas.openxmlformats.org/drawingml/2006/main">
            <a:off x="239458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8" name="Standardized person 935: without endpoint">
            <a:extLst xmlns:a="http://schemas.openxmlformats.org/drawingml/2006/main">
              <a:ext uri="{FF2B5EF4-FFF2-40B4-BE49-F238E27FC236}">
                <a16:creationId xmlns:a16="http://schemas.microsoft.com/office/drawing/2014/main" id="{9F939AA9-56B2-417F-A896-35FEF96B53ED}"/>
              </a:ext>
            </a:extLst>
          </p:cNvPr>
          <p:cNvSpPr>
            <a:spLocks xmlns:a="http://schemas.openxmlformats.org/drawingml/2006/main" noGrp="1"/>
          </p:cNvSpPr>
          <p:nvPr/>
        </p:nvSpPr>
        <p:spPr>
          <a:xfrm xmlns:a="http://schemas.openxmlformats.org/drawingml/2006/main">
            <a:off x="252603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39" name="Standardized person 936: without endpoint">
            <a:extLst xmlns:a="http://schemas.openxmlformats.org/drawingml/2006/main">
              <a:ext uri="{FF2B5EF4-FFF2-40B4-BE49-F238E27FC236}">
                <a16:creationId xmlns:a16="http://schemas.microsoft.com/office/drawing/2014/main" id="{6E4B710B-F89A-4E17-9480-026FB225BF0B}"/>
              </a:ext>
            </a:extLst>
          </p:cNvPr>
          <p:cNvSpPr>
            <a:spLocks xmlns:a="http://schemas.openxmlformats.org/drawingml/2006/main" noGrp="1"/>
          </p:cNvSpPr>
          <p:nvPr/>
        </p:nvSpPr>
        <p:spPr>
          <a:xfrm xmlns:a="http://schemas.openxmlformats.org/drawingml/2006/main">
            <a:off x="265747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0" name="Standardized person 937: without endpoint">
            <a:extLst xmlns:a="http://schemas.openxmlformats.org/drawingml/2006/main">
              <a:ext uri="{FF2B5EF4-FFF2-40B4-BE49-F238E27FC236}">
                <a16:creationId xmlns:a16="http://schemas.microsoft.com/office/drawing/2014/main" id="{7566FCB6-EF8A-48A5-8839-ADE164B1017E}"/>
              </a:ext>
            </a:extLst>
          </p:cNvPr>
          <p:cNvSpPr>
            <a:spLocks xmlns:a="http://schemas.openxmlformats.org/drawingml/2006/main" noGrp="1"/>
          </p:cNvSpPr>
          <p:nvPr/>
        </p:nvSpPr>
        <p:spPr>
          <a:xfrm xmlns:a="http://schemas.openxmlformats.org/drawingml/2006/main">
            <a:off x="278892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1" name="Standardized person 938: without endpoint">
            <a:extLst xmlns:a="http://schemas.openxmlformats.org/drawingml/2006/main">
              <a:ext uri="{FF2B5EF4-FFF2-40B4-BE49-F238E27FC236}">
                <a16:creationId xmlns:a16="http://schemas.microsoft.com/office/drawing/2014/main" id="{98624E25-F1EE-4180-AB1D-C46CC34BB7B5}"/>
              </a:ext>
            </a:extLst>
          </p:cNvPr>
          <p:cNvSpPr>
            <a:spLocks xmlns:a="http://schemas.openxmlformats.org/drawingml/2006/main" noGrp="1"/>
          </p:cNvSpPr>
          <p:nvPr/>
        </p:nvSpPr>
        <p:spPr>
          <a:xfrm xmlns:a="http://schemas.openxmlformats.org/drawingml/2006/main">
            <a:off x="292036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2" name="Standardized person 939: without endpoint">
            <a:extLst xmlns:a="http://schemas.openxmlformats.org/drawingml/2006/main">
              <a:ext uri="{FF2B5EF4-FFF2-40B4-BE49-F238E27FC236}">
                <a16:creationId xmlns:a16="http://schemas.microsoft.com/office/drawing/2014/main" id="{0690D880-37C4-4E23-8DB1-0A73D702EE5B}"/>
              </a:ext>
            </a:extLst>
          </p:cNvPr>
          <p:cNvSpPr>
            <a:spLocks xmlns:a="http://schemas.openxmlformats.org/drawingml/2006/main" noGrp="1"/>
          </p:cNvSpPr>
          <p:nvPr/>
        </p:nvSpPr>
        <p:spPr>
          <a:xfrm xmlns:a="http://schemas.openxmlformats.org/drawingml/2006/main">
            <a:off x="305181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3" name="Standardized person 940: without endpoint">
            <a:extLst xmlns:a="http://schemas.openxmlformats.org/drawingml/2006/main">
              <a:ext uri="{FF2B5EF4-FFF2-40B4-BE49-F238E27FC236}">
                <a16:creationId xmlns:a16="http://schemas.microsoft.com/office/drawing/2014/main" id="{5DDFA37C-B112-451E-B6CD-63A30E50407B}"/>
              </a:ext>
            </a:extLst>
          </p:cNvPr>
          <p:cNvSpPr>
            <a:spLocks xmlns:a="http://schemas.openxmlformats.org/drawingml/2006/main" noGrp="1"/>
          </p:cNvSpPr>
          <p:nvPr/>
        </p:nvSpPr>
        <p:spPr>
          <a:xfrm xmlns:a="http://schemas.openxmlformats.org/drawingml/2006/main">
            <a:off x="318325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4" name="Standardized person 941: without endpoint">
            <a:extLst xmlns:a="http://schemas.openxmlformats.org/drawingml/2006/main">
              <a:ext uri="{FF2B5EF4-FFF2-40B4-BE49-F238E27FC236}">
                <a16:creationId xmlns:a16="http://schemas.microsoft.com/office/drawing/2014/main" id="{7F5126F3-FC1F-4127-961F-A138CC778727}"/>
              </a:ext>
            </a:extLst>
          </p:cNvPr>
          <p:cNvSpPr>
            <a:spLocks xmlns:a="http://schemas.openxmlformats.org/drawingml/2006/main" noGrp="1"/>
          </p:cNvSpPr>
          <p:nvPr/>
        </p:nvSpPr>
        <p:spPr>
          <a:xfrm xmlns:a="http://schemas.openxmlformats.org/drawingml/2006/main">
            <a:off x="331470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5" name="Standardized person 942: without endpoint">
            <a:extLst xmlns:a="http://schemas.openxmlformats.org/drawingml/2006/main">
              <a:ext uri="{FF2B5EF4-FFF2-40B4-BE49-F238E27FC236}">
                <a16:creationId xmlns:a16="http://schemas.microsoft.com/office/drawing/2014/main" id="{5165E5C7-B8D7-447B-B926-3C66C4D267C1}"/>
              </a:ext>
            </a:extLst>
          </p:cNvPr>
          <p:cNvSpPr>
            <a:spLocks xmlns:a="http://schemas.openxmlformats.org/drawingml/2006/main" noGrp="1"/>
          </p:cNvSpPr>
          <p:nvPr/>
        </p:nvSpPr>
        <p:spPr>
          <a:xfrm xmlns:a="http://schemas.openxmlformats.org/drawingml/2006/main">
            <a:off x="344614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6" name="Standardized person 943: without endpoint">
            <a:extLst xmlns:a="http://schemas.openxmlformats.org/drawingml/2006/main">
              <a:ext uri="{FF2B5EF4-FFF2-40B4-BE49-F238E27FC236}">
                <a16:creationId xmlns:a16="http://schemas.microsoft.com/office/drawing/2014/main" id="{4256B4D8-C640-4380-BBF9-D768528B1A51}"/>
              </a:ext>
            </a:extLst>
          </p:cNvPr>
          <p:cNvSpPr>
            <a:spLocks xmlns:a="http://schemas.openxmlformats.org/drawingml/2006/main" noGrp="1"/>
          </p:cNvSpPr>
          <p:nvPr/>
        </p:nvSpPr>
        <p:spPr>
          <a:xfrm xmlns:a="http://schemas.openxmlformats.org/drawingml/2006/main">
            <a:off x="357759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7" name="Standardized person 944: without endpoint">
            <a:extLst xmlns:a="http://schemas.openxmlformats.org/drawingml/2006/main">
              <a:ext uri="{FF2B5EF4-FFF2-40B4-BE49-F238E27FC236}">
                <a16:creationId xmlns:a16="http://schemas.microsoft.com/office/drawing/2014/main" id="{97609EDC-E76E-4E1C-AC97-000E5044D637}"/>
              </a:ext>
            </a:extLst>
          </p:cNvPr>
          <p:cNvSpPr>
            <a:spLocks xmlns:a="http://schemas.openxmlformats.org/drawingml/2006/main" noGrp="1"/>
          </p:cNvSpPr>
          <p:nvPr/>
        </p:nvSpPr>
        <p:spPr>
          <a:xfrm xmlns:a="http://schemas.openxmlformats.org/drawingml/2006/main">
            <a:off x="370903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8" name="Standardized person 945: without endpoint">
            <a:extLst xmlns:a="http://schemas.openxmlformats.org/drawingml/2006/main">
              <a:ext uri="{FF2B5EF4-FFF2-40B4-BE49-F238E27FC236}">
                <a16:creationId xmlns:a16="http://schemas.microsoft.com/office/drawing/2014/main" id="{8D22A455-2E47-43B0-8112-92B4D92CF7ED}"/>
              </a:ext>
            </a:extLst>
          </p:cNvPr>
          <p:cNvSpPr>
            <a:spLocks xmlns:a="http://schemas.openxmlformats.org/drawingml/2006/main" noGrp="1"/>
          </p:cNvSpPr>
          <p:nvPr/>
        </p:nvSpPr>
        <p:spPr>
          <a:xfrm xmlns:a="http://schemas.openxmlformats.org/drawingml/2006/main">
            <a:off x="384048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49" name="Standardized person 946: without endpoint">
            <a:extLst xmlns:a="http://schemas.openxmlformats.org/drawingml/2006/main">
              <a:ext uri="{FF2B5EF4-FFF2-40B4-BE49-F238E27FC236}">
                <a16:creationId xmlns:a16="http://schemas.microsoft.com/office/drawing/2014/main" id="{3891C11C-EF0A-4F45-B376-80C92B131555}"/>
              </a:ext>
            </a:extLst>
          </p:cNvPr>
          <p:cNvSpPr>
            <a:spLocks xmlns:a="http://schemas.openxmlformats.org/drawingml/2006/main" noGrp="1"/>
          </p:cNvSpPr>
          <p:nvPr/>
        </p:nvSpPr>
        <p:spPr>
          <a:xfrm xmlns:a="http://schemas.openxmlformats.org/drawingml/2006/main">
            <a:off x="397192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0" name="Standardized person 947: without endpoint">
            <a:extLst xmlns:a="http://schemas.openxmlformats.org/drawingml/2006/main">
              <a:ext uri="{FF2B5EF4-FFF2-40B4-BE49-F238E27FC236}">
                <a16:creationId xmlns:a16="http://schemas.microsoft.com/office/drawing/2014/main" id="{C06E6B85-ED61-4D6A-B1A1-5D33A75AB4EF}"/>
              </a:ext>
            </a:extLst>
          </p:cNvPr>
          <p:cNvSpPr>
            <a:spLocks xmlns:a="http://schemas.openxmlformats.org/drawingml/2006/main" noGrp="1"/>
          </p:cNvSpPr>
          <p:nvPr/>
        </p:nvSpPr>
        <p:spPr>
          <a:xfrm xmlns:a="http://schemas.openxmlformats.org/drawingml/2006/main">
            <a:off x="410337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1" name="Standardized person 948: without endpoint">
            <a:extLst xmlns:a="http://schemas.openxmlformats.org/drawingml/2006/main">
              <a:ext uri="{FF2B5EF4-FFF2-40B4-BE49-F238E27FC236}">
                <a16:creationId xmlns:a16="http://schemas.microsoft.com/office/drawing/2014/main" id="{0B689294-E563-479E-9592-80938853C437}"/>
              </a:ext>
            </a:extLst>
          </p:cNvPr>
          <p:cNvSpPr>
            <a:spLocks xmlns:a="http://schemas.openxmlformats.org/drawingml/2006/main" noGrp="1"/>
          </p:cNvSpPr>
          <p:nvPr/>
        </p:nvSpPr>
        <p:spPr>
          <a:xfrm xmlns:a="http://schemas.openxmlformats.org/drawingml/2006/main">
            <a:off x="423481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2" name="Standardized person 949: without endpoint">
            <a:extLst xmlns:a="http://schemas.openxmlformats.org/drawingml/2006/main">
              <a:ext uri="{FF2B5EF4-FFF2-40B4-BE49-F238E27FC236}">
                <a16:creationId xmlns:a16="http://schemas.microsoft.com/office/drawing/2014/main" id="{C5BF64DA-51DC-4886-8F35-9F9A4721E47D}"/>
              </a:ext>
            </a:extLst>
          </p:cNvPr>
          <p:cNvSpPr>
            <a:spLocks xmlns:a="http://schemas.openxmlformats.org/drawingml/2006/main" noGrp="1"/>
          </p:cNvSpPr>
          <p:nvPr/>
        </p:nvSpPr>
        <p:spPr>
          <a:xfrm xmlns:a="http://schemas.openxmlformats.org/drawingml/2006/main">
            <a:off x="436626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3" name="Standardized person 950: without endpoint">
            <a:extLst xmlns:a="http://schemas.openxmlformats.org/drawingml/2006/main">
              <a:ext uri="{FF2B5EF4-FFF2-40B4-BE49-F238E27FC236}">
                <a16:creationId xmlns:a16="http://schemas.microsoft.com/office/drawing/2014/main" id="{D56D784C-7C38-4D9C-BD56-E5A5703007EA}"/>
              </a:ext>
            </a:extLst>
          </p:cNvPr>
          <p:cNvSpPr>
            <a:spLocks xmlns:a="http://schemas.openxmlformats.org/drawingml/2006/main" noGrp="1"/>
          </p:cNvSpPr>
          <p:nvPr/>
        </p:nvSpPr>
        <p:spPr>
          <a:xfrm xmlns:a="http://schemas.openxmlformats.org/drawingml/2006/main">
            <a:off x="449770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4" name="Standardized person 951: without endpoint">
            <a:extLst xmlns:a="http://schemas.openxmlformats.org/drawingml/2006/main">
              <a:ext uri="{FF2B5EF4-FFF2-40B4-BE49-F238E27FC236}">
                <a16:creationId xmlns:a16="http://schemas.microsoft.com/office/drawing/2014/main" id="{C885953A-7796-4203-8F01-A70ABD4C8640}"/>
              </a:ext>
            </a:extLst>
          </p:cNvPr>
          <p:cNvSpPr>
            <a:spLocks xmlns:a="http://schemas.openxmlformats.org/drawingml/2006/main" noGrp="1"/>
          </p:cNvSpPr>
          <p:nvPr/>
        </p:nvSpPr>
        <p:spPr>
          <a:xfrm xmlns:a="http://schemas.openxmlformats.org/drawingml/2006/main">
            <a:off x="462915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5" name="Standardized person 952: without endpoint">
            <a:extLst xmlns:a="http://schemas.openxmlformats.org/drawingml/2006/main">
              <a:ext uri="{FF2B5EF4-FFF2-40B4-BE49-F238E27FC236}">
                <a16:creationId xmlns:a16="http://schemas.microsoft.com/office/drawing/2014/main" id="{7F4DEA73-1DBD-4BDC-95DD-68A2EAA0586D}"/>
              </a:ext>
            </a:extLst>
          </p:cNvPr>
          <p:cNvSpPr>
            <a:spLocks xmlns:a="http://schemas.openxmlformats.org/drawingml/2006/main" noGrp="1"/>
          </p:cNvSpPr>
          <p:nvPr/>
        </p:nvSpPr>
        <p:spPr>
          <a:xfrm xmlns:a="http://schemas.openxmlformats.org/drawingml/2006/main">
            <a:off x="476059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6" name="Standardized person 953: without endpoint">
            <a:extLst xmlns:a="http://schemas.openxmlformats.org/drawingml/2006/main">
              <a:ext uri="{FF2B5EF4-FFF2-40B4-BE49-F238E27FC236}">
                <a16:creationId xmlns:a16="http://schemas.microsoft.com/office/drawing/2014/main" id="{A6CEFDAF-707C-41D6-9488-A9C32290B758}"/>
              </a:ext>
            </a:extLst>
          </p:cNvPr>
          <p:cNvSpPr>
            <a:spLocks xmlns:a="http://schemas.openxmlformats.org/drawingml/2006/main" noGrp="1"/>
          </p:cNvSpPr>
          <p:nvPr/>
        </p:nvSpPr>
        <p:spPr>
          <a:xfrm xmlns:a="http://schemas.openxmlformats.org/drawingml/2006/main">
            <a:off x="489204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7" name="Standardized person 954: without endpoint">
            <a:extLst xmlns:a="http://schemas.openxmlformats.org/drawingml/2006/main">
              <a:ext uri="{FF2B5EF4-FFF2-40B4-BE49-F238E27FC236}">
                <a16:creationId xmlns:a16="http://schemas.microsoft.com/office/drawing/2014/main" id="{96A2F0F5-525D-4705-B220-8CBAE6E17928}"/>
              </a:ext>
            </a:extLst>
          </p:cNvPr>
          <p:cNvSpPr>
            <a:spLocks xmlns:a="http://schemas.openxmlformats.org/drawingml/2006/main" noGrp="1"/>
          </p:cNvSpPr>
          <p:nvPr/>
        </p:nvSpPr>
        <p:spPr>
          <a:xfrm xmlns:a="http://schemas.openxmlformats.org/drawingml/2006/main">
            <a:off x="502348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8" name="Standardized person 955: without endpoint">
            <a:extLst xmlns:a="http://schemas.openxmlformats.org/drawingml/2006/main">
              <a:ext uri="{FF2B5EF4-FFF2-40B4-BE49-F238E27FC236}">
                <a16:creationId xmlns:a16="http://schemas.microsoft.com/office/drawing/2014/main" id="{E52837A4-52FD-4AE6-AC91-28AEADB566EC}"/>
              </a:ext>
            </a:extLst>
          </p:cNvPr>
          <p:cNvSpPr>
            <a:spLocks xmlns:a="http://schemas.openxmlformats.org/drawingml/2006/main" noGrp="1"/>
          </p:cNvSpPr>
          <p:nvPr/>
        </p:nvSpPr>
        <p:spPr>
          <a:xfrm xmlns:a="http://schemas.openxmlformats.org/drawingml/2006/main">
            <a:off x="515493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59" name="Standardized person 956: without endpoint">
            <a:extLst xmlns:a="http://schemas.openxmlformats.org/drawingml/2006/main">
              <a:ext uri="{FF2B5EF4-FFF2-40B4-BE49-F238E27FC236}">
                <a16:creationId xmlns:a16="http://schemas.microsoft.com/office/drawing/2014/main" id="{49398448-3E8D-4488-9B1F-6665D123E631}"/>
              </a:ext>
            </a:extLst>
          </p:cNvPr>
          <p:cNvSpPr>
            <a:spLocks xmlns:a="http://schemas.openxmlformats.org/drawingml/2006/main" noGrp="1"/>
          </p:cNvSpPr>
          <p:nvPr/>
        </p:nvSpPr>
        <p:spPr>
          <a:xfrm xmlns:a="http://schemas.openxmlformats.org/drawingml/2006/main">
            <a:off x="528637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0" name="Standardized person 957: without endpoint">
            <a:extLst xmlns:a="http://schemas.openxmlformats.org/drawingml/2006/main">
              <a:ext uri="{FF2B5EF4-FFF2-40B4-BE49-F238E27FC236}">
                <a16:creationId xmlns:a16="http://schemas.microsoft.com/office/drawing/2014/main" id="{32A3312F-4707-47CF-B967-C6F72318AE8A}"/>
              </a:ext>
            </a:extLst>
          </p:cNvPr>
          <p:cNvSpPr>
            <a:spLocks xmlns:a="http://schemas.openxmlformats.org/drawingml/2006/main" noGrp="1"/>
          </p:cNvSpPr>
          <p:nvPr/>
        </p:nvSpPr>
        <p:spPr>
          <a:xfrm xmlns:a="http://schemas.openxmlformats.org/drawingml/2006/main">
            <a:off x="541782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1" name="Standardized person 958: without endpoint">
            <a:extLst xmlns:a="http://schemas.openxmlformats.org/drawingml/2006/main">
              <a:ext uri="{FF2B5EF4-FFF2-40B4-BE49-F238E27FC236}">
                <a16:creationId xmlns:a16="http://schemas.microsoft.com/office/drawing/2014/main" id="{DBC56A34-E248-4DD5-BC18-E3A0521F76D0}"/>
              </a:ext>
            </a:extLst>
          </p:cNvPr>
          <p:cNvSpPr>
            <a:spLocks xmlns:a="http://schemas.openxmlformats.org/drawingml/2006/main" noGrp="1"/>
          </p:cNvSpPr>
          <p:nvPr/>
        </p:nvSpPr>
        <p:spPr>
          <a:xfrm xmlns:a="http://schemas.openxmlformats.org/drawingml/2006/main">
            <a:off x="554926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2" name="Standardized person 959: without endpoint">
            <a:extLst xmlns:a="http://schemas.openxmlformats.org/drawingml/2006/main">
              <a:ext uri="{FF2B5EF4-FFF2-40B4-BE49-F238E27FC236}">
                <a16:creationId xmlns:a16="http://schemas.microsoft.com/office/drawing/2014/main" id="{112E1C6E-BEB5-4096-B1F0-2B6B4D6EC685}"/>
              </a:ext>
            </a:extLst>
          </p:cNvPr>
          <p:cNvSpPr>
            <a:spLocks xmlns:a="http://schemas.openxmlformats.org/drawingml/2006/main" noGrp="1"/>
          </p:cNvSpPr>
          <p:nvPr/>
        </p:nvSpPr>
        <p:spPr>
          <a:xfrm xmlns:a="http://schemas.openxmlformats.org/drawingml/2006/main">
            <a:off x="568071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3" name="Standardized person 960: without endpoint">
            <a:extLst xmlns:a="http://schemas.openxmlformats.org/drawingml/2006/main">
              <a:ext uri="{FF2B5EF4-FFF2-40B4-BE49-F238E27FC236}">
                <a16:creationId xmlns:a16="http://schemas.microsoft.com/office/drawing/2014/main" id="{7DB0049F-B66C-4835-99B4-DCED93A91B21}"/>
              </a:ext>
            </a:extLst>
          </p:cNvPr>
          <p:cNvSpPr>
            <a:spLocks xmlns:a="http://schemas.openxmlformats.org/drawingml/2006/main" noGrp="1"/>
          </p:cNvSpPr>
          <p:nvPr/>
        </p:nvSpPr>
        <p:spPr>
          <a:xfrm xmlns:a="http://schemas.openxmlformats.org/drawingml/2006/main">
            <a:off x="581215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4" name="Standardized person 961: without endpoint">
            <a:extLst xmlns:a="http://schemas.openxmlformats.org/drawingml/2006/main">
              <a:ext uri="{FF2B5EF4-FFF2-40B4-BE49-F238E27FC236}">
                <a16:creationId xmlns:a16="http://schemas.microsoft.com/office/drawing/2014/main" id="{F996A2D6-19CC-47D1-9465-9AC71DE5CA99}"/>
              </a:ext>
            </a:extLst>
          </p:cNvPr>
          <p:cNvSpPr>
            <a:spLocks xmlns:a="http://schemas.openxmlformats.org/drawingml/2006/main" noGrp="1"/>
          </p:cNvSpPr>
          <p:nvPr/>
        </p:nvSpPr>
        <p:spPr>
          <a:xfrm xmlns:a="http://schemas.openxmlformats.org/drawingml/2006/main">
            <a:off x="68580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5" name="Standardized person 962: without endpoint">
            <a:extLst xmlns:a="http://schemas.openxmlformats.org/drawingml/2006/main">
              <a:ext uri="{FF2B5EF4-FFF2-40B4-BE49-F238E27FC236}">
                <a16:creationId xmlns:a16="http://schemas.microsoft.com/office/drawing/2014/main" id="{4ED8E3F0-B275-488B-B030-43F36FCD078B}"/>
              </a:ext>
            </a:extLst>
          </p:cNvPr>
          <p:cNvSpPr>
            <a:spLocks xmlns:a="http://schemas.openxmlformats.org/drawingml/2006/main" noGrp="1"/>
          </p:cNvSpPr>
          <p:nvPr/>
        </p:nvSpPr>
        <p:spPr>
          <a:xfrm xmlns:a="http://schemas.openxmlformats.org/drawingml/2006/main">
            <a:off x="81724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6" name="Standardized person 963: without endpoint">
            <a:extLst xmlns:a="http://schemas.openxmlformats.org/drawingml/2006/main">
              <a:ext uri="{FF2B5EF4-FFF2-40B4-BE49-F238E27FC236}">
                <a16:creationId xmlns:a16="http://schemas.microsoft.com/office/drawing/2014/main" id="{9A404A2D-CE14-43A5-9769-2CDFBA0376AC}"/>
              </a:ext>
            </a:extLst>
          </p:cNvPr>
          <p:cNvSpPr>
            <a:spLocks xmlns:a="http://schemas.openxmlformats.org/drawingml/2006/main" noGrp="1"/>
          </p:cNvSpPr>
          <p:nvPr/>
        </p:nvSpPr>
        <p:spPr>
          <a:xfrm xmlns:a="http://schemas.openxmlformats.org/drawingml/2006/main">
            <a:off x="94869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7" name="Standardized person 964: without endpoint">
            <a:extLst xmlns:a="http://schemas.openxmlformats.org/drawingml/2006/main">
              <a:ext uri="{FF2B5EF4-FFF2-40B4-BE49-F238E27FC236}">
                <a16:creationId xmlns:a16="http://schemas.microsoft.com/office/drawing/2014/main" id="{BBE2E128-C553-4F22-9EDC-DDBA315EF6C0}"/>
              </a:ext>
            </a:extLst>
          </p:cNvPr>
          <p:cNvSpPr>
            <a:spLocks xmlns:a="http://schemas.openxmlformats.org/drawingml/2006/main" noGrp="1"/>
          </p:cNvSpPr>
          <p:nvPr/>
        </p:nvSpPr>
        <p:spPr>
          <a:xfrm xmlns:a="http://schemas.openxmlformats.org/drawingml/2006/main">
            <a:off x="108013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8" name="Standardized person 965: without endpoint">
            <a:extLst xmlns:a="http://schemas.openxmlformats.org/drawingml/2006/main">
              <a:ext uri="{FF2B5EF4-FFF2-40B4-BE49-F238E27FC236}">
                <a16:creationId xmlns:a16="http://schemas.microsoft.com/office/drawing/2014/main" id="{927A8351-CCB3-4CBD-8054-63BBA00CC91C}"/>
              </a:ext>
            </a:extLst>
          </p:cNvPr>
          <p:cNvSpPr>
            <a:spLocks xmlns:a="http://schemas.openxmlformats.org/drawingml/2006/main" noGrp="1"/>
          </p:cNvSpPr>
          <p:nvPr/>
        </p:nvSpPr>
        <p:spPr>
          <a:xfrm xmlns:a="http://schemas.openxmlformats.org/drawingml/2006/main">
            <a:off x="121158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69" name="Standardized person 966: without endpoint">
            <a:extLst xmlns:a="http://schemas.openxmlformats.org/drawingml/2006/main">
              <a:ext uri="{FF2B5EF4-FFF2-40B4-BE49-F238E27FC236}">
                <a16:creationId xmlns:a16="http://schemas.microsoft.com/office/drawing/2014/main" id="{9D5BE09B-6668-4769-B0C3-261E21976C49}"/>
              </a:ext>
            </a:extLst>
          </p:cNvPr>
          <p:cNvSpPr>
            <a:spLocks xmlns:a="http://schemas.openxmlformats.org/drawingml/2006/main" noGrp="1"/>
          </p:cNvSpPr>
          <p:nvPr/>
        </p:nvSpPr>
        <p:spPr>
          <a:xfrm xmlns:a="http://schemas.openxmlformats.org/drawingml/2006/main">
            <a:off x="134302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0" name="Standardized person 967: without endpoint">
            <a:extLst xmlns:a="http://schemas.openxmlformats.org/drawingml/2006/main">
              <a:ext uri="{FF2B5EF4-FFF2-40B4-BE49-F238E27FC236}">
                <a16:creationId xmlns:a16="http://schemas.microsoft.com/office/drawing/2014/main" id="{E5773AF0-F900-4226-911A-C5B59AB79E25}"/>
              </a:ext>
            </a:extLst>
          </p:cNvPr>
          <p:cNvSpPr>
            <a:spLocks xmlns:a="http://schemas.openxmlformats.org/drawingml/2006/main" noGrp="1"/>
          </p:cNvSpPr>
          <p:nvPr/>
        </p:nvSpPr>
        <p:spPr>
          <a:xfrm xmlns:a="http://schemas.openxmlformats.org/drawingml/2006/main">
            <a:off x="147447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1" name="Standardized person 968: without endpoint">
            <a:extLst xmlns:a="http://schemas.openxmlformats.org/drawingml/2006/main">
              <a:ext uri="{FF2B5EF4-FFF2-40B4-BE49-F238E27FC236}">
                <a16:creationId xmlns:a16="http://schemas.microsoft.com/office/drawing/2014/main" id="{2C6DB52F-A577-418A-A146-AEB2951B4A14}"/>
              </a:ext>
            </a:extLst>
          </p:cNvPr>
          <p:cNvSpPr>
            <a:spLocks xmlns:a="http://schemas.openxmlformats.org/drawingml/2006/main" noGrp="1"/>
          </p:cNvSpPr>
          <p:nvPr/>
        </p:nvSpPr>
        <p:spPr>
          <a:xfrm xmlns:a="http://schemas.openxmlformats.org/drawingml/2006/main">
            <a:off x="160591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2" name="Standardized person 969: without endpoint">
            <a:extLst xmlns:a="http://schemas.openxmlformats.org/drawingml/2006/main">
              <a:ext uri="{FF2B5EF4-FFF2-40B4-BE49-F238E27FC236}">
                <a16:creationId xmlns:a16="http://schemas.microsoft.com/office/drawing/2014/main" id="{F70D9AD3-92CA-4DF2-8A5A-9EC35A88320D}"/>
              </a:ext>
            </a:extLst>
          </p:cNvPr>
          <p:cNvSpPr>
            <a:spLocks xmlns:a="http://schemas.openxmlformats.org/drawingml/2006/main" noGrp="1"/>
          </p:cNvSpPr>
          <p:nvPr/>
        </p:nvSpPr>
        <p:spPr>
          <a:xfrm xmlns:a="http://schemas.openxmlformats.org/drawingml/2006/main">
            <a:off x="173736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3" name="Standardized person 970: without endpoint">
            <a:extLst xmlns:a="http://schemas.openxmlformats.org/drawingml/2006/main">
              <a:ext uri="{FF2B5EF4-FFF2-40B4-BE49-F238E27FC236}">
                <a16:creationId xmlns:a16="http://schemas.microsoft.com/office/drawing/2014/main" id="{5710551C-6625-4E6E-8623-BA613C4E2B76}"/>
              </a:ext>
            </a:extLst>
          </p:cNvPr>
          <p:cNvSpPr>
            <a:spLocks xmlns:a="http://schemas.openxmlformats.org/drawingml/2006/main" noGrp="1"/>
          </p:cNvSpPr>
          <p:nvPr/>
        </p:nvSpPr>
        <p:spPr>
          <a:xfrm xmlns:a="http://schemas.openxmlformats.org/drawingml/2006/main">
            <a:off x="186880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4" name="Standardized person 971: without endpoint">
            <a:extLst xmlns:a="http://schemas.openxmlformats.org/drawingml/2006/main">
              <a:ext uri="{FF2B5EF4-FFF2-40B4-BE49-F238E27FC236}">
                <a16:creationId xmlns:a16="http://schemas.microsoft.com/office/drawing/2014/main" id="{83717B48-A967-4C36-896F-C451EA4D670F}"/>
              </a:ext>
            </a:extLst>
          </p:cNvPr>
          <p:cNvSpPr>
            <a:spLocks xmlns:a="http://schemas.openxmlformats.org/drawingml/2006/main" noGrp="1"/>
          </p:cNvSpPr>
          <p:nvPr/>
        </p:nvSpPr>
        <p:spPr>
          <a:xfrm xmlns:a="http://schemas.openxmlformats.org/drawingml/2006/main">
            <a:off x="200025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5" name="Standardized person 972: without endpoint">
            <a:extLst xmlns:a="http://schemas.openxmlformats.org/drawingml/2006/main">
              <a:ext uri="{FF2B5EF4-FFF2-40B4-BE49-F238E27FC236}">
                <a16:creationId xmlns:a16="http://schemas.microsoft.com/office/drawing/2014/main" id="{81FFE90C-90EF-47F2-A615-E19179B340F2}"/>
              </a:ext>
            </a:extLst>
          </p:cNvPr>
          <p:cNvSpPr>
            <a:spLocks xmlns:a="http://schemas.openxmlformats.org/drawingml/2006/main" noGrp="1"/>
          </p:cNvSpPr>
          <p:nvPr/>
        </p:nvSpPr>
        <p:spPr>
          <a:xfrm xmlns:a="http://schemas.openxmlformats.org/drawingml/2006/main">
            <a:off x="213169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6" name="Standardized person 973: without endpoint">
            <a:extLst xmlns:a="http://schemas.openxmlformats.org/drawingml/2006/main">
              <a:ext uri="{FF2B5EF4-FFF2-40B4-BE49-F238E27FC236}">
                <a16:creationId xmlns:a16="http://schemas.microsoft.com/office/drawing/2014/main" id="{420D25B5-3995-4074-802D-5D75BDDA6994}"/>
              </a:ext>
            </a:extLst>
          </p:cNvPr>
          <p:cNvSpPr>
            <a:spLocks xmlns:a="http://schemas.openxmlformats.org/drawingml/2006/main" noGrp="1"/>
          </p:cNvSpPr>
          <p:nvPr/>
        </p:nvSpPr>
        <p:spPr>
          <a:xfrm xmlns:a="http://schemas.openxmlformats.org/drawingml/2006/main">
            <a:off x="226314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7" name="Standardized person 974: without endpoint">
            <a:extLst xmlns:a="http://schemas.openxmlformats.org/drawingml/2006/main">
              <a:ext uri="{FF2B5EF4-FFF2-40B4-BE49-F238E27FC236}">
                <a16:creationId xmlns:a16="http://schemas.microsoft.com/office/drawing/2014/main" id="{930A9D37-F9E0-4D54-B367-3C71BAEEE320}"/>
              </a:ext>
            </a:extLst>
          </p:cNvPr>
          <p:cNvSpPr>
            <a:spLocks xmlns:a="http://schemas.openxmlformats.org/drawingml/2006/main" noGrp="1"/>
          </p:cNvSpPr>
          <p:nvPr/>
        </p:nvSpPr>
        <p:spPr>
          <a:xfrm xmlns:a="http://schemas.openxmlformats.org/drawingml/2006/main">
            <a:off x="239458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8" name="Standardized person 975: without endpoint">
            <a:extLst xmlns:a="http://schemas.openxmlformats.org/drawingml/2006/main">
              <a:ext uri="{FF2B5EF4-FFF2-40B4-BE49-F238E27FC236}">
                <a16:creationId xmlns:a16="http://schemas.microsoft.com/office/drawing/2014/main" id="{31A0B03B-C784-4B28-AF69-280F2A37885F}"/>
              </a:ext>
            </a:extLst>
          </p:cNvPr>
          <p:cNvSpPr>
            <a:spLocks xmlns:a="http://schemas.openxmlformats.org/drawingml/2006/main" noGrp="1"/>
          </p:cNvSpPr>
          <p:nvPr/>
        </p:nvSpPr>
        <p:spPr>
          <a:xfrm xmlns:a="http://schemas.openxmlformats.org/drawingml/2006/main">
            <a:off x="252603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79" name="Standardized person 976: without endpoint">
            <a:extLst xmlns:a="http://schemas.openxmlformats.org/drawingml/2006/main">
              <a:ext uri="{FF2B5EF4-FFF2-40B4-BE49-F238E27FC236}">
                <a16:creationId xmlns:a16="http://schemas.microsoft.com/office/drawing/2014/main" id="{BFABDBAF-B06D-4EE2-A00E-916D704F7956}"/>
              </a:ext>
            </a:extLst>
          </p:cNvPr>
          <p:cNvSpPr>
            <a:spLocks xmlns:a="http://schemas.openxmlformats.org/drawingml/2006/main" noGrp="1"/>
          </p:cNvSpPr>
          <p:nvPr/>
        </p:nvSpPr>
        <p:spPr>
          <a:xfrm xmlns:a="http://schemas.openxmlformats.org/drawingml/2006/main">
            <a:off x="265747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0" name="Standardized person 977: without endpoint">
            <a:extLst xmlns:a="http://schemas.openxmlformats.org/drawingml/2006/main">
              <a:ext uri="{FF2B5EF4-FFF2-40B4-BE49-F238E27FC236}">
                <a16:creationId xmlns:a16="http://schemas.microsoft.com/office/drawing/2014/main" id="{B1B7A070-6168-4D71-87A3-01BE429FCBB5}"/>
              </a:ext>
            </a:extLst>
          </p:cNvPr>
          <p:cNvSpPr>
            <a:spLocks xmlns:a="http://schemas.openxmlformats.org/drawingml/2006/main" noGrp="1"/>
          </p:cNvSpPr>
          <p:nvPr/>
        </p:nvSpPr>
        <p:spPr>
          <a:xfrm xmlns:a="http://schemas.openxmlformats.org/drawingml/2006/main">
            <a:off x="278892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1" name="Standardized person 978: without endpoint">
            <a:extLst xmlns:a="http://schemas.openxmlformats.org/drawingml/2006/main">
              <a:ext uri="{FF2B5EF4-FFF2-40B4-BE49-F238E27FC236}">
                <a16:creationId xmlns:a16="http://schemas.microsoft.com/office/drawing/2014/main" id="{52436FE8-AC74-4FA8-96AB-10B7FDDF64A3}"/>
              </a:ext>
            </a:extLst>
          </p:cNvPr>
          <p:cNvSpPr>
            <a:spLocks xmlns:a="http://schemas.openxmlformats.org/drawingml/2006/main" noGrp="1"/>
          </p:cNvSpPr>
          <p:nvPr/>
        </p:nvSpPr>
        <p:spPr>
          <a:xfrm xmlns:a="http://schemas.openxmlformats.org/drawingml/2006/main">
            <a:off x="292036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2" name="Standardized person 979: without endpoint">
            <a:extLst xmlns:a="http://schemas.openxmlformats.org/drawingml/2006/main">
              <a:ext uri="{FF2B5EF4-FFF2-40B4-BE49-F238E27FC236}">
                <a16:creationId xmlns:a16="http://schemas.microsoft.com/office/drawing/2014/main" id="{8D2FC849-CC7F-4BA8-9F32-0A4E7EB54CFD}"/>
              </a:ext>
            </a:extLst>
          </p:cNvPr>
          <p:cNvSpPr>
            <a:spLocks xmlns:a="http://schemas.openxmlformats.org/drawingml/2006/main" noGrp="1"/>
          </p:cNvSpPr>
          <p:nvPr/>
        </p:nvSpPr>
        <p:spPr>
          <a:xfrm xmlns:a="http://schemas.openxmlformats.org/drawingml/2006/main">
            <a:off x="305181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3" name="Standardized person 980: without endpoint">
            <a:extLst xmlns:a="http://schemas.openxmlformats.org/drawingml/2006/main">
              <a:ext uri="{FF2B5EF4-FFF2-40B4-BE49-F238E27FC236}">
                <a16:creationId xmlns:a16="http://schemas.microsoft.com/office/drawing/2014/main" id="{2989C276-AC42-49F6-95F6-9A5D82DA02C8}"/>
              </a:ext>
            </a:extLst>
          </p:cNvPr>
          <p:cNvSpPr>
            <a:spLocks xmlns:a="http://schemas.openxmlformats.org/drawingml/2006/main" noGrp="1"/>
          </p:cNvSpPr>
          <p:nvPr/>
        </p:nvSpPr>
        <p:spPr>
          <a:xfrm xmlns:a="http://schemas.openxmlformats.org/drawingml/2006/main">
            <a:off x="318325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4" name="Standardized person 981: without endpoint">
            <a:extLst xmlns:a="http://schemas.openxmlformats.org/drawingml/2006/main">
              <a:ext uri="{FF2B5EF4-FFF2-40B4-BE49-F238E27FC236}">
                <a16:creationId xmlns:a16="http://schemas.microsoft.com/office/drawing/2014/main" id="{F30C0FB1-6A14-461F-88AC-B29CAC87E6DC}"/>
              </a:ext>
            </a:extLst>
          </p:cNvPr>
          <p:cNvSpPr>
            <a:spLocks xmlns:a="http://schemas.openxmlformats.org/drawingml/2006/main" noGrp="1"/>
          </p:cNvSpPr>
          <p:nvPr/>
        </p:nvSpPr>
        <p:spPr>
          <a:xfrm xmlns:a="http://schemas.openxmlformats.org/drawingml/2006/main">
            <a:off x="331470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5" name="Standardized person 982: without endpoint">
            <a:extLst xmlns:a="http://schemas.openxmlformats.org/drawingml/2006/main">
              <a:ext uri="{FF2B5EF4-FFF2-40B4-BE49-F238E27FC236}">
                <a16:creationId xmlns:a16="http://schemas.microsoft.com/office/drawing/2014/main" id="{8DF9D2FF-5398-4E2C-B954-0096844AD4BB}"/>
              </a:ext>
            </a:extLst>
          </p:cNvPr>
          <p:cNvSpPr>
            <a:spLocks xmlns:a="http://schemas.openxmlformats.org/drawingml/2006/main" noGrp="1"/>
          </p:cNvSpPr>
          <p:nvPr/>
        </p:nvSpPr>
        <p:spPr>
          <a:xfrm xmlns:a="http://schemas.openxmlformats.org/drawingml/2006/main">
            <a:off x="344614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6" name="Standardized person 983: without endpoint">
            <a:extLst xmlns:a="http://schemas.openxmlformats.org/drawingml/2006/main">
              <a:ext uri="{FF2B5EF4-FFF2-40B4-BE49-F238E27FC236}">
                <a16:creationId xmlns:a16="http://schemas.microsoft.com/office/drawing/2014/main" id="{7F94E710-DB70-4807-B6D3-22342C68342B}"/>
              </a:ext>
            </a:extLst>
          </p:cNvPr>
          <p:cNvSpPr>
            <a:spLocks xmlns:a="http://schemas.openxmlformats.org/drawingml/2006/main" noGrp="1"/>
          </p:cNvSpPr>
          <p:nvPr/>
        </p:nvSpPr>
        <p:spPr>
          <a:xfrm xmlns:a="http://schemas.openxmlformats.org/drawingml/2006/main">
            <a:off x="357759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7" name="Standardized person 984: without endpoint">
            <a:extLst xmlns:a="http://schemas.openxmlformats.org/drawingml/2006/main">
              <a:ext uri="{FF2B5EF4-FFF2-40B4-BE49-F238E27FC236}">
                <a16:creationId xmlns:a16="http://schemas.microsoft.com/office/drawing/2014/main" id="{B05B9E20-4921-45D3-A2ED-E4830DDD7469}"/>
              </a:ext>
            </a:extLst>
          </p:cNvPr>
          <p:cNvSpPr>
            <a:spLocks xmlns:a="http://schemas.openxmlformats.org/drawingml/2006/main" noGrp="1"/>
          </p:cNvSpPr>
          <p:nvPr/>
        </p:nvSpPr>
        <p:spPr>
          <a:xfrm xmlns:a="http://schemas.openxmlformats.org/drawingml/2006/main">
            <a:off x="370903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8" name="Standardized person 985: without endpoint">
            <a:extLst xmlns:a="http://schemas.openxmlformats.org/drawingml/2006/main">
              <a:ext uri="{FF2B5EF4-FFF2-40B4-BE49-F238E27FC236}">
                <a16:creationId xmlns:a16="http://schemas.microsoft.com/office/drawing/2014/main" id="{995AAA3E-3104-4FB3-BC1C-0DB508F66044}"/>
              </a:ext>
            </a:extLst>
          </p:cNvPr>
          <p:cNvSpPr>
            <a:spLocks xmlns:a="http://schemas.openxmlformats.org/drawingml/2006/main" noGrp="1"/>
          </p:cNvSpPr>
          <p:nvPr/>
        </p:nvSpPr>
        <p:spPr>
          <a:xfrm xmlns:a="http://schemas.openxmlformats.org/drawingml/2006/main">
            <a:off x="384048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89" name="Standardized person 986: without endpoint">
            <a:extLst xmlns:a="http://schemas.openxmlformats.org/drawingml/2006/main">
              <a:ext uri="{FF2B5EF4-FFF2-40B4-BE49-F238E27FC236}">
                <a16:creationId xmlns:a16="http://schemas.microsoft.com/office/drawing/2014/main" id="{82B43DBE-48B1-46A3-B63C-7A3AE7C4A836}"/>
              </a:ext>
            </a:extLst>
          </p:cNvPr>
          <p:cNvSpPr>
            <a:spLocks xmlns:a="http://schemas.openxmlformats.org/drawingml/2006/main" noGrp="1"/>
          </p:cNvSpPr>
          <p:nvPr/>
        </p:nvSpPr>
        <p:spPr>
          <a:xfrm xmlns:a="http://schemas.openxmlformats.org/drawingml/2006/main">
            <a:off x="397192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0" name="Standardized person 987: without endpoint">
            <a:extLst xmlns:a="http://schemas.openxmlformats.org/drawingml/2006/main">
              <a:ext uri="{FF2B5EF4-FFF2-40B4-BE49-F238E27FC236}">
                <a16:creationId xmlns:a16="http://schemas.microsoft.com/office/drawing/2014/main" id="{B04189CB-BA6E-4522-904E-0BC690653ED0}"/>
              </a:ext>
            </a:extLst>
          </p:cNvPr>
          <p:cNvSpPr>
            <a:spLocks xmlns:a="http://schemas.openxmlformats.org/drawingml/2006/main" noGrp="1"/>
          </p:cNvSpPr>
          <p:nvPr/>
        </p:nvSpPr>
        <p:spPr>
          <a:xfrm xmlns:a="http://schemas.openxmlformats.org/drawingml/2006/main">
            <a:off x="410337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1" name="Standardized person 988: without endpoint">
            <a:extLst xmlns:a="http://schemas.openxmlformats.org/drawingml/2006/main">
              <a:ext uri="{FF2B5EF4-FFF2-40B4-BE49-F238E27FC236}">
                <a16:creationId xmlns:a16="http://schemas.microsoft.com/office/drawing/2014/main" id="{0E07B0B3-C9EA-4157-8E23-26B387ED68FD}"/>
              </a:ext>
            </a:extLst>
          </p:cNvPr>
          <p:cNvSpPr>
            <a:spLocks xmlns:a="http://schemas.openxmlformats.org/drawingml/2006/main" noGrp="1"/>
          </p:cNvSpPr>
          <p:nvPr/>
        </p:nvSpPr>
        <p:spPr>
          <a:xfrm xmlns:a="http://schemas.openxmlformats.org/drawingml/2006/main">
            <a:off x="423481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2" name="Standardized person 989: without endpoint">
            <a:extLst xmlns:a="http://schemas.openxmlformats.org/drawingml/2006/main">
              <a:ext uri="{FF2B5EF4-FFF2-40B4-BE49-F238E27FC236}">
                <a16:creationId xmlns:a16="http://schemas.microsoft.com/office/drawing/2014/main" id="{F16EFAA4-C125-4034-99F7-408F48C54E24}"/>
              </a:ext>
            </a:extLst>
          </p:cNvPr>
          <p:cNvSpPr>
            <a:spLocks xmlns:a="http://schemas.openxmlformats.org/drawingml/2006/main" noGrp="1"/>
          </p:cNvSpPr>
          <p:nvPr/>
        </p:nvSpPr>
        <p:spPr>
          <a:xfrm xmlns:a="http://schemas.openxmlformats.org/drawingml/2006/main">
            <a:off x="436626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3" name="Standardized person 990: without endpoint">
            <a:extLst xmlns:a="http://schemas.openxmlformats.org/drawingml/2006/main">
              <a:ext uri="{FF2B5EF4-FFF2-40B4-BE49-F238E27FC236}">
                <a16:creationId xmlns:a16="http://schemas.microsoft.com/office/drawing/2014/main" id="{E99CC212-D27C-412F-A861-819515665DEF}"/>
              </a:ext>
            </a:extLst>
          </p:cNvPr>
          <p:cNvSpPr>
            <a:spLocks xmlns:a="http://schemas.openxmlformats.org/drawingml/2006/main" noGrp="1"/>
          </p:cNvSpPr>
          <p:nvPr/>
        </p:nvSpPr>
        <p:spPr>
          <a:xfrm xmlns:a="http://schemas.openxmlformats.org/drawingml/2006/main">
            <a:off x="449770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4" name="Standardized person 991: without endpoint">
            <a:extLst xmlns:a="http://schemas.openxmlformats.org/drawingml/2006/main">
              <a:ext uri="{FF2B5EF4-FFF2-40B4-BE49-F238E27FC236}">
                <a16:creationId xmlns:a16="http://schemas.microsoft.com/office/drawing/2014/main" id="{6A1B223D-11D7-4F88-81E3-0B4C75D3B036}"/>
              </a:ext>
            </a:extLst>
          </p:cNvPr>
          <p:cNvSpPr>
            <a:spLocks xmlns:a="http://schemas.openxmlformats.org/drawingml/2006/main" noGrp="1"/>
          </p:cNvSpPr>
          <p:nvPr/>
        </p:nvSpPr>
        <p:spPr>
          <a:xfrm xmlns:a="http://schemas.openxmlformats.org/drawingml/2006/main">
            <a:off x="462915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5" name="Standardized person 992: without endpoint">
            <a:extLst xmlns:a="http://schemas.openxmlformats.org/drawingml/2006/main">
              <a:ext uri="{FF2B5EF4-FFF2-40B4-BE49-F238E27FC236}">
                <a16:creationId xmlns:a16="http://schemas.microsoft.com/office/drawing/2014/main" id="{A580418B-CB0F-4030-9189-934E482BB087}"/>
              </a:ext>
            </a:extLst>
          </p:cNvPr>
          <p:cNvSpPr>
            <a:spLocks xmlns:a="http://schemas.openxmlformats.org/drawingml/2006/main" noGrp="1"/>
          </p:cNvSpPr>
          <p:nvPr/>
        </p:nvSpPr>
        <p:spPr>
          <a:xfrm xmlns:a="http://schemas.openxmlformats.org/drawingml/2006/main">
            <a:off x="476059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6" name="Standardized person 993: without endpoint">
            <a:extLst xmlns:a="http://schemas.openxmlformats.org/drawingml/2006/main">
              <a:ext uri="{FF2B5EF4-FFF2-40B4-BE49-F238E27FC236}">
                <a16:creationId xmlns:a16="http://schemas.microsoft.com/office/drawing/2014/main" id="{83FD82A7-F4C0-4CAD-B03C-01CBE8CC5D59}"/>
              </a:ext>
            </a:extLst>
          </p:cNvPr>
          <p:cNvSpPr>
            <a:spLocks xmlns:a="http://schemas.openxmlformats.org/drawingml/2006/main" noGrp="1"/>
          </p:cNvSpPr>
          <p:nvPr/>
        </p:nvSpPr>
        <p:spPr>
          <a:xfrm xmlns:a="http://schemas.openxmlformats.org/drawingml/2006/main">
            <a:off x="489204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7" name="Standardized person 994: without endpoint">
            <a:extLst xmlns:a="http://schemas.openxmlformats.org/drawingml/2006/main">
              <a:ext uri="{FF2B5EF4-FFF2-40B4-BE49-F238E27FC236}">
                <a16:creationId xmlns:a16="http://schemas.microsoft.com/office/drawing/2014/main" id="{A6F81523-5405-446C-A86D-92E92FF05343}"/>
              </a:ext>
            </a:extLst>
          </p:cNvPr>
          <p:cNvSpPr>
            <a:spLocks xmlns:a="http://schemas.openxmlformats.org/drawingml/2006/main" noGrp="1"/>
          </p:cNvSpPr>
          <p:nvPr/>
        </p:nvSpPr>
        <p:spPr>
          <a:xfrm xmlns:a="http://schemas.openxmlformats.org/drawingml/2006/main">
            <a:off x="502348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8" name="Standardized person 995: without endpoint">
            <a:extLst xmlns:a="http://schemas.openxmlformats.org/drawingml/2006/main">
              <a:ext uri="{FF2B5EF4-FFF2-40B4-BE49-F238E27FC236}">
                <a16:creationId xmlns:a16="http://schemas.microsoft.com/office/drawing/2014/main" id="{10DE3DB0-FB06-4468-8BE1-89CCC77B8D6B}"/>
              </a:ext>
            </a:extLst>
          </p:cNvPr>
          <p:cNvSpPr>
            <a:spLocks xmlns:a="http://schemas.openxmlformats.org/drawingml/2006/main" noGrp="1"/>
          </p:cNvSpPr>
          <p:nvPr/>
        </p:nvSpPr>
        <p:spPr>
          <a:xfrm xmlns:a="http://schemas.openxmlformats.org/drawingml/2006/main">
            <a:off x="515493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999" name="Standardized person 996: without endpoint">
            <a:extLst xmlns:a="http://schemas.openxmlformats.org/drawingml/2006/main">
              <a:ext uri="{FF2B5EF4-FFF2-40B4-BE49-F238E27FC236}">
                <a16:creationId xmlns:a16="http://schemas.microsoft.com/office/drawing/2014/main" id="{5C6B14BD-CD46-4117-8210-7BF88B292E49}"/>
              </a:ext>
            </a:extLst>
          </p:cNvPr>
          <p:cNvSpPr>
            <a:spLocks xmlns:a="http://schemas.openxmlformats.org/drawingml/2006/main" noGrp="1"/>
          </p:cNvSpPr>
          <p:nvPr/>
        </p:nvSpPr>
        <p:spPr>
          <a:xfrm xmlns:a="http://schemas.openxmlformats.org/drawingml/2006/main">
            <a:off x="528637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000" name="Standardized person 997: without endpoint">
            <a:extLst xmlns:a="http://schemas.openxmlformats.org/drawingml/2006/main">
              <a:ext uri="{FF2B5EF4-FFF2-40B4-BE49-F238E27FC236}">
                <a16:creationId xmlns:a16="http://schemas.microsoft.com/office/drawing/2014/main" id="{15DEFCFF-AF51-46DB-9091-DA990E4D115C}"/>
              </a:ext>
            </a:extLst>
          </p:cNvPr>
          <p:cNvSpPr>
            <a:spLocks xmlns:a="http://schemas.openxmlformats.org/drawingml/2006/main" noGrp="1"/>
          </p:cNvSpPr>
          <p:nvPr/>
        </p:nvSpPr>
        <p:spPr>
          <a:xfrm xmlns:a="http://schemas.openxmlformats.org/drawingml/2006/main">
            <a:off x="541782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001" name="Standardized person 998: without endpoint">
            <a:extLst xmlns:a="http://schemas.openxmlformats.org/drawingml/2006/main">
              <a:ext uri="{FF2B5EF4-FFF2-40B4-BE49-F238E27FC236}">
                <a16:creationId xmlns:a16="http://schemas.microsoft.com/office/drawing/2014/main" id="{BDB675AB-4762-4EA0-8A44-106159B032D7}"/>
              </a:ext>
            </a:extLst>
          </p:cNvPr>
          <p:cNvSpPr>
            <a:spLocks xmlns:a="http://schemas.openxmlformats.org/drawingml/2006/main" noGrp="1"/>
          </p:cNvSpPr>
          <p:nvPr/>
        </p:nvSpPr>
        <p:spPr>
          <a:xfrm xmlns:a="http://schemas.openxmlformats.org/drawingml/2006/main">
            <a:off x="554926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002" name="Standardized person 999: without endpoint">
            <a:extLst xmlns:a="http://schemas.openxmlformats.org/drawingml/2006/main">
              <a:ext uri="{FF2B5EF4-FFF2-40B4-BE49-F238E27FC236}">
                <a16:creationId xmlns:a16="http://schemas.microsoft.com/office/drawing/2014/main" id="{A175533E-608A-490E-ADC5-FAB97694A5A1}"/>
              </a:ext>
            </a:extLst>
          </p:cNvPr>
          <p:cNvSpPr>
            <a:spLocks xmlns:a="http://schemas.openxmlformats.org/drawingml/2006/main" noGrp="1"/>
          </p:cNvSpPr>
          <p:nvPr/>
        </p:nvSpPr>
        <p:spPr>
          <a:xfrm xmlns:a="http://schemas.openxmlformats.org/drawingml/2006/main">
            <a:off x="568071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003" name="Standardized person 1000: without endpoint">
            <a:extLst xmlns:a="http://schemas.openxmlformats.org/drawingml/2006/main">
              <a:ext uri="{FF2B5EF4-FFF2-40B4-BE49-F238E27FC236}">
                <a16:creationId xmlns:a16="http://schemas.microsoft.com/office/drawing/2014/main" id="{DE63D172-171B-4C40-9791-2FEA0498AB0D}"/>
              </a:ext>
            </a:extLst>
          </p:cNvPr>
          <p:cNvSpPr>
            <a:spLocks xmlns:a="http://schemas.openxmlformats.org/drawingml/2006/main" noGrp="1"/>
          </p:cNvSpPr>
          <p:nvPr/>
        </p:nvSpPr>
        <p:spPr>
          <a:xfrm xmlns:a="http://schemas.openxmlformats.org/drawingml/2006/main">
            <a:off x="581215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004" name="">
            <a:extLst xmlns:a="http://schemas.openxmlformats.org/drawingml/2006/main">
              <a:ext uri="{FF2B5EF4-FFF2-40B4-BE49-F238E27FC236}">
                <a16:creationId xmlns:a16="http://schemas.microsoft.com/office/drawing/2014/main" id="{41C7C25F-8DEB-4F07-9CF1-CA14C4EECDA1}"/>
              </a:ext>
            </a:extLst>
          </p:cNvPr>
          <p:cNvSpPr>
            <a:spLocks xmlns:a="http://schemas.openxmlformats.org/drawingml/2006/main" noGrp="1"/>
          </p:cNvSpPr>
          <p:nvPr/>
        </p:nvSpPr>
        <p:spPr>
          <a:xfrm xmlns:a="http://schemas.openxmlformats.org/drawingml/2006/main">
            <a:off x="6248400" y="1981200"/>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203247"/>
                </a:solidFill>
                <a:latin typeface="Noto Sans"/>
                <a:ea typeface="Noto Sans"/>
                <a:cs typeface="Noto Sans"/>
              </a:defRPr>
            </a:pPr>
            <a:r>
              <a:rPr sz="1950" b="1">
                <a:solidFill>
                  <a:srgbClr val="203247"/>
                </a:solidFill>
                <a:latin typeface="Noto Sans"/>
                <a:ea typeface="Noto Sans"/>
                <a:cs typeface="Noto Sans"/>
              </a:rPr>
              <a:t>Placebo: 252 per 1,000</a:t>
            </a:r>
          </a:p>
        </p:txBody>
      </p:sp>
      <p:sp>
        <p:nvSpPr>
          <p:cNvPr id="1005" name="Standardized person 1: affected">
            <a:extLst xmlns:a="http://schemas.openxmlformats.org/drawingml/2006/main">
              <a:ext uri="{FF2B5EF4-FFF2-40B4-BE49-F238E27FC236}">
                <a16:creationId xmlns:a16="http://schemas.microsoft.com/office/drawing/2014/main" id="{8FD02D40-FA3B-49BB-8B74-AA826D581700}"/>
              </a:ext>
            </a:extLst>
          </p:cNvPr>
          <p:cNvSpPr>
            <a:spLocks xmlns:a="http://schemas.openxmlformats.org/drawingml/2006/main" noGrp="1"/>
          </p:cNvSpPr>
          <p:nvPr/>
        </p:nvSpPr>
        <p:spPr>
          <a:xfrm xmlns:a="http://schemas.openxmlformats.org/drawingml/2006/main">
            <a:off x="624840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06" name="Standardized person 2: affected">
            <a:extLst xmlns:a="http://schemas.openxmlformats.org/drawingml/2006/main">
              <a:ext uri="{FF2B5EF4-FFF2-40B4-BE49-F238E27FC236}">
                <a16:creationId xmlns:a16="http://schemas.microsoft.com/office/drawing/2014/main" id="{914F7A7C-585E-4B0B-9D0A-B30D4AAB1A7B}"/>
              </a:ext>
            </a:extLst>
          </p:cNvPr>
          <p:cNvSpPr>
            <a:spLocks xmlns:a="http://schemas.openxmlformats.org/drawingml/2006/main" noGrp="1"/>
          </p:cNvSpPr>
          <p:nvPr/>
        </p:nvSpPr>
        <p:spPr>
          <a:xfrm xmlns:a="http://schemas.openxmlformats.org/drawingml/2006/main">
            <a:off x="637984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07" name="Standardized person 3: affected">
            <a:extLst xmlns:a="http://schemas.openxmlformats.org/drawingml/2006/main">
              <a:ext uri="{FF2B5EF4-FFF2-40B4-BE49-F238E27FC236}">
                <a16:creationId xmlns:a16="http://schemas.microsoft.com/office/drawing/2014/main" id="{0A713030-A1FA-4760-AF87-58D232C0719F}"/>
              </a:ext>
            </a:extLst>
          </p:cNvPr>
          <p:cNvSpPr>
            <a:spLocks xmlns:a="http://schemas.openxmlformats.org/drawingml/2006/main" noGrp="1"/>
          </p:cNvSpPr>
          <p:nvPr/>
        </p:nvSpPr>
        <p:spPr>
          <a:xfrm xmlns:a="http://schemas.openxmlformats.org/drawingml/2006/main">
            <a:off x="651129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08" name="Standardized person 4: affected">
            <a:extLst xmlns:a="http://schemas.openxmlformats.org/drawingml/2006/main">
              <a:ext uri="{FF2B5EF4-FFF2-40B4-BE49-F238E27FC236}">
                <a16:creationId xmlns:a16="http://schemas.microsoft.com/office/drawing/2014/main" id="{F3B21365-3E87-460D-B3AF-285E3B8E5719}"/>
              </a:ext>
            </a:extLst>
          </p:cNvPr>
          <p:cNvSpPr>
            <a:spLocks xmlns:a="http://schemas.openxmlformats.org/drawingml/2006/main" noGrp="1"/>
          </p:cNvSpPr>
          <p:nvPr/>
        </p:nvSpPr>
        <p:spPr>
          <a:xfrm xmlns:a="http://schemas.openxmlformats.org/drawingml/2006/main">
            <a:off x="664273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09" name="Standardized person 5: affected">
            <a:extLst xmlns:a="http://schemas.openxmlformats.org/drawingml/2006/main">
              <a:ext uri="{FF2B5EF4-FFF2-40B4-BE49-F238E27FC236}">
                <a16:creationId xmlns:a16="http://schemas.microsoft.com/office/drawing/2014/main" id="{76B0DBE6-1E9B-4029-8394-E9002B23ABF1}"/>
              </a:ext>
            </a:extLst>
          </p:cNvPr>
          <p:cNvSpPr>
            <a:spLocks xmlns:a="http://schemas.openxmlformats.org/drawingml/2006/main" noGrp="1"/>
          </p:cNvSpPr>
          <p:nvPr/>
        </p:nvSpPr>
        <p:spPr>
          <a:xfrm xmlns:a="http://schemas.openxmlformats.org/drawingml/2006/main">
            <a:off x="677418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0" name="Standardized person 6: affected">
            <a:extLst xmlns:a="http://schemas.openxmlformats.org/drawingml/2006/main">
              <a:ext uri="{FF2B5EF4-FFF2-40B4-BE49-F238E27FC236}">
                <a16:creationId xmlns:a16="http://schemas.microsoft.com/office/drawing/2014/main" id="{C802B708-F3C3-43B7-8948-FCDD919E1272}"/>
              </a:ext>
            </a:extLst>
          </p:cNvPr>
          <p:cNvSpPr>
            <a:spLocks xmlns:a="http://schemas.openxmlformats.org/drawingml/2006/main" noGrp="1"/>
          </p:cNvSpPr>
          <p:nvPr/>
        </p:nvSpPr>
        <p:spPr>
          <a:xfrm xmlns:a="http://schemas.openxmlformats.org/drawingml/2006/main">
            <a:off x="690562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1" name="Standardized person 7: affected">
            <a:extLst xmlns:a="http://schemas.openxmlformats.org/drawingml/2006/main">
              <a:ext uri="{FF2B5EF4-FFF2-40B4-BE49-F238E27FC236}">
                <a16:creationId xmlns:a16="http://schemas.microsoft.com/office/drawing/2014/main" id="{C6F424FE-DE16-48EE-8C14-FB950C3A4E31}"/>
              </a:ext>
            </a:extLst>
          </p:cNvPr>
          <p:cNvSpPr>
            <a:spLocks xmlns:a="http://schemas.openxmlformats.org/drawingml/2006/main" noGrp="1"/>
          </p:cNvSpPr>
          <p:nvPr/>
        </p:nvSpPr>
        <p:spPr>
          <a:xfrm xmlns:a="http://schemas.openxmlformats.org/drawingml/2006/main">
            <a:off x="703707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2" name="Standardized person 8: affected">
            <a:extLst xmlns:a="http://schemas.openxmlformats.org/drawingml/2006/main">
              <a:ext uri="{FF2B5EF4-FFF2-40B4-BE49-F238E27FC236}">
                <a16:creationId xmlns:a16="http://schemas.microsoft.com/office/drawing/2014/main" id="{03D6E4E5-6EAC-41AD-88D5-DEA1458CF990}"/>
              </a:ext>
            </a:extLst>
          </p:cNvPr>
          <p:cNvSpPr>
            <a:spLocks xmlns:a="http://schemas.openxmlformats.org/drawingml/2006/main" noGrp="1"/>
          </p:cNvSpPr>
          <p:nvPr/>
        </p:nvSpPr>
        <p:spPr>
          <a:xfrm xmlns:a="http://schemas.openxmlformats.org/drawingml/2006/main">
            <a:off x="716851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3" name="Standardized person 9: affected">
            <a:extLst xmlns:a="http://schemas.openxmlformats.org/drawingml/2006/main">
              <a:ext uri="{FF2B5EF4-FFF2-40B4-BE49-F238E27FC236}">
                <a16:creationId xmlns:a16="http://schemas.microsoft.com/office/drawing/2014/main" id="{344DFACC-8F22-411A-BA10-2046DF2B8CB4}"/>
              </a:ext>
            </a:extLst>
          </p:cNvPr>
          <p:cNvSpPr>
            <a:spLocks xmlns:a="http://schemas.openxmlformats.org/drawingml/2006/main" noGrp="1"/>
          </p:cNvSpPr>
          <p:nvPr/>
        </p:nvSpPr>
        <p:spPr>
          <a:xfrm xmlns:a="http://schemas.openxmlformats.org/drawingml/2006/main">
            <a:off x="729996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4" name="Standardized person 10: affected">
            <a:extLst xmlns:a="http://schemas.openxmlformats.org/drawingml/2006/main">
              <a:ext uri="{FF2B5EF4-FFF2-40B4-BE49-F238E27FC236}">
                <a16:creationId xmlns:a16="http://schemas.microsoft.com/office/drawing/2014/main" id="{FFC31C4D-6DF5-4ECC-BCDF-C04770F14404}"/>
              </a:ext>
            </a:extLst>
          </p:cNvPr>
          <p:cNvSpPr>
            <a:spLocks xmlns:a="http://schemas.openxmlformats.org/drawingml/2006/main" noGrp="1"/>
          </p:cNvSpPr>
          <p:nvPr/>
        </p:nvSpPr>
        <p:spPr>
          <a:xfrm xmlns:a="http://schemas.openxmlformats.org/drawingml/2006/main">
            <a:off x="743140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5" name="Standardized person 11: affected">
            <a:extLst xmlns:a="http://schemas.openxmlformats.org/drawingml/2006/main">
              <a:ext uri="{FF2B5EF4-FFF2-40B4-BE49-F238E27FC236}">
                <a16:creationId xmlns:a16="http://schemas.microsoft.com/office/drawing/2014/main" id="{CE2448C7-52B4-4FA3-B0A2-67E2C5E66ADD}"/>
              </a:ext>
            </a:extLst>
          </p:cNvPr>
          <p:cNvSpPr>
            <a:spLocks xmlns:a="http://schemas.openxmlformats.org/drawingml/2006/main" noGrp="1"/>
          </p:cNvSpPr>
          <p:nvPr/>
        </p:nvSpPr>
        <p:spPr>
          <a:xfrm xmlns:a="http://schemas.openxmlformats.org/drawingml/2006/main">
            <a:off x="756285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6" name="Standardized person 12: affected">
            <a:extLst xmlns:a="http://schemas.openxmlformats.org/drawingml/2006/main">
              <a:ext uri="{FF2B5EF4-FFF2-40B4-BE49-F238E27FC236}">
                <a16:creationId xmlns:a16="http://schemas.microsoft.com/office/drawing/2014/main" id="{F84EAB1C-3B2D-4362-92B8-DA3DAD207FDF}"/>
              </a:ext>
            </a:extLst>
          </p:cNvPr>
          <p:cNvSpPr>
            <a:spLocks xmlns:a="http://schemas.openxmlformats.org/drawingml/2006/main" noGrp="1"/>
          </p:cNvSpPr>
          <p:nvPr/>
        </p:nvSpPr>
        <p:spPr>
          <a:xfrm xmlns:a="http://schemas.openxmlformats.org/drawingml/2006/main">
            <a:off x="769429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7" name="Standardized person 13: affected">
            <a:extLst xmlns:a="http://schemas.openxmlformats.org/drawingml/2006/main">
              <a:ext uri="{FF2B5EF4-FFF2-40B4-BE49-F238E27FC236}">
                <a16:creationId xmlns:a16="http://schemas.microsoft.com/office/drawing/2014/main" id="{0D5C42B4-1346-4A7D-8F6A-6A3FA30A283E}"/>
              </a:ext>
            </a:extLst>
          </p:cNvPr>
          <p:cNvSpPr>
            <a:spLocks xmlns:a="http://schemas.openxmlformats.org/drawingml/2006/main" noGrp="1"/>
          </p:cNvSpPr>
          <p:nvPr/>
        </p:nvSpPr>
        <p:spPr>
          <a:xfrm xmlns:a="http://schemas.openxmlformats.org/drawingml/2006/main">
            <a:off x="782574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8" name="Standardized person 14: affected">
            <a:extLst xmlns:a="http://schemas.openxmlformats.org/drawingml/2006/main">
              <a:ext uri="{FF2B5EF4-FFF2-40B4-BE49-F238E27FC236}">
                <a16:creationId xmlns:a16="http://schemas.microsoft.com/office/drawing/2014/main" id="{EA1C9758-723B-4C2A-A109-5AB9D0DBACF1}"/>
              </a:ext>
            </a:extLst>
          </p:cNvPr>
          <p:cNvSpPr>
            <a:spLocks xmlns:a="http://schemas.openxmlformats.org/drawingml/2006/main" noGrp="1"/>
          </p:cNvSpPr>
          <p:nvPr/>
        </p:nvSpPr>
        <p:spPr>
          <a:xfrm xmlns:a="http://schemas.openxmlformats.org/drawingml/2006/main">
            <a:off x="795718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19" name="Standardized person 15: affected">
            <a:extLst xmlns:a="http://schemas.openxmlformats.org/drawingml/2006/main">
              <a:ext uri="{FF2B5EF4-FFF2-40B4-BE49-F238E27FC236}">
                <a16:creationId xmlns:a16="http://schemas.microsoft.com/office/drawing/2014/main" id="{04120670-9E95-4038-8666-708B28A21898}"/>
              </a:ext>
            </a:extLst>
          </p:cNvPr>
          <p:cNvSpPr>
            <a:spLocks xmlns:a="http://schemas.openxmlformats.org/drawingml/2006/main" noGrp="1"/>
          </p:cNvSpPr>
          <p:nvPr/>
        </p:nvSpPr>
        <p:spPr>
          <a:xfrm xmlns:a="http://schemas.openxmlformats.org/drawingml/2006/main">
            <a:off x="808863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0" name="Standardized person 16: affected">
            <a:extLst xmlns:a="http://schemas.openxmlformats.org/drawingml/2006/main">
              <a:ext uri="{FF2B5EF4-FFF2-40B4-BE49-F238E27FC236}">
                <a16:creationId xmlns:a16="http://schemas.microsoft.com/office/drawing/2014/main" id="{F572DD2C-B76D-4D7D-8D79-956194FF4BAF}"/>
              </a:ext>
            </a:extLst>
          </p:cNvPr>
          <p:cNvSpPr>
            <a:spLocks xmlns:a="http://schemas.openxmlformats.org/drawingml/2006/main" noGrp="1"/>
          </p:cNvSpPr>
          <p:nvPr/>
        </p:nvSpPr>
        <p:spPr>
          <a:xfrm xmlns:a="http://schemas.openxmlformats.org/drawingml/2006/main">
            <a:off x="822007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1" name="Standardized person 17: affected">
            <a:extLst xmlns:a="http://schemas.openxmlformats.org/drawingml/2006/main">
              <a:ext uri="{FF2B5EF4-FFF2-40B4-BE49-F238E27FC236}">
                <a16:creationId xmlns:a16="http://schemas.microsoft.com/office/drawing/2014/main" id="{539C4339-EC84-4098-A178-33FE65AD7E01}"/>
              </a:ext>
            </a:extLst>
          </p:cNvPr>
          <p:cNvSpPr>
            <a:spLocks xmlns:a="http://schemas.openxmlformats.org/drawingml/2006/main" noGrp="1"/>
          </p:cNvSpPr>
          <p:nvPr/>
        </p:nvSpPr>
        <p:spPr>
          <a:xfrm xmlns:a="http://schemas.openxmlformats.org/drawingml/2006/main">
            <a:off x="835152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2" name="Standardized person 18: affected">
            <a:extLst xmlns:a="http://schemas.openxmlformats.org/drawingml/2006/main">
              <a:ext uri="{FF2B5EF4-FFF2-40B4-BE49-F238E27FC236}">
                <a16:creationId xmlns:a16="http://schemas.microsoft.com/office/drawing/2014/main" id="{DDF61EC7-079E-4086-96AF-42123E8BFE08}"/>
              </a:ext>
            </a:extLst>
          </p:cNvPr>
          <p:cNvSpPr>
            <a:spLocks xmlns:a="http://schemas.openxmlformats.org/drawingml/2006/main" noGrp="1"/>
          </p:cNvSpPr>
          <p:nvPr/>
        </p:nvSpPr>
        <p:spPr>
          <a:xfrm xmlns:a="http://schemas.openxmlformats.org/drawingml/2006/main">
            <a:off x="848296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3" name="Standardized person 19: affected">
            <a:extLst xmlns:a="http://schemas.openxmlformats.org/drawingml/2006/main">
              <a:ext uri="{FF2B5EF4-FFF2-40B4-BE49-F238E27FC236}">
                <a16:creationId xmlns:a16="http://schemas.microsoft.com/office/drawing/2014/main" id="{5E45FB01-F75A-46D1-883E-E431865B4D4B}"/>
              </a:ext>
            </a:extLst>
          </p:cNvPr>
          <p:cNvSpPr>
            <a:spLocks xmlns:a="http://schemas.openxmlformats.org/drawingml/2006/main" noGrp="1"/>
          </p:cNvSpPr>
          <p:nvPr/>
        </p:nvSpPr>
        <p:spPr>
          <a:xfrm xmlns:a="http://schemas.openxmlformats.org/drawingml/2006/main">
            <a:off x="861441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4" name="Standardized person 20: affected">
            <a:extLst xmlns:a="http://schemas.openxmlformats.org/drawingml/2006/main">
              <a:ext uri="{FF2B5EF4-FFF2-40B4-BE49-F238E27FC236}">
                <a16:creationId xmlns:a16="http://schemas.microsoft.com/office/drawing/2014/main" id="{96A8AD44-9C58-49F5-B220-91F49CE496BE}"/>
              </a:ext>
            </a:extLst>
          </p:cNvPr>
          <p:cNvSpPr>
            <a:spLocks xmlns:a="http://schemas.openxmlformats.org/drawingml/2006/main" noGrp="1"/>
          </p:cNvSpPr>
          <p:nvPr/>
        </p:nvSpPr>
        <p:spPr>
          <a:xfrm xmlns:a="http://schemas.openxmlformats.org/drawingml/2006/main">
            <a:off x="874585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5" name="Standardized person 21: affected">
            <a:extLst xmlns:a="http://schemas.openxmlformats.org/drawingml/2006/main">
              <a:ext uri="{FF2B5EF4-FFF2-40B4-BE49-F238E27FC236}">
                <a16:creationId xmlns:a16="http://schemas.microsoft.com/office/drawing/2014/main" id="{FFBD9A67-C4EE-4388-BF31-2B8DBF9677B0}"/>
              </a:ext>
            </a:extLst>
          </p:cNvPr>
          <p:cNvSpPr>
            <a:spLocks xmlns:a="http://schemas.openxmlformats.org/drawingml/2006/main" noGrp="1"/>
          </p:cNvSpPr>
          <p:nvPr/>
        </p:nvSpPr>
        <p:spPr>
          <a:xfrm xmlns:a="http://schemas.openxmlformats.org/drawingml/2006/main">
            <a:off x="887730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6" name="Standardized person 22: affected">
            <a:extLst xmlns:a="http://schemas.openxmlformats.org/drawingml/2006/main">
              <a:ext uri="{FF2B5EF4-FFF2-40B4-BE49-F238E27FC236}">
                <a16:creationId xmlns:a16="http://schemas.microsoft.com/office/drawing/2014/main" id="{8E75A8CF-94BF-4104-AAC4-FE5BE3AFE2B6}"/>
              </a:ext>
            </a:extLst>
          </p:cNvPr>
          <p:cNvSpPr>
            <a:spLocks xmlns:a="http://schemas.openxmlformats.org/drawingml/2006/main" noGrp="1"/>
          </p:cNvSpPr>
          <p:nvPr/>
        </p:nvSpPr>
        <p:spPr>
          <a:xfrm xmlns:a="http://schemas.openxmlformats.org/drawingml/2006/main">
            <a:off x="900874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7" name="Standardized person 23: affected">
            <a:extLst xmlns:a="http://schemas.openxmlformats.org/drawingml/2006/main">
              <a:ext uri="{FF2B5EF4-FFF2-40B4-BE49-F238E27FC236}">
                <a16:creationId xmlns:a16="http://schemas.microsoft.com/office/drawing/2014/main" id="{192A9F93-48D8-4FEE-9E70-28606DA39A9C}"/>
              </a:ext>
            </a:extLst>
          </p:cNvPr>
          <p:cNvSpPr>
            <a:spLocks xmlns:a="http://schemas.openxmlformats.org/drawingml/2006/main" noGrp="1"/>
          </p:cNvSpPr>
          <p:nvPr/>
        </p:nvSpPr>
        <p:spPr>
          <a:xfrm xmlns:a="http://schemas.openxmlformats.org/drawingml/2006/main">
            <a:off x="914019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8" name="Standardized person 24: affected">
            <a:extLst xmlns:a="http://schemas.openxmlformats.org/drawingml/2006/main">
              <a:ext uri="{FF2B5EF4-FFF2-40B4-BE49-F238E27FC236}">
                <a16:creationId xmlns:a16="http://schemas.microsoft.com/office/drawing/2014/main" id="{D9D60FD4-4EAD-4DAF-83F2-6801D0CAEA9C}"/>
              </a:ext>
            </a:extLst>
          </p:cNvPr>
          <p:cNvSpPr>
            <a:spLocks xmlns:a="http://schemas.openxmlformats.org/drawingml/2006/main" noGrp="1"/>
          </p:cNvSpPr>
          <p:nvPr/>
        </p:nvSpPr>
        <p:spPr>
          <a:xfrm xmlns:a="http://schemas.openxmlformats.org/drawingml/2006/main">
            <a:off x="927163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29" name="Standardized person 25: affected">
            <a:extLst xmlns:a="http://schemas.openxmlformats.org/drawingml/2006/main">
              <a:ext uri="{FF2B5EF4-FFF2-40B4-BE49-F238E27FC236}">
                <a16:creationId xmlns:a16="http://schemas.microsoft.com/office/drawing/2014/main" id="{85EFB137-FA61-4500-936F-038B45FB0517}"/>
              </a:ext>
            </a:extLst>
          </p:cNvPr>
          <p:cNvSpPr>
            <a:spLocks xmlns:a="http://schemas.openxmlformats.org/drawingml/2006/main" noGrp="1"/>
          </p:cNvSpPr>
          <p:nvPr/>
        </p:nvSpPr>
        <p:spPr>
          <a:xfrm xmlns:a="http://schemas.openxmlformats.org/drawingml/2006/main">
            <a:off x="940308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0" name="Standardized person 26: affected">
            <a:extLst xmlns:a="http://schemas.openxmlformats.org/drawingml/2006/main">
              <a:ext uri="{FF2B5EF4-FFF2-40B4-BE49-F238E27FC236}">
                <a16:creationId xmlns:a16="http://schemas.microsoft.com/office/drawing/2014/main" id="{CF0DA6B9-53E7-47DF-B504-8961F5AC8C80}"/>
              </a:ext>
            </a:extLst>
          </p:cNvPr>
          <p:cNvSpPr>
            <a:spLocks xmlns:a="http://schemas.openxmlformats.org/drawingml/2006/main" noGrp="1"/>
          </p:cNvSpPr>
          <p:nvPr/>
        </p:nvSpPr>
        <p:spPr>
          <a:xfrm xmlns:a="http://schemas.openxmlformats.org/drawingml/2006/main">
            <a:off x="953452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1" name="Standardized person 27: affected">
            <a:extLst xmlns:a="http://schemas.openxmlformats.org/drawingml/2006/main">
              <a:ext uri="{FF2B5EF4-FFF2-40B4-BE49-F238E27FC236}">
                <a16:creationId xmlns:a16="http://schemas.microsoft.com/office/drawing/2014/main" id="{F1F546AB-AA23-4EF1-98F5-D9CD42173D8D}"/>
              </a:ext>
            </a:extLst>
          </p:cNvPr>
          <p:cNvSpPr>
            <a:spLocks xmlns:a="http://schemas.openxmlformats.org/drawingml/2006/main" noGrp="1"/>
          </p:cNvSpPr>
          <p:nvPr/>
        </p:nvSpPr>
        <p:spPr>
          <a:xfrm xmlns:a="http://schemas.openxmlformats.org/drawingml/2006/main">
            <a:off x="966597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2" name="Standardized person 28: affected">
            <a:extLst xmlns:a="http://schemas.openxmlformats.org/drawingml/2006/main">
              <a:ext uri="{FF2B5EF4-FFF2-40B4-BE49-F238E27FC236}">
                <a16:creationId xmlns:a16="http://schemas.microsoft.com/office/drawing/2014/main" id="{35470979-BAA3-4DBB-9DFD-A1EFB9D369EA}"/>
              </a:ext>
            </a:extLst>
          </p:cNvPr>
          <p:cNvSpPr>
            <a:spLocks xmlns:a="http://schemas.openxmlformats.org/drawingml/2006/main" noGrp="1"/>
          </p:cNvSpPr>
          <p:nvPr/>
        </p:nvSpPr>
        <p:spPr>
          <a:xfrm xmlns:a="http://schemas.openxmlformats.org/drawingml/2006/main">
            <a:off x="979741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3" name="Standardized person 29: affected">
            <a:extLst xmlns:a="http://schemas.openxmlformats.org/drawingml/2006/main">
              <a:ext uri="{FF2B5EF4-FFF2-40B4-BE49-F238E27FC236}">
                <a16:creationId xmlns:a16="http://schemas.microsoft.com/office/drawing/2014/main" id="{55227651-9198-4957-916B-4813B5BF5D51}"/>
              </a:ext>
            </a:extLst>
          </p:cNvPr>
          <p:cNvSpPr>
            <a:spLocks xmlns:a="http://schemas.openxmlformats.org/drawingml/2006/main" noGrp="1"/>
          </p:cNvSpPr>
          <p:nvPr/>
        </p:nvSpPr>
        <p:spPr>
          <a:xfrm xmlns:a="http://schemas.openxmlformats.org/drawingml/2006/main">
            <a:off x="992886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4" name="Standardized person 30: affected">
            <a:extLst xmlns:a="http://schemas.openxmlformats.org/drawingml/2006/main">
              <a:ext uri="{FF2B5EF4-FFF2-40B4-BE49-F238E27FC236}">
                <a16:creationId xmlns:a16="http://schemas.microsoft.com/office/drawing/2014/main" id="{125CA0AF-25CF-40AF-9030-A2CE0F3D273B}"/>
              </a:ext>
            </a:extLst>
          </p:cNvPr>
          <p:cNvSpPr>
            <a:spLocks xmlns:a="http://schemas.openxmlformats.org/drawingml/2006/main" noGrp="1"/>
          </p:cNvSpPr>
          <p:nvPr/>
        </p:nvSpPr>
        <p:spPr>
          <a:xfrm xmlns:a="http://schemas.openxmlformats.org/drawingml/2006/main">
            <a:off x="1006030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5" name="Standardized person 31: affected">
            <a:extLst xmlns:a="http://schemas.openxmlformats.org/drawingml/2006/main">
              <a:ext uri="{FF2B5EF4-FFF2-40B4-BE49-F238E27FC236}">
                <a16:creationId xmlns:a16="http://schemas.microsoft.com/office/drawing/2014/main" id="{252E142B-E5D6-4F5C-9E82-29E44D0D62EF}"/>
              </a:ext>
            </a:extLst>
          </p:cNvPr>
          <p:cNvSpPr>
            <a:spLocks xmlns:a="http://schemas.openxmlformats.org/drawingml/2006/main" noGrp="1"/>
          </p:cNvSpPr>
          <p:nvPr/>
        </p:nvSpPr>
        <p:spPr>
          <a:xfrm xmlns:a="http://schemas.openxmlformats.org/drawingml/2006/main">
            <a:off x="1019175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6" name="Standardized person 32: affected">
            <a:extLst xmlns:a="http://schemas.openxmlformats.org/drawingml/2006/main">
              <a:ext uri="{FF2B5EF4-FFF2-40B4-BE49-F238E27FC236}">
                <a16:creationId xmlns:a16="http://schemas.microsoft.com/office/drawing/2014/main" id="{85340BC8-6CBE-44F9-9C40-1DDC90D6F05E}"/>
              </a:ext>
            </a:extLst>
          </p:cNvPr>
          <p:cNvSpPr>
            <a:spLocks xmlns:a="http://schemas.openxmlformats.org/drawingml/2006/main" noGrp="1"/>
          </p:cNvSpPr>
          <p:nvPr/>
        </p:nvSpPr>
        <p:spPr>
          <a:xfrm xmlns:a="http://schemas.openxmlformats.org/drawingml/2006/main">
            <a:off x="1032319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7" name="Standardized person 33: affected">
            <a:extLst xmlns:a="http://schemas.openxmlformats.org/drawingml/2006/main">
              <a:ext uri="{FF2B5EF4-FFF2-40B4-BE49-F238E27FC236}">
                <a16:creationId xmlns:a16="http://schemas.microsoft.com/office/drawing/2014/main" id="{7F618180-8000-4CA9-90AA-D487968785DD}"/>
              </a:ext>
            </a:extLst>
          </p:cNvPr>
          <p:cNvSpPr>
            <a:spLocks xmlns:a="http://schemas.openxmlformats.org/drawingml/2006/main" noGrp="1"/>
          </p:cNvSpPr>
          <p:nvPr/>
        </p:nvSpPr>
        <p:spPr>
          <a:xfrm xmlns:a="http://schemas.openxmlformats.org/drawingml/2006/main">
            <a:off x="1045464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8" name="Standardized person 34: affected">
            <a:extLst xmlns:a="http://schemas.openxmlformats.org/drawingml/2006/main">
              <a:ext uri="{FF2B5EF4-FFF2-40B4-BE49-F238E27FC236}">
                <a16:creationId xmlns:a16="http://schemas.microsoft.com/office/drawing/2014/main" id="{42DDA941-D0A5-451B-8001-EF8CC6257767}"/>
              </a:ext>
            </a:extLst>
          </p:cNvPr>
          <p:cNvSpPr>
            <a:spLocks xmlns:a="http://schemas.openxmlformats.org/drawingml/2006/main" noGrp="1"/>
          </p:cNvSpPr>
          <p:nvPr/>
        </p:nvSpPr>
        <p:spPr>
          <a:xfrm xmlns:a="http://schemas.openxmlformats.org/drawingml/2006/main">
            <a:off x="1058608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39" name="Standardized person 35: affected">
            <a:extLst xmlns:a="http://schemas.openxmlformats.org/drawingml/2006/main">
              <a:ext uri="{FF2B5EF4-FFF2-40B4-BE49-F238E27FC236}">
                <a16:creationId xmlns:a16="http://schemas.microsoft.com/office/drawing/2014/main" id="{4D3DA7A5-D7B7-4EA2-8BEB-7193497AB550}"/>
              </a:ext>
            </a:extLst>
          </p:cNvPr>
          <p:cNvSpPr>
            <a:spLocks xmlns:a="http://schemas.openxmlformats.org/drawingml/2006/main" noGrp="1"/>
          </p:cNvSpPr>
          <p:nvPr/>
        </p:nvSpPr>
        <p:spPr>
          <a:xfrm xmlns:a="http://schemas.openxmlformats.org/drawingml/2006/main">
            <a:off x="1071753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0" name="Standardized person 36: affected">
            <a:extLst xmlns:a="http://schemas.openxmlformats.org/drawingml/2006/main">
              <a:ext uri="{FF2B5EF4-FFF2-40B4-BE49-F238E27FC236}">
                <a16:creationId xmlns:a16="http://schemas.microsoft.com/office/drawing/2014/main" id="{ECBDAD8E-7A05-4175-A332-85190EA53660}"/>
              </a:ext>
            </a:extLst>
          </p:cNvPr>
          <p:cNvSpPr>
            <a:spLocks xmlns:a="http://schemas.openxmlformats.org/drawingml/2006/main" noGrp="1"/>
          </p:cNvSpPr>
          <p:nvPr/>
        </p:nvSpPr>
        <p:spPr>
          <a:xfrm xmlns:a="http://schemas.openxmlformats.org/drawingml/2006/main">
            <a:off x="1084897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1" name="Standardized person 37: affected">
            <a:extLst xmlns:a="http://schemas.openxmlformats.org/drawingml/2006/main">
              <a:ext uri="{FF2B5EF4-FFF2-40B4-BE49-F238E27FC236}">
                <a16:creationId xmlns:a16="http://schemas.microsoft.com/office/drawing/2014/main" id="{30C799D2-C321-49D0-8945-E918AAD834AA}"/>
              </a:ext>
            </a:extLst>
          </p:cNvPr>
          <p:cNvSpPr>
            <a:spLocks xmlns:a="http://schemas.openxmlformats.org/drawingml/2006/main" noGrp="1"/>
          </p:cNvSpPr>
          <p:nvPr/>
        </p:nvSpPr>
        <p:spPr>
          <a:xfrm xmlns:a="http://schemas.openxmlformats.org/drawingml/2006/main">
            <a:off x="1098042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2" name="Standardized person 38: affected">
            <a:extLst xmlns:a="http://schemas.openxmlformats.org/drawingml/2006/main">
              <a:ext uri="{FF2B5EF4-FFF2-40B4-BE49-F238E27FC236}">
                <a16:creationId xmlns:a16="http://schemas.microsoft.com/office/drawing/2014/main" id="{82B54195-3596-4DC3-A244-E8CEF55076DE}"/>
              </a:ext>
            </a:extLst>
          </p:cNvPr>
          <p:cNvSpPr>
            <a:spLocks xmlns:a="http://schemas.openxmlformats.org/drawingml/2006/main" noGrp="1"/>
          </p:cNvSpPr>
          <p:nvPr/>
        </p:nvSpPr>
        <p:spPr>
          <a:xfrm xmlns:a="http://schemas.openxmlformats.org/drawingml/2006/main">
            <a:off x="1111186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3" name="Standardized person 39: affected">
            <a:extLst xmlns:a="http://schemas.openxmlformats.org/drawingml/2006/main">
              <a:ext uri="{FF2B5EF4-FFF2-40B4-BE49-F238E27FC236}">
                <a16:creationId xmlns:a16="http://schemas.microsoft.com/office/drawing/2014/main" id="{E5F80ABE-3ECE-4E85-B9EE-2B944642924F}"/>
              </a:ext>
            </a:extLst>
          </p:cNvPr>
          <p:cNvSpPr>
            <a:spLocks xmlns:a="http://schemas.openxmlformats.org/drawingml/2006/main" noGrp="1"/>
          </p:cNvSpPr>
          <p:nvPr/>
        </p:nvSpPr>
        <p:spPr>
          <a:xfrm xmlns:a="http://schemas.openxmlformats.org/drawingml/2006/main">
            <a:off x="11243310"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4" name="Standardized person 40: affected">
            <a:extLst xmlns:a="http://schemas.openxmlformats.org/drawingml/2006/main">
              <a:ext uri="{FF2B5EF4-FFF2-40B4-BE49-F238E27FC236}">
                <a16:creationId xmlns:a16="http://schemas.microsoft.com/office/drawing/2014/main" id="{3CAE2387-7140-4532-83BF-163DFB672DDA}"/>
              </a:ext>
            </a:extLst>
          </p:cNvPr>
          <p:cNvSpPr>
            <a:spLocks xmlns:a="http://schemas.openxmlformats.org/drawingml/2006/main" noGrp="1"/>
          </p:cNvSpPr>
          <p:nvPr/>
        </p:nvSpPr>
        <p:spPr>
          <a:xfrm xmlns:a="http://schemas.openxmlformats.org/drawingml/2006/main">
            <a:off x="11374755" y="264795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5" name="Standardized person 41: affected">
            <a:extLst xmlns:a="http://schemas.openxmlformats.org/drawingml/2006/main">
              <a:ext uri="{FF2B5EF4-FFF2-40B4-BE49-F238E27FC236}">
                <a16:creationId xmlns:a16="http://schemas.microsoft.com/office/drawing/2014/main" id="{CCFA4F90-F2AC-4A7B-B0BE-E5B50DA7CDA2}"/>
              </a:ext>
            </a:extLst>
          </p:cNvPr>
          <p:cNvSpPr>
            <a:spLocks xmlns:a="http://schemas.openxmlformats.org/drawingml/2006/main" noGrp="1"/>
          </p:cNvSpPr>
          <p:nvPr/>
        </p:nvSpPr>
        <p:spPr>
          <a:xfrm xmlns:a="http://schemas.openxmlformats.org/drawingml/2006/main">
            <a:off x="624840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6" name="Standardized person 42: affected">
            <a:extLst xmlns:a="http://schemas.openxmlformats.org/drawingml/2006/main">
              <a:ext uri="{FF2B5EF4-FFF2-40B4-BE49-F238E27FC236}">
                <a16:creationId xmlns:a16="http://schemas.microsoft.com/office/drawing/2014/main" id="{86540A30-E1A2-4CD0-83A7-59ACA3761127}"/>
              </a:ext>
            </a:extLst>
          </p:cNvPr>
          <p:cNvSpPr>
            <a:spLocks xmlns:a="http://schemas.openxmlformats.org/drawingml/2006/main" noGrp="1"/>
          </p:cNvSpPr>
          <p:nvPr/>
        </p:nvSpPr>
        <p:spPr>
          <a:xfrm xmlns:a="http://schemas.openxmlformats.org/drawingml/2006/main">
            <a:off x="637984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7" name="Standardized person 43: affected">
            <a:extLst xmlns:a="http://schemas.openxmlformats.org/drawingml/2006/main">
              <a:ext uri="{FF2B5EF4-FFF2-40B4-BE49-F238E27FC236}">
                <a16:creationId xmlns:a16="http://schemas.microsoft.com/office/drawing/2014/main" id="{BBB61841-ED3B-4965-982B-9EFE9D5305F4}"/>
              </a:ext>
            </a:extLst>
          </p:cNvPr>
          <p:cNvSpPr>
            <a:spLocks xmlns:a="http://schemas.openxmlformats.org/drawingml/2006/main" noGrp="1"/>
          </p:cNvSpPr>
          <p:nvPr/>
        </p:nvSpPr>
        <p:spPr>
          <a:xfrm xmlns:a="http://schemas.openxmlformats.org/drawingml/2006/main">
            <a:off x="651129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8" name="Standardized person 44: affected">
            <a:extLst xmlns:a="http://schemas.openxmlformats.org/drawingml/2006/main">
              <a:ext uri="{FF2B5EF4-FFF2-40B4-BE49-F238E27FC236}">
                <a16:creationId xmlns:a16="http://schemas.microsoft.com/office/drawing/2014/main" id="{97491B35-84C0-4724-8663-78595B66FD65}"/>
              </a:ext>
            </a:extLst>
          </p:cNvPr>
          <p:cNvSpPr>
            <a:spLocks xmlns:a="http://schemas.openxmlformats.org/drawingml/2006/main" noGrp="1"/>
          </p:cNvSpPr>
          <p:nvPr/>
        </p:nvSpPr>
        <p:spPr>
          <a:xfrm xmlns:a="http://schemas.openxmlformats.org/drawingml/2006/main">
            <a:off x="664273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49" name="Standardized person 45: affected">
            <a:extLst xmlns:a="http://schemas.openxmlformats.org/drawingml/2006/main">
              <a:ext uri="{FF2B5EF4-FFF2-40B4-BE49-F238E27FC236}">
                <a16:creationId xmlns:a16="http://schemas.microsoft.com/office/drawing/2014/main" id="{9B211789-B27C-414B-81DD-F9AF91CFBB7A}"/>
              </a:ext>
            </a:extLst>
          </p:cNvPr>
          <p:cNvSpPr>
            <a:spLocks xmlns:a="http://schemas.openxmlformats.org/drawingml/2006/main" noGrp="1"/>
          </p:cNvSpPr>
          <p:nvPr/>
        </p:nvSpPr>
        <p:spPr>
          <a:xfrm xmlns:a="http://schemas.openxmlformats.org/drawingml/2006/main">
            <a:off x="677418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0" name="Standardized person 46: affected">
            <a:extLst xmlns:a="http://schemas.openxmlformats.org/drawingml/2006/main">
              <a:ext uri="{FF2B5EF4-FFF2-40B4-BE49-F238E27FC236}">
                <a16:creationId xmlns:a16="http://schemas.microsoft.com/office/drawing/2014/main" id="{86EAA932-5267-4DE9-8A81-95B1CBB7B363}"/>
              </a:ext>
            </a:extLst>
          </p:cNvPr>
          <p:cNvSpPr>
            <a:spLocks xmlns:a="http://schemas.openxmlformats.org/drawingml/2006/main" noGrp="1"/>
          </p:cNvSpPr>
          <p:nvPr/>
        </p:nvSpPr>
        <p:spPr>
          <a:xfrm xmlns:a="http://schemas.openxmlformats.org/drawingml/2006/main">
            <a:off x="690562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1" name="Standardized person 47: affected">
            <a:extLst xmlns:a="http://schemas.openxmlformats.org/drawingml/2006/main">
              <a:ext uri="{FF2B5EF4-FFF2-40B4-BE49-F238E27FC236}">
                <a16:creationId xmlns:a16="http://schemas.microsoft.com/office/drawing/2014/main" id="{C4E677E8-5696-489C-95AC-F2B63F2BAE1F}"/>
              </a:ext>
            </a:extLst>
          </p:cNvPr>
          <p:cNvSpPr>
            <a:spLocks xmlns:a="http://schemas.openxmlformats.org/drawingml/2006/main" noGrp="1"/>
          </p:cNvSpPr>
          <p:nvPr/>
        </p:nvSpPr>
        <p:spPr>
          <a:xfrm xmlns:a="http://schemas.openxmlformats.org/drawingml/2006/main">
            <a:off x="703707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2" name="Standardized person 48: affected">
            <a:extLst xmlns:a="http://schemas.openxmlformats.org/drawingml/2006/main">
              <a:ext uri="{FF2B5EF4-FFF2-40B4-BE49-F238E27FC236}">
                <a16:creationId xmlns:a16="http://schemas.microsoft.com/office/drawing/2014/main" id="{DE155B06-3FE0-4556-9715-D124512BB5AB}"/>
              </a:ext>
            </a:extLst>
          </p:cNvPr>
          <p:cNvSpPr>
            <a:spLocks xmlns:a="http://schemas.openxmlformats.org/drawingml/2006/main" noGrp="1"/>
          </p:cNvSpPr>
          <p:nvPr/>
        </p:nvSpPr>
        <p:spPr>
          <a:xfrm xmlns:a="http://schemas.openxmlformats.org/drawingml/2006/main">
            <a:off x="716851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3" name="Standardized person 49: affected">
            <a:extLst xmlns:a="http://schemas.openxmlformats.org/drawingml/2006/main">
              <a:ext uri="{FF2B5EF4-FFF2-40B4-BE49-F238E27FC236}">
                <a16:creationId xmlns:a16="http://schemas.microsoft.com/office/drawing/2014/main" id="{B8A14BE7-914D-49C2-90C9-FD3BA0C93788}"/>
              </a:ext>
            </a:extLst>
          </p:cNvPr>
          <p:cNvSpPr>
            <a:spLocks xmlns:a="http://schemas.openxmlformats.org/drawingml/2006/main" noGrp="1"/>
          </p:cNvSpPr>
          <p:nvPr/>
        </p:nvSpPr>
        <p:spPr>
          <a:xfrm xmlns:a="http://schemas.openxmlformats.org/drawingml/2006/main">
            <a:off x="729996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4" name="Standardized person 50: affected">
            <a:extLst xmlns:a="http://schemas.openxmlformats.org/drawingml/2006/main">
              <a:ext uri="{FF2B5EF4-FFF2-40B4-BE49-F238E27FC236}">
                <a16:creationId xmlns:a16="http://schemas.microsoft.com/office/drawing/2014/main" id="{29DDDACF-485D-49CE-88AF-53EB6F1CA105}"/>
              </a:ext>
            </a:extLst>
          </p:cNvPr>
          <p:cNvSpPr>
            <a:spLocks xmlns:a="http://schemas.openxmlformats.org/drawingml/2006/main" noGrp="1"/>
          </p:cNvSpPr>
          <p:nvPr/>
        </p:nvSpPr>
        <p:spPr>
          <a:xfrm xmlns:a="http://schemas.openxmlformats.org/drawingml/2006/main">
            <a:off x="743140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5" name="Standardized person 51: affected">
            <a:extLst xmlns:a="http://schemas.openxmlformats.org/drawingml/2006/main">
              <a:ext uri="{FF2B5EF4-FFF2-40B4-BE49-F238E27FC236}">
                <a16:creationId xmlns:a16="http://schemas.microsoft.com/office/drawing/2014/main" id="{FF8D6CE5-EDFE-4BA7-B04B-B9F2134C1ECB}"/>
              </a:ext>
            </a:extLst>
          </p:cNvPr>
          <p:cNvSpPr>
            <a:spLocks xmlns:a="http://schemas.openxmlformats.org/drawingml/2006/main" noGrp="1"/>
          </p:cNvSpPr>
          <p:nvPr/>
        </p:nvSpPr>
        <p:spPr>
          <a:xfrm xmlns:a="http://schemas.openxmlformats.org/drawingml/2006/main">
            <a:off x="756285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6" name="Standardized person 52: affected">
            <a:extLst xmlns:a="http://schemas.openxmlformats.org/drawingml/2006/main">
              <a:ext uri="{FF2B5EF4-FFF2-40B4-BE49-F238E27FC236}">
                <a16:creationId xmlns:a16="http://schemas.microsoft.com/office/drawing/2014/main" id="{99CC88C3-DE72-48DF-B60B-960352CEF632}"/>
              </a:ext>
            </a:extLst>
          </p:cNvPr>
          <p:cNvSpPr>
            <a:spLocks xmlns:a="http://schemas.openxmlformats.org/drawingml/2006/main" noGrp="1"/>
          </p:cNvSpPr>
          <p:nvPr/>
        </p:nvSpPr>
        <p:spPr>
          <a:xfrm xmlns:a="http://schemas.openxmlformats.org/drawingml/2006/main">
            <a:off x="769429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7" name="Standardized person 53: affected">
            <a:extLst xmlns:a="http://schemas.openxmlformats.org/drawingml/2006/main">
              <a:ext uri="{FF2B5EF4-FFF2-40B4-BE49-F238E27FC236}">
                <a16:creationId xmlns:a16="http://schemas.microsoft.com/office/drawing/2014/main" id="{1F415C8D-B906-431E-A5BD-078DAFAE72C2}"/>
              </a:ext>
            </a:extLst>
          </p:cNvPr>
          <p:cNvSpPr>
            <a:spLocks xmlns:a="http://schemas.openxmlformats.org/drawingml/2006/main" noGrp="1"/>
          </p:cNvSpPr>
          <p:nvPr/>
        </p:nvSpPr>
        <p:spPr>
          <a:xfrm xmlns:a="http://schemas.openxmlformats.org/drawingml/2006/main">
            <a:off x="782574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8" name="Standardized person 54: affected">
            <a:extLst xmlns:a="http://schemas.openxmlformats.org/drawingml/2006/main">
              <a:ext uri="{FF2B5EF4-FFF2-40B4-BE49-F238E27FC236}">
                <a16:creationId xmlns:a16="http://schemas.microsoft.com/office/drawing/2014/main" id="{AF96B083-F093-4FFB-8FC2-32BF56B86F01}"/>
              </a:ext>
            </a:extLst>
          </p:cNvPr>
          <p:cNvSpPr>
            <a:spLocks xmlns:a="http://schemas.openxmlformats.org/drawingml/2006/main" noGrp="1"/>
          </p:cNvSpPr>
          <p:nvPr/>
        </p:nvSpPr>
        <p:spPr>
          <a:xfrm xmlns:a="http://schemas.openxmlformats.org/drawingml/2006/main">
            <a:off x="795718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59" name="Standardized person 55: affected">
            <a:extLst xmlns:a="http://schemas.openxmlformats.org/drawingml/2006/main">
              <a:ext uri="{FF2B5EF4-FFF2-40B4-BE49-F238E27FC236}">
                <a16:creationId xmlns:a16="http://schemas.microsoft.com/office/drawing/2014/main" id="{F6F7B583-BB3D-4812-AF24-285BC44D662A}"/>
              </a:ext>
            </a:extLst>
          </p:cNvPr>
          <p:cNvSpPr>
            <a:spLocks xmlns:a="http://schemas.openxmlformats.org/drawingml/2006/main" noGrp="1"/>
          </p:cNvSpPr>
          <p:nvPr/>
        </p:nvSpPr>
        <p:spPr>
          <a:xfrm xmlns:a="http://schemas.openxmlformats.org/drawingml/2006/main">
            <a:off x="808863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0" name="Standardized person 56: affected">
            <a:extLst xmlns:a="http://schemas.openxmlformats.org/drawingml/2006/main">
              <a:ext uri="{FF2B5EF4-FFF2-40B4-BE49-F238E27FC236}">
                <a16:creationId xmlns:a16="http://schemas.microsoft.com/office/drawing/2014/main" id="{EF00714E-2E61-4999-8863-2DDF64D1B31F}"/>
              </a:ext>
            </a:extLst>
          </p:cNvPr>
          <p:cNvSpPr>
            <a:spLocks xmlns:a="http://schemas.openxmlformats.org/drawingml/2006/main" noGrp="1"/>
          </p:cNvSpPr>
          <p:nvPr/>
        </p:nvSpPr>
        <p:spPr>
          <a:xfrm xmlns:a="http://schemas.openxmlformats.org/drawingml/2006/main">
            <a:off x="822007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1" name="Standardized person 57: affected">
            <a:extLst xmlns:a="http://schemas.openxmlformats.org/drawingml/2006/main">
              <a:ext uri="{FF2B5EF4-FFF2-40B4-BE49-F238E27FC236}">
                <a16:creationId xmlns:a16="http://schemas.microsoft.com/office/drawing/2014/main" id="{326ABF0B-09D8-4ECE-8D2E-9752ECB82DE0}"/>
              </a:ext>
            </a:extLst>
          </p:cNvPr>
          <p:cNvSpPr>
            <a:spLocks xmlns:a="http://schemas.openxmlformats.org/drawingml/2006/main" noGrp="1"/>
          </p:cNvSpPr>
          <p:nvPr/>
        </p:nvSpPr>
        <p:spPr>
          <a:xfrm xmlns:a="http://schemas.openxmlformats.org/drawingml/2006/main">
            <a:off x="835152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2" name="Standardized person 58: affected">
            <a:extLst xmlns:a="http://schemas.openxmlformats.org/drawingml/2006/main">
              <a:ext uri="{FF2B5EF4-FFF2-40B4-BE49-F238E27FC236}">
                <a16:creationId xmlns:a16="http://schemas.microsoft.com/office/drawing/2014/main" id="{45346857-D880-4358-8D25-55AB07B625A3}"/>
              </a:ext>
            </a:extLst>
          </p:cNvPr>
          <p:cNvSpPr>
            <a:spLocks xmlns:a="http://schemas.openxmlformats.org/drawingml/2006/main" noGrp="1"/>
          </p:cNvSpPr>
          <p:nvPr/>
        </p:nvSpPr>
        <p:spPr>
          <a:xfrm xmlns:a="http://schemas.openxmlformats.org/drawingml/2006/main">
            <a:off x="848296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3" name="Standardized person 59: affected">
            <a:extLst xmlns:a="http://schemas.openxmlformats.org/drawingml/2006/main">
              <a:ext uri="{FF2B5EF4-FFF2-40B4-BE49-F238E27FC236}">
                <a16:creationId xmlns:a16="http://schemas.microsoft.com/office/drawing/2014/main" id="{84740B9B-B59F-4497-8EFB-2A2E11EC5017}"/>
              </a:ext>
            </a:extLst>
          </p:cNvPr>
          <p:cNvSpPr>
            <a:spLocks xmlns:a="http://schemas.openxmlformats.org/drawingml/2006/main" noGrp="1"/>
          </p:cNvSpPr>
          <p:nvPr/>
        </p:nvSpPr>
        <p:spPr>
          <a:xfrm xmlns:a="http://schemas.openxmlformats.org/drawingml/2006/main">
            <a:off x="861441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4" name="Standardized person 60: affected">
            <a:extLst xmlns:a="http://schemas.openxmlformats.org/drawingml/2006/main">
              <a:ext uri="{FF2B5EF4-FFF2-40B4-BE49-F238E27FC236}">
                <a16:creationId xmlns:a16="http://schemas.microsoft.com/office/drawing/2014/main" id="{CF3E6D11-F9F8-404A-9589-9BEC5B3F694E}"/>
              </a:ext>
            </a:extLst>
          </p:cNvPr>
          <p:cNvSpPr>
            <a:spLocks xmlns:a="http://schemas.openxmlformats.org/drawingml/2006/main" noGrp="1"/>
          </p:cNvSpPr>
          <p:nvPr/>
        </p:nvSpPr>
        <p:spPr>
          <a:xfrm xmlns:a="http://schemas.openxmlformats.org/drawingml/2006/main">
            <a:off x="874585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5" name="Standardized person 61: affected">
            <a:extLst xmlns:a="http://schemas.openxmlformats.org/drawingml/2006/main">
              <a:ext uri="{FF2B5EF4-FFF2-40B4-BE49-F238E27FC236}">
                <a16:creationId xmlns:a16="http://schemas.microsoft.com/office/drawing/2014/main" id="{B57F511D-ABDC-4C6A-80B9-C3DB13D69F2F}"/>
              </a:ext>
            </a:extLst>
          </p:cNvPr>
          <p:cNvSpPr>
            <a:spLocks xmlns:a="http://schemas.openxmlformats.org/drawingml/2006/main" noGrp="1"/>
          </p:cNvSpPr>
          <p:nvPr/>
        </p:nvSpPr>
        <p:spPr>
          <a:xfrm xmlns:a="http://schemas.openxmlformats.org/drawingml/2006/main">
            <a:off x="887730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6" name="Standardized person 62: affected">
            <a:extLst xmlns:a="http://schemas.openxmlformats.org/drawingml/2006/main">
              <a:ext uri="{FF2B5EF4-FFF2-40B4-BE49-F238E27FC236}">
                <a16:creationId xmlns:a16="http://schemas.microsoft.com/office/drawing/2014/main" id="{267C6364-6516-471B-B6BC-E9BD062E0905}"/>
              </a:ext>
            </a:extLst>
          </p:cNvPr>
          <p:cNvSpPr>
            <a:spLocks xmlns:a="http://schemas.openxmlformats.org/drawingml/2006/main" noGrp="1"/>
          </p:cNvSpPr>
          <p:nvPr/>
        </p:nvSpPr>
        <p:spPr>
          <a:xfrm xmlns:a="http://schemas.openxmlformats.org/drawingml/2006/main">
            <a:off x="900874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7" name="Standardized person 63: affected">
            <a:extLst xmlns:a="http://schemas.openxmlformats.org/drawingml/2006/main">
              <a:ext uri="{FF2B5EF4-FFF2-40B4-BE49-F238E27FC236}">
                <a16:creationId xmlns:a16="http://schemas.microsoft.com/office/drawing/2014/main" id="{8F177FAA-2F93-414B-B059-D15EBE891780}"/>
              </a:ext>
            </a:extLst>
          </p:cNvPr>
          <p:cNvSpPr>
            <a:spLocks xmlns:a="http://schemas.openxmlformats.org/drawingml/2006/main" noGrp="1"/>
          </p:cNvSpPr>
          <p:nvPr/>
        </p:nvSpPr>
        <p:spPr>
          <a:xfrm xmlns:a="http://schemas.openxmlformats.org/drawingml/2006/main">
            <a:off x="914019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8" name="Standardized person 64: affected">
            <a:extLst xmlns:a="http://schemas.openxmlformats.org/drawingml/2006/main">
              <a:ext uri="{FF2B5EF4-FFF2-40B4-BE49-F238E27FC236}">
                <a16:creationId xmlns:a16="http://schemas.microsoft.com/office/drawing/2014/main" id="{22760B42-76FC-4D76-965B-43FF14540ED2}"/>
              </a:ext>
            </a:extLst>
          </p:cNvPr>
          <p:cNvSpPr>
            <a:spLocks xmlns:a="http://schemas.openxmlformats.org/drawingml/2006/main" noGrp="1"/>
          </p:cNvSpPr>
          <p:nvPr/>
        </p:nvSpPr>
        <p:spPr>
          <a:xfrm xmlns:a="http://schemas.openxmlformats.org/drawingml/2006/main">
            <a:off x="927163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69" name="Standardized person 65: affected">
            <a:extLst xmlns:a="http://schemas.openxmlformats.org/drawingml/2006/main">
              <a:ext uri="{FF2B5EF4-FFF2-40B4-BE49-F238E27FC236}">
                <a16:creationId xmlns:a16="http://schemas.microsoft.com/office/drawing/2014/main" id="{F8A27C60-35B1-4C18-B519-B7BB87EFA490}"/>
              </a:ext>
            </a:extLst>
          </p:cNvPr>
          <p:cNvSpPr>
            <a:spLocks xmlns:a="http://schemas.openxmlformats.org/drawingml/2006/main" noGrp="1"/>
          </p:cNvSpPr>
          <p:nvPr/>
        </p:nvSpPr>
        <p:spPr>
          <a:xfrm xmlns:a="http://schemas.openxmlformats.org/drawingml/2006/main">
            <a:off x="940308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0" name="Standardized person 66: affected">
            <a:extLst xmlns:a="http://schemas.openxmlformats.org/drawingml/2006/main">
              <a:ext uri="{FF2B5EF4-FFF2-40B4-BE49-F238E27FC236}">
                <a16:creationId xmlns:a16="http://schemas.microsoft.com/office/drawing/2014/main" id="{F212F0E2-D192-4BCE-94EA-BFB3B97FD4B5}"/>
              </a:ext>
            </a:extLst>
          </p:cNvPr>
          <p:cNvSpPr>
            <a:spLocks xmlns:a="http://schemas.openxmlformats.org/drawingml/2006/main" noGrp="1"/>
          </p:cNvSpPr>
          <p:nvPr/>
        </p:nvSpPr>
        <p:spPr>
          <a:xfrm xmlns:a="http://schemas.openxmlformats.org/drawingml/2006/main">
            <a:off x="953452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1" name="Standardized person 67: affected">
            <a:extLst xmlns:a="http://schemas.openxmlformats.org/drawingml/2006/main">
              <a:ext uri="{FF2B5EF4-FFF2-40B4-BE49-F238E27FC236}">
                <a16:creationId xmlns:a16="http://schemas.microsoft.com/office/drawing/2014/main" id="{FDB8252A-286A-4153-AB67-793D45316212}"/>
              </a:ext>
            </a:extLst>
          </p:cNvPr>
          <p:cNvSpPr>
            <a:spLocks xmlns:a="http://schemas.openxmlformats.org/drawingml/2006/main" noGrp="1"/>
          </p:cNvSpPr>
          <p:nvPr/>
        </p:nvSpPr>
        <p:spPr>
          <a:xfrm xmlns:a="http://schemas.openxmlformats.org/drawingml/2006/main">
            <a:off x="966597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2" name="Standardized person 68: affected">
            <a:extLst xmlns:a="http://schemas.openxmlformats.org/drawingml/2006/main">
              <a:ext uri="{FF2B5EF4-FFF2-40B4-BE49-F238E27FC236}">
                <a16:creationId xmlns:a16="http://schemas.microsoft.com/office/drawing/2014/main" id="{F4A16E68-5826-43FE-AB56-2FD901D4F842}"/>
              </a:ext>
            </a:extLst>
          </p:cNvPr>
          <p:cNvSpPr>
            <a:spLocks xmlns:a="http://schemas.openxmlformats.org/drawingml/2006/main" noGrp="1"/>
          </p:cNvSpPr>
          <p:nvPr/>
        </p:nvSpPr>
        <p:spPr>
          <a:xfrm xmlns:a="http://schemas.openxmlformats.org/drawingml/2006/main">
            <a:off x="979741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3" name="Standardized person 69: affected">
            <a:extLst xmlns:a="http://schemas.openxmlformats.org/drawingml/2006/main">
              <a:ext uri="{FF2B5EF4-FFF2-40B4-BE49-F238E27FC236}">
                <a16:creationId xmlns:a16="http://schemas.microsoft.com/office/drawing/2014/main" id="{96BB49E8-ED27-4298-87AC-940D8D5DAF47}"/>
              </a:ext>
            </a:extLst>
          </p:cNvPr>
          <p:cNvSpPr>
            <a:spLocks xmlns:a="http://schemas.openxmlformats.org/drawingml/2006/main" noGrp="1"/>
          </p:cNvSpPr>
          <p:nvPr/>
        </p:nvSpPr>
        <p:spPr>
          <a:xfrm xmlns:a="http://schemas.openxmlformats.org/drawingml/2006/main">
            <a:off x="992886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4" name="Standardized person 70: affected">
            <a:extLst xmlns:a="http://schemas.openxmlformats.org/drawingml/2006/main">
              <a:ext uri="{FF2B5EF4-FFF2-40B4-BE49-F238E27FC236}">
                <a16:creationId xmlns:a16="http://schemas.microsoft.com/office/drawing/2014/main" id="{040F3B54-FBFF-478F-B5CA-FCB8699E5DF2}"/>
              </a:ext>
            </a:extLst>
          </p:cNvPr>
          <p:cNvSpPr>
            <a:spLocks xmlns:a="http://schemas.openxmlformats.org/drawingml/2006/main" noGrp="1"/>
          </p:cNvSpPr>
          <p:nvPr/>
        </p:nvSpPr>
        <p:spPr>
          <a:xfrm xmlns:a="http://schemas.openxmlformats.org/drawingml/2006/main">
            <a:off x="1006030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5" name="Standardized person 71: affected">
            <a:extLst xmlns:a="http://schemas.openxmlformats.org/drawingml/2006/main">
              <a:ext uri="{FF2B5EF4-FFF2-40B4-BE49-F238E27FC236}">
                <a16:creationId xmlns:a16="http://schemas.microsoft.com/office/drawing/2014/main" id="{26E58F85-C442-4651-9F96-5AA90D4D7D45}"/>
              </a:ext>
            </a:extLst>
          </p:cNvPr>
          <p:cNvSpPr>
            <a:spLocks xmlns:a="http://schemas.openxmlformats.org/drawingml/2006/main" noGrp="1"/>
          </p:cNvSpPr>
          <p:nvPr/>
        </p:nvSpPr>
        <p:spPr>
          <a:xfrm xmlns:a="http://schemas.openxmlformats.org/drawingml/2006/main">
            <a:off x="1019175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6" name="Standardized person 72: affected">
            <a:extLst xmlns:a="http://schemas.openxmlformats.org/drawingml/2006/main">
              <a:ext uri="{FF2B5EF4-FFF2-40B4-BE49-F238E27FC236}">
                <a16:creationId xmlns:a16="http://schemas.microsoft.com/office/drawing/2014/main" id="{3432E943-2F09-47B8-801C-E8C6A98C1F9C}"/>
              </a:ext>
            </a:extLst>
          </p:cNvPr>
          <p:cNvSpPr>
            <a:spLocks xmlns:a="http://schemas.openxmlformats.org/drawingml/2006/main" noGrp="1"/>
          </p:cNvSpPr>
          <p:nvPr/>
        </p:nvSpPr>
        <p:spPr>
          <a:xfrm xmlns:a="http://schemas.openxmlformats.org/drawingml/2006/main">
            <a:off x="1032319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7" name="Standardized person 73: affected">
            <a:extLst xmlns:a="http://schemas.openxmlformats.org/drawingml/2006/main">
              <a:ext uri="{FF2B5EF4-FFF2-40B4-BE49-F238E27FC236}">
                <a16:creationId xmlns:a16="http://schemas.microsoft.com/office/drawing/2014/main" id="{86ACFC30-ED98-4153-A455-98E666FDB83E}"/>
              </a:ext>
            </a:extLst>
          </p:cNvPr>
          <p:cNvSpPr>
            <a:spLocks xmlns:a="http://schemas.openxmlformats.org/drawingml/2006/main" noGrp="1"/>
          </p:cNvSpPr>
          <p:nvPr/>
        </p:nvSpPr>
        <p:spPr>
          <a:xfrm xmlns:a="http://schemas.openxmlformats.org/drawingml/2006/main">
            <a:off x="1045464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8" name="Standardized person 74: affected">
            <a:extLst xmlns:a="http://schemas.openxmlformats.org/drawingml/2006/main">
              <a:ext uri="{FF2B5EF4-FFF2-40B4-BE49-F238E27FC236}">
                <a16:creationId xmlns:a16="http://schemas.microsoft.com/office/drawing/2014/main" id="{E178A28D-5760-4F91-AA80-D749876A13E1}"/>
              </a:ext>
            </a:extLst>
          </p:cNvPr>
          <p:cNvSpPr>
            <a:spLocks xmlns:a="http://schemas.openxmlformats.org/drawingml/2006/main" noGrp="1"/>
          </p:cNvSpPr>
          <p:nvPr/>
        </p:nvSpPr>
        <p:spPr>
          <a:xfrm xmlns:a="http://schemas.openxmlformats.org/drawingml/2006/main">
            <a:off x="1058608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79" name="Standardized person 75: affected">
            <a:extLst xmlns:a="http://schemas.openxmlformats.org/drawingml/2006/main">
              <a:ext uri="{FF2B5EF4-FFF2-40B4-BE49-F238E27FC236}">
                <a16:creationId xmlns:a16="http://schemas.microsoft.com/office/drawing/2014/main" id="{94B21AD1-0083-4F2D-8379-403F137DB284}"/>
              </a:ext>
            </a:extLst>
          </p:cNvPr>
          <p:cNvSpPr>
            <a:spLocks xmlns:a="http://schemas.openxmlformats.org/drawingml/2006/main" noGrp="1"/>
          </p:cNvSpPr>
          <p:nvPr/>
        </p:nvSpPr>
        <p:spPr>
          <a:xfrm xmlns:a="http://schemas.openxmlformats.org/drawingml/2006/main">
            <a:off x="1071753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0" name="Standardized person 76: affected">
            <a:extLst xmlns:a="http://schemas.openxmlformats.org/drawingml/2006/main">
              <a:ext uri="{FF2B5EF4-FFF2-40B4-BE49-F238E27FC236}">
                <a16:creationId xmlns:a16="http://schemas.microsoft.com/office/drawing/2014/main" id="{ABD442BD-ECA1-4AEA-86CF-3050A1DC23D5}"/>
              </a:ext>
            </a:extLst>
          </p:cNvPr>
          <p:cNvSpPr>
            <a:spLocks xmlns:a="http://schemas.openxmlformats.org/drawingml/2006/main" noGrp="1"/>
          </p:cNvSpPr>
          <p:nvPr/>
        </p:nvSpPr>
        <p:spPr>
          <a:xfrm xmlns:a="http://schemas.openxmlformats.org/drawingml/2006/main">
            <a:off x="1084897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1" name="Standardized person 77: affected">
            <a:extLst xmlns:a="http://schemas.openxmlformats.org/drawingml/2006/main">
              <a:ext uri="{FF2B5EF4-FFF2-40B4-BE49-F238E27FC236}">
                <a16:creationId xmlns:a16="http://schemas.microsoft.com/office/drawing/2014/main" id="{986D3F06-ED61-444F-AB54-3E165C837666}"/>
              </a:ext>
            </a:extLst>
          </p:cNvPr>
          <p:cNvSpPr>
            <a:spLocks xmlns:a="http://schemas.openxmlformats.org/drawingml/2006/main" noGrp="1"/>
          </p:cNvSpPr>
          <p:nvPr/>
        </p:nvSpPr>
        <p:spPr>
          <a:xfrm xmlns:a="http://schemas.openxmlformats.org/drawingml/2006/main">
            <a:off x="1098042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2" name="Standardized person 78: affected">
            <a:extLst xmlns:a="http://schemas.openxmlformats.org/drawingml/2006/main">
              <a:ext uri="{FF2B5EF4-FFF2-40B4-BE49-F238E27FC236}">
                <a16:creationId xmlns:a16="http://schemas.microsoft.com/office/drawing/2014/main" id="{E36B071C-63F8-4523-8FD4-E87E90760A47}"/>
              </a:ext>
            </a:extLst>
          </p:cNvPr>
          <p:cNvSpPr>
            <a:spLocks xmlns:a="http://schemas.openxmlformats.org/drawingml/2006/main" noGrp="1"/>
          </p:cNvSpPr>
          <p:nvPr/>
        </p:nvSpPr>
        <p:spPr>
          <a:xfrm xmlns:a="http://schemas.openxmlformats.org/drawingml/2006/main">
            <a:off x="1111186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3" name="Standardized person 79: affected">
            <a:extLst xmlns:a="http://schemas.openxmlformats.org/drawingml/2006/main">
              <a:ext uri="{FF2B5EF4-FFF2-40B4-BE49-F238E27FC236}">
                <a16:creationId xmlns:a16="http://schemas.microsoft.com/office/drawing/2014/main" id="{AA1FE553-B322-42A6-B20B-1C315DCA4690}"/>
              </a:ext>
            </a:extLst>
          </p:cNvPr>
          <p:cNvSpPr>
            <a:spLocks xmlns:a="http://schemas.openxmlformats.org/drawingml/2006/main" noGrp="1"/>
          </p:cNvSpPr>
          <p:nvPr/>
        </p:nvSpPr>
        <p:spPr>
          <a:xfrm xmlns:a="http://schemas.openxmlformats.org/drawingml/2006/main">
            <a:off x="11243310"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4" name="Standardized person 80: affected">
            <a:extLst xmlns:a="http://schemas.openxmlformats.org/drawingml/2006/main">
              <a:ext uri="{FF2B5EF4-FFF2-40B4-BE49-F238E27FC236}">
                <a16:creationId xmlns:a16="http://schemas.microsoft.com/office/drawing/2014/main" id="{B67E4CEA-3C90-42BF-ACD4-2A74D4687392}"/>
              </a:ext>
            </a:extLst>
          </p:cNvPr>
          <p:cNvSpPr>
            <a:spLocks xmlns:a="http://schemas.openxmlformats.org/drawingml/2006/main" noGrp="1"/>
          </p:cNvSpPr>
          <p:nvPr/>
        </p:nvSpPr>
        <p:spPr>
          <a:xfrm xmlns:a="http://schemas.openxmlformats.org/drawingml/2006/main">
            <a:off x="11374755" y="275158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5" name="Standardized person 81: affected">
            <a:extLst xmlns:a="http://schemas.openxmlformats.org/drawingml/2006/main">
              <a:ext uri="{FF2B5EF4-FFF2-40B4-BE49-F238E27FC236}">
                <a16:creationId xmlns:a16="http://schemas.microsoft.com/office/drawing/2014/main" id="{BBDDAB76-DA28-431F-9BD4-6D9B4DB2A14F}"/>
              </a:ext>
            </a:extLst>
          </p:cNvPr>
          <p:cNvSpPr>
            <a:spLocks xmlns:a="http://schemas.openxmlformats.org/drawingml/2006/main" noGrp="1"/>
          </p:cNvSpPr>
          <p:nvPr/>
        </p:nvSpPr>
        <p:spPr>
          <a:xfrm xmlns:a="http://schemas.openxmlformats.org/drawingml/2006/main">
            <a:off x="624840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6" name="Standardized person 82: affected">
            <a:extLst xmlns:a="http://schemas.openxmlformats.org/drawingml/2006/main">
              <a:ext uri="{FF2B5EF4-FFF2-40B4-BE49-F238E27FC236}">
                <a16:creationId xmlns:a16="http://schemas.microsoft.com/office/drawing/2014/main" id="{2E81B36A-A7FF-45CA-84B4-68DB278A0AE2}"/>
              </a:ext>
            </a:extLst>
          </p:cNvPr>
          <p:cNvSpPr>
            <a:spLocks xmlns:a="http://schemas.openxmlformats.org/drawingml/2006/main" noGrp="1"/>
          </p:cNvSpPr>
          <p:nvPr/>
        </p:nvSpPr>
        <p:spPr>
          <a:xfrm xmlns:a="http://schemas.openxmlformats.org/drawingml/2006/main">
            <a:off x="637984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7" name="Standardized person 83: affected">
            <a:extLst xmlns:a="http://schemas.openxmlformats.org/drawingml/2006/main">
              <a:ext uri="{FF2B5EF4-FFF2-40B4-BE49-F238E27FC236}">
                <a16:creationId xmlns:a16="http://schemas.microsoft.com/office/drawing/2014/main" id="{4E2B9B6C-1A6E-4F08-8AD4-531506EBB77F}"/>
              </a:ext>
            </a:extLst>
          </p:cNvPr>
          <p:cNvSpPr>
            <a:spLocks xmlns:a="http://schemas.openxmlformats.org/drawingml/2006/main" noGrp="1"/>
          </p:cNvSpPr>
          <p:nvPr/>
        </p:nvSpPr>
        <p:spPr>
          <a:xfrm xmlns:a="http://schemas.openxmlformats.org/drawingml/2006/main">
            <a:off x="651129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8" name="Standardized person 84: affected">
            <a:extLst xmlns:a="http://schemas.openxmlformats.org/drawingml/2006/main">
              <a:ext uri="{FF2B5EF4-FFF2-40B4-BE49-F238E27FC236}">
                <a16:creationId xmlns:a16="http://schemas.microsoft.com/office/drawing/2014/main" id="{7CA5632D-2C44-4631-941B-6BF15597692A}"/>
              </a:ext>
            </a:extLst>
          </p:cNvPr>
          <p:cNvSpPr>
            <a:spLocks xmlns:a="http://schemas.openxmlformats.org/drawingml/2006/main" noGrp="1"/>
          </p:cNvSpPr>
          <p:nvPr/>
        </p:nvSpPr>
        <p:spPr>
          <a:xfrm xmlns:a="http://schemas.openxmlformats.org/drawingml/2006/main">
            <a:off x="664273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89" name="Standardized person 85: affected">
            <a:extLst xmlns:a="http://schemas.openxmlformats.org/drawingml/2006/main">
              <a:ext uri="{FF2B5EF4-FFF2-40B4-BE49-F238E27FC236}">
                <a16:creationId xmlns:a16="http://schemas.microsoft.com/office/drawing/2014/main" id="{C5E2D88A-B064-49C9-9C4E-15529D25F61C}"/>
              </a:ext>
            </a:extLst>
          </p:cNvPr>
          <p:cNvSpPr>
            <a:spLocks xmlns:a="http://schemas.openxmlformats.org/drawingml/2006/main" noGrp="1"/>
          </p:cNvSpPr>
          <p:nvPr/>
        </p:nvSpPr>
        <p:spPr>
          <a:xfrm xmlns:a="http://schemas.openxmlformats.org/drawingml/2006/main">
            <a:off x="677418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0" name="Standardized person 86: affected">
            <a:extLst xmlns:a="http://schemas.openxmlformats.org/drawingml/2006/main">
              <a:ext uri="{FF2B5EF4-FFF2-40B4-BE49-F238E27FC236}">
                <a16:creationId xmlns:a16="http://schemas.microsoft.com/office/drawing/2014/main" id="{48713AEC-FCB2-41C5-A0B3-BCD7206559E5}"/>
              </a:ext>
            </a:extLst>
          </p:cNvPr>
          <p:cNvSpPr>
            <a:spLocks xmlns:a="http://schemas.openxmlformats.org/drawingml/2006/main" noGrp="1"/>
          </p:cNvSpPr>
          <p:nvPr/>
        </p:nvSpPr>
        <p:spPr>
          <a:xfrm xmlns:a="http://schemas.openxmlformats.org/drawingml/2006/main">
            <a:off x="690562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1" name="Standardized person 87: affected">
            <a:extLst xmlns:a="http://schemas.openxmlformats.org/drawingml/2006/main">
              <a:ext uri="{FF2B5EF4-FFF2-40B4-BE49-F238E27FC236}">
                <a16:creationId xmlns:a16="http://schemas.microsoft.com/office/drawing/2014/main" id="{491C191F-6D5E-4E0E-BB74-D57A6357E272}"/>
              </a:ext>
            </a:extLst>
          </p:cNvPr>
          <p:cNvSpPr>
            <a:spLocks xmlns:a="http://schemas.openxmlformats.org/drawingml/2006/main" noGrp="1"/>
          </p:cNvSpPr>
          <p:nvPr/>
        </p:nvSpPr>
        <p:spPr>
          <a:xfrm xmlns:a="http://schemas.openxmlformats.org/drawingml/2006/main">
            <a:off x="703707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2" name="Standardized person 88: affected">
            <a:extLst xmlns:a="http://schemas.openxmlformats.org/drawingml/2006/main">
              <a:ext uri="{FF2B5EF4-FFF2-40B4-BE49-F238E27FC236}">
                <a16:creationId xmlns:a16="http://schemas.microsoft.com/office/drawing/2014/main" id="{A9C3DE25-13FC-4701-9CD1-0D30D9B3064B}"/>
              </a:ext>
            </a:extLst>
          </p:cNvPr>
          <p:cNvSpPr>
            <a:spLocks xmlns:a="http://schemas.openxmlformats.org/drawingml/2006/main" noGrp="1"/>
          </p:cNvSpPr>
          <p:nvPr/>
        </p:nvSpPr>
        <p:spPr>
          <a:xfrm xmlns:a="http://schemas.openxmlformats.org/drawingml/2006/main">
            <a:off x="716851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3" name="Standardized person 89: affected">
            <a:extLst xmlns:a="http://schemas.openxmlformats.org/drawingml/2006/main">
              <a:ext uri="{FF2B5EF4-FFF2-40B4-BE49-F238E27FC236}">
                <a16:creationId xmlns:a16="http://schemas.microsoft.com/office/drawing/2014/main" id="{FB059CC9-CCB8-4BB5-A0AC-F4AD3182BAE1}"/>
              </a:ext>
            </a:extLst>
          </p:cNvPr>
          <p:cNvSpPr>
            <a:spLocks xmlns:a="http://schemas.openxmlformats.org/drawingml/2006/main" noGrp="1"/>
          </p:cNvSpPr>
          <p:nvPr/>
        </p:nvSpPr>
        <p:spPr>
          <a:xfrm xmlns:a="http://schemas.openxmlformats.org/drawingml/2006/main">
            <a:off x="729996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4" name="Standardized person 90: affected">
            <a:extLst xmlns:a="http://schemas.openxmlformats.org/drawingml/2006/main">
              <a:ext uri="{FF2B5EF4-FFF2-40B4-BE49-F238E27FC236}">
                <a16:creationId xmlns:a16="http://schemas.microsoft.com/office/drawing/2014/main" id="{A0427A99-9962-4B8C-A6A4-B911E13459AF}"/>
              </a:ext>
            </a:extLst>
          </p:cNvPr>
          <p:cNvSpPr>
            <a:spLocks xmlns:a="http://schemas.openxmlformats.org/drawingml/2006/main" noGrp="1"/>
          </p:cNvSpPr>
          <p:nvPr/>
        </p:nvSpPr>
        <p:spPr>
          <a:xfrm xmlns:a="http://schemas.openxmlformats.org/drawingml/2006/main">
            <a:off x="743140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5" name="Standardized person 91: affected">
            <a:extLst xmlns:a="http://schemas.openxmlformats.org/drawingml/2006/main">
              <a:ext uri="{FF2B5EF4-FFF2-40B4-BE49-F238E27FC236}">
                <a16:creationId xmlns:a16="http://schemas.microsoft.com/office/drawing/2014/main" id="{0877D309-ACD7-4962-8668-D40CDA4F8BF1}"/>
              </a:ext>
            </a:extLst>
          </p:cNvPr>
          <p:cNvSpPr>
            <a:spLocks xmlns:a="http://schemas.openxmlformats.org/drawingml/2006/main" noGrp="1"/>
          </p:cNvSpPr>
          <p:nvPr/>
        </p:nvSpPr>
        <p:spPr>
          <a:xfrm xmlns:a="http://schemas.openxmlformats.org/drawingml/2006/main">
            <a:off x="756285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6" name="Standardized person 92: affected">
            <a:extLst xmlns:a="http://schemas.openxmlformats.org/drawingml/2006/main">
              <a:ext uri="{FF2B5EF4-FFF2-40B4-BE49-F238E27FC236}">
                <a16:creationId xmlns:a16="http://schemas.microsoft.com/office/drawing/2014/main" id="{FBB5DC9D-051B-4A51-A3D8-330B16668FBD}"/>
              </a:ext>
            </a:extLst>
          </p:cNvPr>
          <p:cNvSpPr>
            <a:spLocks xmlns:a="http://schemas.openxmlformats.org/drawingml/2006/main" noGrp="1"/>
          </p:cNvSpPr>
          <p:nvPr/>
        </p:nvSpPr>
        <p:spPr>
          <a:xfrm xmlns:a="http://schemas.openxmlformats.org/drawingml/2006/main">
            <a:off x="769429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7" name="Standardized person 93: affected">
            <a:extLst xmlns:a="http://schemas.openxmlformats.org/drawingml/2006/main">
              <a:ext uri="{FF2B5EF4-FFF2-40B4-BE49-F238E27FC236}">
                <a16:creationId xmlns:a16="http://schemas.microsoft.com/office/drawing/2014/main" id="{091027A0-DB55-477B-99DB-EB8070B49F9A}"/>
              </a:ext>
            </a:extLst>
          </p:cNvPr>
          <p:cNvSpPr>
            <a:spLocks xmlns:a="http://schemas.openxmlformats.org/drawingml/2006/main" noGrp="1"/>
          </p:cNvSpPr>
          <p:nvPr/>
        </p:nvSpPr>
        <p:spPr>
          <a:xfrm xmlns:a="http://schemas.openxmlformats.org/drawingml/2006/main">
            <a:off x="782574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8" name="Standardized person 94: affected">
            <a:extLst xmlns:a="http://schemas.openxmlformats.org/drawingml/2006/main">
              <a:ext uri="{FF2B5EF4-FFF2-40B4-BE49-F238E27FC236}">
                <a16:creationId xmlns:a16="http://schemas.microsoft.com/office/drawing/2014/main" id="{38504CC6-F641-4C5C-91A7-8F41E7C316FC}"/>
              </a:ext>
            </a:extLst>
          </p:cNvPr>
          <p:cNvSpPr>
            <a:spLocks xmlns:a="http://schemas.openxmlformats.org/drawingml/2006/main" noGrp="1"/>
          </p:cNvSpPr>
          <p:nvPr/>
        </p:nvSpPr>
        <p:spPr>
          <a:xfrm xmlns:a="http://schemas.openxmlformats.org/drawingml/2006/main">
            <a:off x="795718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099" name="Standardized person 95: affected">
            <a:extLst xmlns:a="http://schemas.openxmlformats.org/drawingml/2006/main">
              <a:ext uri="{FF2B5EF4-FFF2-40B4-BE49-F238E27FC236}">
                <a16:creationId xmlns:a16="http://schemas.microsoft.com/office/drawing/2014/main" id="{4F344916-1C5D-4328-B08F-50176BEC5A1D}"/>
              </a:ext>
            </a:extLst>
          </p:cNvPr>
          <p:cNvSpPr>
            <a:spLocks xmlns:a="http://schemas.openxmlformats.org/drawingml/2006/main" noGrp="1"/>
          </p:cNvSpPr>
          <p:nvPr/>
        </p:nvSpPr>
        <p:spPr>
          <a:xfrm xmlns:a="http://schemas.openxmlformats.org/drawingml/2006/main">
            <a:off x="808863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0" name="Standardized person 96: affected">
            <a:extLst xmlns:a="http://schemas.openxmlformats.org/drawingml/2006/main">
              <a:ext uri="{FF2B5EF4-FFF2-40B4-BE49-F238E27FC236}">
                <a16:creationId xmlns:a16="http://schemas.microsoft.com/office/drawing/2014/main" id="{C46024AF-86FF-407B-9D1F-EF074292B8DF}"/>
              </a:ext>
            </a:extLst>
          </p:cNvPr>
          <p:cNvSpPr>
            <a:spLocks xmlns:a="http://schemas.openxmlformats.org/drawingml/2006/main" noGrp="1"/>
          </p:cNvSpPr>
          <p:nvPr/>
        </p:nvSpPr>
        <p:spPr>
          <a:xfrm xmlns:a="http://schemas.openxmlformats.org/drawingml/2006/main">
            <a:off x="822007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1" name="Standardized person 97: affected">
            <a:extLst xmlns:a="http://schemas.openxmlformats.org/drawingml/2006/main">
              <a:ext uri="{FF2B5EF4-FFF2-40B4-BE49-F238E27FC236}">
                <a16:creationId xmlns:a16="http://schemas.microsoft.com/office/drawing/2014/main" id="{CA04BD97-ED1E-48CC-A7DB-63E0935757D2}"/>
              </a:ext>
            </a:extLst>
          </p:cNvPr>
          <p:cNvSpPr>
            <a:spLocks xmlns:a="http://schemas.openxmlformats.org/drawingml/2006/main" noGrp="1"/>
          </p:cNvSpPr>
          <p:nvPr/>
        </p:nvSpPr>
        <p:spPr>
          <a:xfrm xmlns:a="http://schemas.openxmlformats.org/drawingml/2006/main">
            <a:off x="835152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2" name="Standardized person 98: affected">
            <a:extLst xmlns:a="http://schemas.openxmlformats.org/drawingml/2006/main">
              <a:ext uri="{FF2B5EF4-FFF2-40B4-BE49-F238E27FC236}">
                <a16:creationId xmlns:a16="http://schemas.microsoft.com/office/drawing/2014/main" id="{3D19A36E-85EE-444C-A665-6D112757778E}"/>
              </a:ext>
            </a:extLst>
          </p:cNvPr>
          <p:cNvSpPr>
            <a:spLocks xmlns:a="http://schemas.openxmlformats.org/drawingml/2006/main" noGrp="1"/>
          </p:cNvSpPr>
          <p:nvPr/>
        </p:nvSpPr>
        <p:spPr>
          <a:xfrm xmlns:a="http://schemas.openxmlformats.org/drawingml/2006/main">
            <a:off x="848296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3" name="Standardized person 99: affected">
            <a:extLst xmlns:a="http://schemas.openxmlformats.org/drawingml/2006/main">
              <a:ext uri="{FF2B5EF4-FFF2-40B4-BE49-F238E27FC236}">
                <a16:creationId xmlns:a16="http://schemas.microsoft.com/office/drawing/2014/main" id="{E61CE76B-037A-4680-B239-9881E59DC84B}"/>
              </a:ext>
            </a:extLst>
          </p:cNvPr>
          <p:cNvSpPr>
            <a:spLocks xmlns:a="http://schemas.openxmlformats.org/drawingml/2006/main" noGrp="1"/>
          </p:cNvSpPr>
          <p:nvPr/>
        </p:nvSpPr>
        <p:spPr>
          <a:xfrm xmlns:a="http://schemas.openxmlformats.org/drawingml/2006/main">
            <a:off x="861441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4" name="Standardized person 100: affected">
            <a:extLst xmlns:a="http://schemas.openxmlformats.org/drawingml/2006/main">
              <a:ext uri="{FF2B5EF4-FFF2-40B4-BE49-F238E27FC236}">
                <a16:creationId xmlns:a16="http://schemas.microsoft.com/office/drawing/2014/main" id="{4806E5EB-5283-4512-A531-ADB6EBCA8356}"/>
              </a:ext>
            </a:extLst>
          </p:cNvPr>
          <p:cNvSpPr>
            <a:spLocks xmlns:a="http://schemas.openxmlformats.org/drawingml/2006/main" noGrp="1"/>
          </p:cNvSpPr>
          <p:nvPr/>
        </p:nvSpPr>
        <p:spPr>
          <a:xfrm xmlns:a="http://schemas.openxmlformats.org/drawingml/2006/main">
            <a:off x="874585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5" name="Standardized person 101: affected">
            <a:extLst xmlns:a="http://schemas.openxmlformats.org/drawingml/2006/main">
              <a:ext uri="{FF2B5EF4-FFF2-40B4-BE49-F238E27FC236}">
                <a16:creationId xmlns:a16="http://schemas.microsoft.com/office/drawing/2014/main" id="{975E4FB9-E62F-4CE2-BB52-F765A7417664}"/>
              </a:ext>
            </a:extLst>
          </p:cNvPr>
          <p:cNvSpPr>
            <a:spLocks xmlns:a="http://schemas.openxmlformats.org/drawingml/2006/main" noGrp="1"/>
          </p:cNvSpPr>
          <p:nvPr/>
        </p:nvSpPr>
        <p:spPr>
          <a:xfrm xmlns:a="http://schemas.openxmlformats.org/drawingml/2006/main">
            <a:off x="887730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6" name="Standardized person 102: affected">
            <a:extLst xmlns:a="http://schemas.openxmlformats.org/drawingml/2006/main">
              <a:ext uri="{FF2B5EF4-FFF2-40B4-BE49-F238E27FC236}">
                <a16:creationId xmlns:a16="http://schemas.microsoft.com/office/drawing/2014/main" id="{2C526682-CE96-4089-8284-4302FF3D029D}"/>
              </a:ext>
            </a:extLst>
          </p:cNvPr>
          <p:cNvSpPr>
            <a:spLocks xmlns:a="http://schemas.openxmlformats.org/drawingml/2006/main" noGrp="1"/>
          </p:cNvSpPr>
          <p:nvPr/>
        </p:nvSpPr>
        <p:spPr>
          <a:xfrm xmlns:a="http://schemas.openxmlformats.org/drawingml/2006/main">
            <a:off x="900874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7" name="Standardized person 103: affected">
            <a:extLst xmlns:a="http://schemas.openxmlformats.org/drawingml/2006/main">
              <a:ext uri="{FF2B5EF4-FFF2-40B4-BE49-F238E27FC236}">
                <a16:creationId xmlns:a16="http://schemas.microsoft.com/office/drawing/2014/main" id="{169E68AC-A6F8-47F9-8B7F-52B4C9B071FE}"/>
              </a:ext>
            </a:extLst>
          </p:cNvPr>
          <p:cNvSpPr>
            <a:spLocks xmlns:a="http://schemas.openxmlformats.org/drawingml/2006/main" noGrp="1"/>
          </p:cNvSpPr>
          <p:nvPr/>
        </p:nvSpPr>
        <p:spPr>
          <a:xfrm xmlns:a="http://schemas.openxmlformats.org/drawingml/2006/main">
            <a:off x="914019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8" name="Standardized person 104: affected">
            <a:extLst xmlns:a="http://schemas.openxmlformats.org/drawingml/2006/main">
              <a:ext uri="{FF2B5EF4-FFF2-40B4-BE49-F238E27FC236}">
                <a16:creationId xmlns:a16="http://schemas.microsoft.com/office/drawing/2014/main" id="{21EED462-351D-4FA7-8E1A-6DFF1364E2C7}"/>
              </a:ext>
            </a:extLst>
          </p:cNvPr>
          <p:cNvSpPr>
            <a:spLocks xmlns:a="http://schemas.openxmlformats.org/drawingml/2006/main" noGrp="1"/>
          </p:cNvSpPr>
          <p:nvPr/>
        </p:nvSpPr>
        <p:spPr>
          <a:xfrm xmlns:a="http://schemas.openxmlformats.org/drawingml/2006/main">
            <a:off x="927163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09" name="Standardized person 105: affected">
            <a:extLst xmlns:a="http://schemas.openxmlformats.org/drawingml/2006/main">
              <a:ext uri="{FF2B5EF4-FFF2-40B4-BE49-F238E27FC236}">
                <a16:creationId xmlns:a16="http://schemas.microsoft.com/office/drawing/2014/main" id="{711C64B2-487E-4C50-A96C-375EE37BB003}"/>
              </a:ext>
            </a:extLst>
          </p:cNvPr>
          <p:cNvSpPr>
            <a:spLocks xmlns:a="http://schemas.openxmlformats.org/drawingml/2006/main" noGrp="1"/>
          </p:cNvSpPr>
          <p:nvPr/>
        </p:nvSpPr>
        <p:spPr>
          <a:xfrm xmlns:a="http://schemas.openxmlformats.org/drawingml/2006/main">
            <a:off x="940308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0" name="Standardized person 106: affected">
            <a:extLst xmlns:a="http://schemas.openxmlformats.org/drawingml/2006/main">
              <a:ext uri="{FF2B5EF4-FFF2-40B4-BE49-F238E27FC236}">
                <a16:creationId xmlns:a16="http://schemas.microsoft.com/office/drawing/2014/main" id="{CC884EC6-74D0-4F24-AB42-D877EC223424}"/>
              </a:ext>
            </a:extLst>
          </p:cNvPr>
          <p:cNvSpPr>
            <a:spLocks xmlns:a="http://schemas.openxmlformats.org/drawingml/2006/main" noGrp="1"/>
          </p:cNvSpPr>
          <p:nvPr/>
        </p:nvSpPr>
        <p:spPr>
          <a:xfrm xmlns:a="http://schemas.openxmlformats.org/drawingml/2006/main">
            <a:off x="953452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1" name="Standardized person 107: affected">
            <a:extLst xmlns:a="http://schemas.openxmlformats.org/drawingml/2006/main">
              <a:ext uri="{FF2B5EF4-FFF2-40B4-BE49-F238E27FC236}">
                <a16:creationId xmlns:a16="http://schemas.microsoft.com/office/drawing/2014/main" id="{B8B5AA6C-8823-4C20-B05C-1C4E8DA6CCCF}"/>
              </a:ext>
            </a:extLst>
          </p:cNvPr>
          <p:cNvSpPr>
            <a:spLocks xmlns:a="http://schemas.openxmlformats.org/drawingml/2006/main" noGrp="1"/>
          </p:cNvSpPr>
          <p:nvPr/>
        </p:nvSpPr>
        <p:spPr>
          <a:xfrm xmlns:a="http://schemas.openxmlformats.org/drawingml/2006/main">
            <a:off x="966597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2" name="Standardized person 108: affected">
            <a:extLst xmlns:a="http://schemas.openxmlformats.org/drawingml/2006/main">
              <a:ext uri="{FF2B5EF4-FFF2-40B4-BE49-F238E27FC236}">
                <a16:creationId xmlns:a16="http://schemas.microsoft.com/office/drawing/2014/main" id="{72F1FDD4-A7A9-4B2E-BB14-3084361E5404}"/>
              </a:ext>
            </a:extLst>
          </p:cNvPr>
          <p:cNvSpPr>
            <a:spLocks xmlns:a="http://schemas.openxmlformats.org/drawingml/2006/main" noGrp="1"/>
          </p:cNvSpPr>
          <p:nvPr/>
        </p:nvSpPr>
        <p:spPr>
          <a:xfrm xmlns:a="http://schemas.openxmlformats.org/drawingml/2006/main">
            <a:off x="979741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3" name="Standardized person 109: affected">
            <a:extLst xmlns:a="http://schemas.openxmlformats.org/drawingml/2006/main">
              <a:ext uri="{FF2B5EF4-FFF2-40B4-BE49-F238E27FC236}">
                <a16:creationId xmlns:a16="http://schemas.microsoft.com/office/drawing/2014/main" id="{D0CEC3E7-1F0C-407A-B633-8362867956C8}"/>
              </a:ext>
            </a:extLst>
          </p:cNvPr>
          <p:cNvSpPr>
            <a:spLocks xmlns:a="http://schemas.openxmlformats.org/drawingml/2006/main" noGrp="1"/>
          </p:cNvSpPr>
          <p:nvPr/>
        </p:nvSpPr>
        <p:spPr>
          <a:xfrm xmlns:a="http://schemas.openxmlformats.org/drawingml/2006/main">
            <a:off x="992886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4" name="Standardized person 110: affected">
            <a:extLst xmlns:a="http://schemas.openxmlformats.org/drawingml/2006/main">
              <a:ext uri="{FF2B5EF4-FFF2-40B4-BE49-F238E27FC236}">
                <a16:creationId xmlns:a16="http://schemas.microsoft.com/office/drawing/2014/main" id="{584567B8-B8F1-4C47-92DC-F3E286F940C8}"/>
              </a:ext>
            </a:extLst>
          </p:cNvPr>
          <p:cNvSpPr>
            <a:spLocks xmlns:a="http://schemas.openxmlformats.org/drawingml/2006/main" noGrp="1"/>
          </p:cNvSpPr>
          <p:nvPr/>
        </p:nvSpPr>
        <p:spPr>
          <a:xfrm xmlns:a="http://schemas.openxmlformats.org/drawingml/2006/main">
            <a:off x="1006030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5" name="Standardized person 111: affected">
            <a:extLst xmlns:a="http://schemas.openxmlformats.org/drawingml/2006/main">
              <a:ext uri="{FF2B5EF4-FFF2-40B4-BE49-F238E27FC236}">
                <a16:creationId xmlns:a16="http://schemas.microsoft.com/office/drawing/2014/main" id="{4135EECF-4ED8-4FD9-A2A6-E624ECA89EAC}"/>
              </a:ext>
            </a:extLst>
          </p:cNvPr>
          <p:cNvSpPr>
            <a:spLocks xmlns:a="http://schemas.openxmlformats.org/drawingml/2006/main" noGrp="1"/>
          </p:cNvSpPr>
          <p:nvPr/>
        </p:nvSpPr>
        <p:spPr>
          <a:xfrm xmlns:a="http://schemas.openxmlformats.org/drawingml/2006/main">
            <a:off x="1019175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6" name="Standardized person 112: affected">
            <a:extLst xmlns:a="http://schemas.openxmlformats.org/drawingml/2006/main">
              <a:ext uri="{FF2B5EF4-FFF2-40B4-BE49-F238E27FC236}">
                <a16:creationId xmlns:a16="http://schemas.microsoft.com/office/drawing/2014/main" id="{D91DFE7D-0E47-4859-9B1E-DA9EE7DD1B8A}"/>
              </a:ext>
            </a:extLst>
          </p:cNvPr>
          <p:cNvSpPr>
            <a:spLocks xmlns:a="http://schemas.openxmlformats.org/drawingml/2006/main" noGrp="1"/>
          </p:cNvSpPr>
          <p:nvPr/>
        </p:nvSpPr>
        <p:spPr>
          <a:xfrm xmlns:a="http://schemas.openxmlformats.org/drawingml/2006/main">
            <a:off x="1032319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7" name="Standardized person 113: affected">
            <a:extLst xmlns:a="http://schemas.openxmlformats.org/drawingml/2006/main">
              <a:ext uri="{FF2B5EF4-FFF2-40B4-BE49-F238E27FC236}">
                <a16:creationId xmlns:a16="http://schemas.microsoft.com/office/drawing/2014/main" id="{C7B626B8-9E89-428A-B7C8-51694A9E91E2}"/>
              </a:ext>
            </a:extLst>
          </p:cNvPr>
          <p:cNvSpPr>
            <a:spLocks xmlns:a="http://schemas.openxmlformats.org/drawingml/2006/main" noGrp="1"/>
          </p:cNvSpPr>
          <p:nvPr/>
        </p:nvSpPr>
        <p:spPr>
          <a:xfrm xmlns:a="http://schemas.openxmlformats.org/drawingml/2006/main">
            <a:off x="1045464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8" name="Standardized person 114: affected">
            <a:extLst xmlns:a="http://schemas.openxmlformats.org/drawingml/2006/main">
              <a:ext uri="{FF2B5EF4-FFF2-40B4-BE49-F238E27FC236}">
                <a16:creationId xmlns:a16="http://schemas.microsoft.com/office/drawing/2014/main" id="{F8C0DBD6-F96F-4E3D-92F6-C11551319927}"/>
              </a:ext>
            </a:extLst>
          </p:cNvPr>
          <p:cNvSpPr>
            <a:spLocks xmlns:a="http://schemas.openxmlformats.org/drawingml/2006/main" noGrp="1"/>
          </p:cNvSpPr>
          <p:nvPr/>
        </p:nvSpPr>
        <p:spPr>
          <a:xfrm xmlns:a="http://schemas.openxmlformats.org/drawingml/2006/main">
            <a:off x="1058608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19" name="Standardized person 115: affected">
            <a:extLst xmlns:a="http://schemas.openxmlformats.org/drawingml/2006/main">
              <a:ext uri="{FF2B5EF4-FFF2-40B4-BE49-F238E27FC236}">
                <a16:creationId xmlns:a16="http://schemas.microsoft.com/office/drawing/2014/main" id="{DED2D1A7-9855-490F-B0C2-11A247E189CB}"/>
              </a:ext>
            </a:extLst>
          </p:cNvPr>
          <p:cNvSpPr>
            <a:spLocks xmlns:a="http://schemas.openxmlformats.org/drawingml/2006/main" noGrp="1"/>
          </p:cNvSpPr>
          <p:nvPr/>
        </p:nvSpPr>
        <p:spPr>
          <a:xfrm xmlns:a="http://schemas.openxmlformats.org/drawingml/2006/main">
            <a:off x="1071753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0" name="Standardized person 116: affected">
            <a:extLst xmlns:a="http://schemas.openxmlformats.org/drawingml/2006/main">
              <a:ext uri="{FF2B5EF4-FFF2-40B4-BE49-F238E27FC236}">
                <a16:creationId xmlns:a16="http://schemas.microsoft.com/office/drawing/2014/main" id="{41890BEC-BEDC-4BB0-A46E-CB54943D01E4}"/>
              </a:ext>
            </a:extLst>
          </p:cNvPr>
          <p:cNvSpPr>
            <a:spLocks xmlns:a="http://schemas.openxmlformats.org/drawingml/2006/main" noGrp="1"/>
          </p:cNvSpPr>
          <p:nvPr/>
        </p:nvSpPr>
        <p:spPr>
          <a:xfrm xmlns:a="http://schemas.openxmlformats.org/drawingml/2006/main">
            <a:off x="1084897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1" name="Standardized person 117: affected">
            <a:extLst xmlns:a="http://schemas.openxmlformats.org/drawingml/2006/main">
              <a:ext uri="{FF2B5EF4-FFF2-40B4-BE49-F238E27FC236}">
                <a16:creationId xmlns:a16="http://schemas.microsoft.com/office/drawing/2014/main" id="{71B34210-7791-46CB-8582-C72DB1A39470}"/>
              </a:ext>
            </a:extLst>
          </p:cNvPr>
          <p:cNvSpPr>
            <a:spLocks xmlns:a="http://schemas.openxmlformats.org/drawingml/2006/main" noGrp="1"/>
          </p:cNvSpPr>
          <p:nvPr/>
        </p:nvSpPr>
        <p:spPr>
          <a:xfrm xmlns:a="http://schemas.openxmlformats.org/drawingml/2006/main">
            <a:off x="1098042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2" name="Standardized person 118: affected">
            <a:extLst xmlns:a="http://schemas.openxmlformats.org/drawingml/2006/main">
              <a:ext uri="{FF2B5EF4-FFF2-40B4-BE49-F238E27FC236}">
                <a16:creationId xmlns:a16="http://schemas.microsoft.com/office/drawing/2014/main" id="{045B7F7B-A61D-4047-8671-D5301A60CC0E}"/>
              </a:ext>
            </a:extLst>
          </p:cNvPr>
          <p:cNvSpPr>
            <a:spLocks xmlns:a="http://schemas.openxmlformats.org/drawingml/2006/main" noGrp="1"/>
          </p:cNvSpPr>
          <p:nvPr/>
        </p:nvSpPr>
        <p:spPr>
          <a:xfrm xmlns:a="http://schemas.openxmlformats.org/drawingml/2006/main">
            <a:off x="1111186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3" name="Standardized person 119: affected">
            <a:extLst xmlns:a="http://schemas.openxmlformats.org/drawingml/2006/main">
              <a:ext uri="{FF2B5EF4-FFF2-40B4-BE49-F238E27FC236}">
                <a16:creationId xmlns:a16="http://schemas.microsoft.com/office/drawing/2014/main" id="{0FCA798A-3112-4FB8-9D70-BB97F58BE560}"/>
              </a:ext>
            </a:extLst>
          </p:cNvPr>
          <p:cNvSpPr>
            <a:spLocks xmlns:a="http://schemas.openxmlformats.org/drawingml/2006/main" noGrp="1"/>
          </p:cNvSpPr>
          <p:nvPr/>
        </p:nvSpPr>
        <p:spPr>
          <a:xfrm xmlns:a="http://schemas.openxmlformats.org/drawingml/2006/main">
            <a:off x="11243310"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4" name="Standardized person 120: affected">
            <a:extLst xmlns:a="http://schemas.openxmlformats.org/drawingml/2006/main">
              <a:ext uri="{FF2B5EF4-FFF2-40B4-BE49-F238E27FC236}">
                <a16:creationId xmlns:a16="http://schemas.microsoft.com/office/drawing/2014/main" id="{307017CE-9820-4BBF-AE7E-D636B8EF58C4}"/>
              </a:ext>
            </a:extLst>
          </p:cNvPr>
          <p:cNvSpPr>
            <a:spLocks xmlns:a="http://schemas.openxmlformats.org/drawingml/2006/main" noGrp="1"/>
          </p:cNvSpPr>
          <p:nvPr/>
        </p:nvSpPr>
        <p:spPr>
          <a:xfrm xmlns:a="http://schemas.openxmlformats.org/drawingml/2006/main">
            <a:off x="11374755" y="2855214"/>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5" name="Standardized person 121: affected">
            <a:extLst xmlns:a="http://schemas.openxmlformats.org/drawingml/2006/main">
              <a:ext uri="{FF2B5EF4-FFF2-40B4-BE49-F238E27FC236}">
                <a16:creationId xmlns:a16="http://schemas.microsoft.com/office/drawing/2014/main" id="{6AC0AEB5-E0FF-464E-92B6-D0D4931CFCFC}"/>
              </a:ext>
            </a:extLst>
          </p:cNvPr>
          <p:cNvSpPr>
            <a:spLocks xmlns:a="http://schemas.openxmlformats.org/drawingml/2006/main" noGrp="1"/>
          </p:cNvSpPr>
          <p:nvPr/>
        </p:nvSpPr>
        <p:spPr>
          <a:xfrm xmlns:a="http://schemas.openxmlformats.org/drawingml/2006/main">
            <a:off x="624840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6" name="Standardized person 122: affected">
            <a:extLst xmlns:a="http://schemas.openxmlformats.org/drawingml/2006/main">
              <a:ext uri="{FF2B5EF4-FFF2-40B4-BE49-F238E27FC236}">
                <a16:creationId xmlns:a16="http://schemas.microsoft.com/office/drawing/2014/main" id="{FB3D3BA8-A138-4C50-BFF4-AEFC7A2BECAF}"/>
              </a:ext>
            </a:extLst>
          </p:cNvPr>
          <p:cNvSpPr>
            <a:spLocks xmlns:a="http://schemas.openxmlformats.org/drawingml/2006/main" noGrp="1"/>
          </p:cNvSpPr>
          <p:nvPr/>
        </p:nvSpPr>
        <p:spPr>
          <a:xfrm xmlns:a="http://schemas.openxmlformats.org/drawingml/2006/main">
            <a:off x="637984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7" name="Standardized person 123: affected">
            <a:extLst xmlns:a="http://schemas.openxmlformats.org/drawingml/2006/main">
              <a:ext uri="{FF2B5EF4-FFF2-40B4-BE49-F238E27FC236}">
                <a16:creationId xmlns:a16="http://schemas.microsoft.com/office/drawing/2014/main" id="{5F74B45B-5BB5-4D49-B705-3184C65F7C4F}"/>
              </a:ext>
            </a:extLst>
          </p:cNvPr>
          <p:cNvSpPr>
            <a:spLocks xmlns:a="http://schemas.openxmlformats.org/drawingml/2006/main" noGrp="1"/>
          </p:cNvSpPr>
          <p:nvPr/>
        </p:nvSpPr>
        <p:spPr>
          <a:xfrm xmlns:a="http://schemas.openxmlformats.org/drawingml/2006/main">
            <a:off x="651129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8" name="Standardized person 124: affected">
            <a:extLst xmlns:a="http://schemas.openxmlformats.org/drawingml/2006/main">
              <a:ext uri="{FF2B5EF4-FFF2-40B4-BE49-F238E27FC236}">
                <a16:creationId xmlns:a16="http://schemas.microsoft.com/office/drawing/2014/main" id="{929F22C3-53EF-4909-AFA6-89A8120DE524}"/>
              </a:ext>
            </a:extLst>
          </p:cNvPr>
          <p:cNvSpPr>
            <a:spLocks xmlns:a="http://schemas.openxmlformats.org/drawingml/2006/main" noGrp="1"/>
          </p:cNvSpPr>
          <p:nvPr/>
        </p:nvSpPr>
        <p:spPr>
          <a:xfrm xmlns:a="http://schemas.openxmlformats.org/drawingml/2006/main">
            <a:off x="664273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29" name="Standardized person 125: affected">
            <a:extLst xmlns:a="http://schemas.openxmlformats.org/drawingml/2006/main">
              <a:ext uri="{FF2B5EF4-FFF2-40B4-BE49-F238E27FC236}">
                <a16:creationId xmlns:a16="http://schemas.microsoft.com/office/drawing/2014/main" id="{F0955DBF-99E5-47E6-B26F-4FA80749C101}"/>
              </a:ext>
            </a:extLst>
          </p:cNvPr>
          <p:cNvSpPr>
            <a:spLocks xmlns:a="http://schemas.openxmlformats.org/drawingml/2006/main" noGrp="1"/>
          </p:cNvSpPr>
          <p:nvPr/>
        </p:nvSpPr>
        <p:spPr>
          <a:xfrm xmlns:a="http://schemas.openxmlformats.org/drawingml/2006/main">
            <a:off x="677418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0" name="Standardized person 126: affected">
            <a:extLst xmlns:a="http://schemas.openxmlformats.org/drawingml/2006/main">
              <a:ext uri="{FF2B5EF4-FFF2-40B4-BE49-F238E27FC236}">
                <a16:creationId xmlns:a16="http://schemas.microsoft.com/office/drawing/2014/main" id="{8EAA2258-D525-4527-BA41-76A68C825C42}"/>
              </a:ext>
            </a:extLst>
          </p:cNvPr>
          <p:cNvSpPr>
            <a:spLocks xmlns:a="http://schemas.openxmlformats.org/drawingml/2006/main" noGrp="1"/>
          </p:cNvSpPr>
          <p:nvPr/>
        </p:nvSpPr>
        <p:spPr>
          <a:xfrm xmlns:a="http://schemas.openxmlformats.org/drawingml/2006/main">
            <a:off x="690562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1" name="Standardized person 127: affected">
            <a:extLst xmlns:a="http://schemas.openxmlformats.org/drawingml/2006/main">
              <a:ext uri="{FF2B5EF4-FFF2-40B4-BE49-F238E27FC236}">
                <a16:creationId xmlns:a16="http://schemas.microsoft.com/office/drawing/2014/main" id="{83C10675-F4FB-4AE0-A625-DB5625B3BFC0}"/>
              </a:ext>
            </a:extLst>
          </p:cNvPr>
          <p:cNvSpPr>
            <a:spLocks xmlns:a="http://schemas.openxmlformats.org/drawingml/2006/main" noGrp="1"/>
          </p:cNvSpPr>
          <p:nvPr/>
        </p:nvSpPr>
        <p:spPr>
          <a:xfrm xmlns:a="http://schemas.openxmlformats.org/drawingml/2006/main">
            <a:off x="703707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2" name="Standardized person 128: affected">
            <a:extLst xmlns:a="http://schemas.openxmlformats.org/drawingml/2006/main">
              <a:ext uri="{FF2B5EF4-FFF2-40B4-BE49-F238E27FC236}">
                <a16:creationId xmlns:a16="http://schemas.microsoft.com/office/drawing/2014/main" id="{9C88AD77-AA09-49E8-A363-022DF840ADB5}"/>
              </a:ext>
            </a:extLst>
          </p:cNvPr>
          <p:cNvSpPr>
            <a:spLocks xmlns:a="http://schemas.openxmlformats.org/drawingml/2006/main" noGrp="1"/>
          </p:cNvSpPr>
          <p:nvPr/>
        </p:nvSpPr>
        <p:spPr>
          <a:xfrm xmlns:a="http://schemas.openxmlformats.org/drawingml/2006/main">
            <a:off x="716851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3" name="Standardized person 129: affected">
            <a:extLst xmlns:a="http://schemas.openxmlformats.org/drawingml/2006/main">
              <a:ext uri="{FF2B5EF4-FFF2-40B4-BE49-F238E27FC236}">
                <a16:creationId xmlns:a16="http://schemas.microsoft.com/office/drawing/2014/main" id="{012FB30F-4E28-4611-9D13-B50ED660FBB2}"/>
              </a:ext>
            </a:extLst>
          </p:cNvPr>
          <p:cNvSpPr>
            <a:spLocks xmlns:a="http://schemas.openxmlformats.org/drawingml/2006/main" noGrp="1"/>
          </p:cNvSpPr>
          <p:nvPr/>
        </p:nvSpPr>
        <p:spPr>
          <a:xfrm xmlns:a="http://schemas.openxmlformats.org/drawingml/2006/main">
            <a:off x="729996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4" name="Standardized person 130: affected">
            <a:extLst xmlns:a="http://schemas.openxmlformats.org/drawingml/2006/main">
              <a:ext uri="{FF2B5EF4-FFF2-40B4-BE49-F238E27FC236}">
                <a16:creationId xmlns:a16="http://schemas.microsoft.com/office/drawing/2014/main" id="{BF967FC0-7CBA-4E74-90FA-BED68139A898}"/>
              </a:ext>
            </a:extLst>
          </p:cNvPr>
          <p:cNvSpPr>
            <a:spLocks xmlns:a="http://schemas.openxmlformats.org/drawingml/2006/main" noGrp="1"/>
          </p:cNvSpPr>
          <p:nvPr/>
        </p:nvSpPr>
        <p:spPr>
          <a:xfrm xmlns:a="http://schemas.openxmlformats.org/drawingml/2006/main">
            <a:off x="743140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5" name="Standardized person 131: affected">
            <a:extLst xmlns:a="http://schemas.openxmlformats.org/drawingml/2006/main">
              <a:ext uri="{FF2B5EF4-FFF2-40B4-BE49-F238E27FC236}">
                <a16:creationId xmlns:a16="http://schemas.microsoft.com/office/drawing/2014/main" id="{D6697C70-3436-4859-A35C-DF7750CC9D12}"/>
              </a:ext>
            </a:extLst>
          </p:cNvPr>
          <p:cNvSpPr>
            <a:spLocks xmlns:a="http://schemas.openxmlformats.org/drawingml/2006/main" noGrp="1"/>
          </p:cNvSpPr>
          <p:nvPr/>
        </p:nvSpPr>
        <p:spPr>
          <a:xfrm xmlns:a="http://schemas.openxmlformats.org/drawingml/2006/main">
            <a:off x="756285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6" name="Standardized person 132: affected">
            <a:extLst xmlns:a="http://schemas.openxmlformats.org/drawingml/2006/main">
              <a:ext uri="{FF2B5EF4-FFF2-40B4-BE49-F238E27FC236}">
                <a16:creationId xmlns:a16="http://schemas.microsoft.com/office/drawing/2014/main" id="{D5F604E4-CEEF-4041-B05C-48CAE8FC488A}"/>
              </a:ext>
            </a:extLst>
          </p:cNvPr>
          <p:cNvSpPr>
            <a:spLocks xmlns:a="http://schemas.openxmlformats.org/drawingml/2006/main" noGrp="1"/>
          </p:cNvSpPr>
          <p:nvPr/>
        </p:nvSpPr>
        <p:spPr>
          <a:xfrm xmlns:a="http://schemas.openxmlformats.org/drawingml/2006/main">
            <a:off x="769429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7" name="Standardized person 133: affected">
            <a:extLst xmlns:a="http://schemas.openxmlformats.org/drawingml/2006/main">
              <a:ext uri="{FF2B5EF4-FFF2-40B4-BE49-F238E27FC236}">
                <a16:creationId xmlns:a16="http://schemas.microsoft.com/office/drawing/2014/main" id="{BF9EE757-6A04-4015-8FAB-39357B6A6118}"/>
              </a:ext>
            </a:extLst>
          </p:cNvPr>
          <p:cNvSpPr>
            <a:spLocks xmlns:a="http://schemas.openxmlformats.org/drawingml/2006/main" noGrp="1"/>
          </p:cNvSpPr>
          <p:nvPr/>
        </p:nvSpPr>
        <p:spPr>
          <a:xfrm xmlns:a="http://schemas.openxmlformats.org/drawingml/2006/main">
            <a:off x="782574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8" name="Standardized person 134: affected">
            <a:extLst xmlns:a="http://schemas.openxmlformats.org/drawingml/2006/main">
              <a:ext uri="{FF2B5EF4-FFF2-40B4-BE49-F238E27FC236}">
                <a16:creationId xmlns:a16="http://schemas.microsoft.com/office/drawing/2014/main" id="{31FBBCCA-B55B-4AF6-86A1-9D4E65FB848E}"/>
              </a:ext>
            </a:extLst>
          </p:cNvPr>
          <p:cNvSpPr>
            <a:spLocks xmlns:a="http://schemas.openxmlformats.org/drawingml/2006/main" noGrp="1"/>
          </p:cNvSpPr>
          <p:nvPr/>
        </p:nvSpPr>
        <p:spPr>
          <a:xfrm xmlns:a="http://schemas.openxmlformats.org/drawingml/2006/main">
            <a:off x="795718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39" name="Standardized person 135: affected">
            <a:extLst xmlns:a="http://schemas.openxmlformats.org/drawingml/2006/main">
              <a:ext uri="{FF2B5EF4-FFF2-40B4-BE49-F238E27FC236}">
                <a16:creationId xmlns:a16="http://schemas.microsoft.com/office/drawing/2014/main" id="{A51EE822-4B79-4C93-83B0-2969C8C4F1EE}"/>
              </a:ext>
            </a:extLst>
          </p:cNvPr>
          <p:cNvSpPr>
            <a:spLocks xmlns:a="http://schemas.openxmlformats.org/drawingml/2006/main" noGrp="1"/>
          </p:cNvSpPr>
          <p:nvPr/>
        </p:nvSpPr>
        <p:spPr>
          <a:xfrm xmlns:a="http://schemas.openxmlformats.org/drawingml/2006/main">
            <a:off x="808863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0" name="Standardized person 136: affected">
            <a:extLst xmlns:a="http://schemas.openxmlformats.org/drawingml/2006/main">
              <a:ext uri="{FF2B5EF4-FFF2-40B4-BE49-F238E27FC236}">
                <a16:creationId xmlns:a16="http://schemas.microsoft.com/office/drawing/2014/main" id="{07F087AF-384F-448A-99A2-2C46DC374C24}"/>
              </a:ext>
            </a:extLst>
          </p:cNvPr>
          <p:cNvSpPr>
            <a:spLocks xmlns:a="http://schemas.openxmlformats.org/drawingml/2006/main" noGrp="1"/>
          </p:cNvSpPr>
          <p:nvPr/>
        </p:nvSpPr>
        <p:spPr>
          <a:xfrm xmlns:a="http://schemas.openxmlformats.org/drawingml/2006/main">
            <a:off x="822007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1" name="Standardized person 137: affected">
            <a:extLst xmlns:a="http://schemas.openxmlformats.org/drawingml/2006/main">
              <a:ext uri="{FF2B5EF4-FFF2-40B4-BE49-F238E27FC236}">
                <a16:creationId xmlns:a16="http://schemas.microsoft.com/office/drawing/2014/main" id="{989D2F5C-62C8-4E94-9307-17F1748B4CC0}"/>
              </a:ext>
            </a:extLst>
          </p:cNvPr>
          <p:cNvSpPr>
            <a:spLocks xmlns:a="http://schemas.openxmlformats.org/drawingml/2006/main" noGrp="1"/>
          </p:cNvSpPr>
          <p:nvPr/>
        </p:nvSpPr>
        <p:spPr>
          <a:xfrm xmlns:a="http://schemas.openxmlformats.org/drawingml/2006/main">
            <a:off x="835152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2" name="Standardized person 138: affected">
            <a:extLst xmlns:a="http://schemas.openxmlformats.org/drawingml/2006/main">
              <a:ext uri="{FF2B5EF4-FFF2-40B4-BE49-F238E27FC236}">
                <a16:creationId xmlns:a16="http://schemas.microsoft.com/office/drawing/2014/main" id="{393662E8-C2FF-421B-B6FA-1B407350F911}"/>
              </a:ext>
            </a:extLst>
          </p:cNvPr>
          <p:cNvSpPr>
            <a:spLocks xmlns:a="http://schemas.openxmlformats.org/drawingml/2006/main" noGrp="1"/>
          </p:cNvSpPr>
          <p:nvPr/>
        </p:nvSpPr>
        <p:spPr>
          <a:xfrm xmlns:a="http://schemas.openxmlformats.org/drawingml/2006/main">
            <a:off x="848296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3" name="Standardized person 139: affected">
            <a:extLst xmlns:a="http://schemas.openxmlformats.org/drawingml/2006/main">
              <a:ext uri="{FF2B5EF4-FFF2-40B4-BE49-F238E27FC236}">
                <a16:creationId xmlns:a16="http://schemas.microsoft.com/office/drawing/2014/main" id="{0DE4F942-7B79-4D8F-A3FE-34ECA2C94B82}"/>
              </a:ext>
            </a:extLst>
          </p:cNvPr>
          <p:cNvSpPr>
            <a:spLocks xmlns:a="http://schemas.openxmlformats.org/drawingml/2006/main" noGrp="1"/>
          </p:cNvSpPr>
          <p:nvPr/>
        </p:nvSpPr>
        <p:spPr>
          <a:xfrm xmlns:a="http://schemas.openxmlformats.org/drawingml/2006/main">
            <a:off x="861441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4" name="Standardized person 140: affected">
            <a:extLst xmlns:a="http://schemas.openxmlformats.org/drawingml/2006/main">
              <a:ext uri="{FF2B5EF4-FFF2-40B4-BE49-F238E27FC236}">
                <a16:creationId xmlns:a16="http://schemas.microsoft.com/office/drawing/2014/main" id="{172C6EBC-4220-41FA-B025-2BC7359B065E}"/>
              </a:ext>
            </a:extLst>
          </p:cNvPr>
          <p:cNvSpPr>
            <a:spLocks xmlns:a="http://schemas.openxmlformats.org/drawingml/2006/main" noGrp="1"/>
          </p:cNvSpPr>
          <p:nvPr/>
        </p:nvSpPr>
        <p:spPr>
          <a:xfrm xmlns:a="http://schemas.openxmlformats.org/drawingml/2006/main">
            <a:off x="874585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5" name="Standardized person 141: affected">
            <a:extLst xmlns:a="http://schemas.openxmlformats.org/drawingml/2006/main">
              <a:ext uri="{FF2B5EF4-FFF2-40B4-BE49-F238E27FC236}">
                <a16:creationId xmlns:a16="http://schemas.microsoft.com/office/drawing/2014/main" id="{EAD73AEB-D284-4BF2-B890-7B13DF2051BB}"/>
              </a:ext>
            </a:extLst>
          </p:cNvPr>
          <p:cNvSpPr>
            <a:spLocks xmlns:a="http://schemas.openxmlformats.org/drawingml/2006/main" noGrp="1"/>
          </p:cNvSpPr>
          <p:nvPr/>
        </p:nvSpPr>
        <p:spPr>
          <a:xfrm xmlns:a="http://schemas.openxmlformats.org/drawingml/2006/main">
            <a:off x="887730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6" name="Standardized person 142: affected">
            <a:extLst xmlns:a="http://schemas.openxmlformats.org/drawingml/2006/main">
              <a:ext uri="{FF2B5EF4-FFF2-40B4-BE49-F238E27FC236}">
                <a16:creationId xmlns:a16="http://schemas.microsoft.com/office/drawing/2014/main" id="{8AF7F4F5-9F5A-462D-8BE8-6DE3FA07849D}"/>
              </a:ext>
            </a:extLst>
          </p:cNvPr>
          <p:cNvSpPr>
            <a:spLocks xmlns:a="http://schemas.openxmlformats.org/drawingml/2006/main" noGrp="1"/>
          </p:cNvSpPr>
          <p:nvPr/>
        </p:nvSpPr>
        <p:spPr>
          <a:xfrm xmlns:a="http://schemas.openxmlformats.org/drawingml/2006/main">
            <a:off x="900874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7" name="Standardized person 143: affected">
            <a:extLst xmlns:a="http://schemas.openxmlformats.org/drawingml/2006/main">
              <a:ext uri="{FF2B5EF4-FFF2-40B4-BE49-F238E27FC236}">
                <a16:creationId xmlns:a16="http://schemas.microsoft.com/office/drawing/2014/main" id="{AA499D67-A39A-4015-B87B-06074A87227B}"/>
              </a:ext>
            </a:extLst>
          </p:cNvPr>
          <p:cNvSpPr>
            <a:spLocks xmlns:a="http://schemas.openxmlformats.org/drawingml/2006/main" noGrp="1"/>
          </p:cNvSpPr>
          <p:nvPr/>
        </p:nvSpPr>
        <p:spPr>
          <a:xfrm xmlns:a="http://schemas.openxmlformats.org/drawingml/2006/main">
            <a:off x="914019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8" name="Standardized person 144: affected">
            <a:extLst xmlns:a="http://schemas.openxmlformats.org/drawingml/2006/main">
              <a:ext uri="{FF2B5EF4-FFF2-40B4-BE49-F238E27FC236}">
                <a16:creationId xmlns:a16="http://schemas.microsoft.com/office/drawing/2014/main" id="{95650239-AD08-4284-997F-4619F4143EB7}"/>
              </a:ext>
            </a:extLst>
          </p:cNvPr>
          <p:cNvSpPr>
            <a:spLocks xmlns:a="http://schemas.openxmlformats.org/drawingml/2006/main" noGrp="1"/>
          </p:cNvSpPr>
          <p:nvPr/>
        </p:nvSpPr>
        <p:spPr>
          <a:xfrm xmlns:a="http://schemas.openxmlformats.org/drawingml/2006/main">
            <a:off x="927163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49" name="Standardized person 145: affected">
            <a:extLst xmlns:a="http://schemas.openxmlformats.org/drawingml/2006/main">
              <a:ext uri="{FF2B5EF4-FFF2-40B4-BE49-F238E27FC236}">
                <a16:creationId xmlns:a16="http://schemas.microsoft.com/office/drawing/2014/main" id="{F566A01C-25C5-46D7-B79D-96BFB54BC222}"/>
              </a:ext>
            </a:extLst>
          </p:cNvPr>
          <p:cNvSpPr>
            <a:spLocks xmlns:a="http://schemas.openxmlformats.org/drawingml/2006/main" noGrp="1"/>
          </p:cNvSpPr>
          <p:nvPr/>
        </p:nvSpPr>
        <p:spPr>
          <a:xfrm xmlns:a="http://schemas.openxmlformats.org/drawingml/2006/main">
            <a:off x="940308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0" name="Standardized person 146: affected">
            <a:extLst xmlns:a="http://schemas.openxmlformats.org/drawingml/2006/main">
              <a:ext uri="{FF2B5EF4-FFF2-40B4-BE49-F238E27FC236}">
                <a16:creationId xmlns:a16="http://schemas.microsoft.com/office/drawing/2014/main" id="{594157D9-DAC0-4976-B189-72606881BBFC}"/>
              </a:ext>
            </a:extLst>
          </p:cNvPr>
          <p:cNvSpPr>
            <a:spLocks xmlns:a="http://schemas.openxmlformats.org/drawingml/2006/main" noGrp="1"/>
          </p:cNvSpPr>
          <p:nvPr/>
        </p:nvSpPr>
        <p:spPr>
          <a:xfrm xmlns:a="http://schemas.openxmlformats.org/drawingml/2006/main">
            <a:off x="953452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1" name="Standardized person 147: affected">
            <a:extLst xmlns:a="http://schemas.openxmlformats.org/drawingml/2006/main">
              <a:ext uri="{FF2B5EF4-FFF2-40B4-BE49-F238E27FC236}">
                <a16:creationId xmlns:a16="http://schemas.microsoft.com/office/drawing/2014/main" id="{E7175D20-22DA-44CE-99B8-40C47CEC274C}"/>
              </a:ext>
            </a:extLst>
          </p:cNvPr>
          <p:cNvSpPr>
            <a:spLocks xmlns:a="http://schemas.openxmlformats.org/drawingml/2006/main" noGrp="1"/>
          </p:cNvSpPr>
          <p:nvPr/>
        </p:nvSpPr>
        <p:spPr>
          <a:xfrm xmlns:a="http://schemas.openxmlformats.org/drawingml/2006/main">
            <a:off x="966597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2" name="Standardized person 148: affected">
            <a:extLst xmlns:a="http://schemas.openxmlformats.org/drawingml/2006/main">
              <a:ext uri="{FF2B5EF4-FFF2-40B4-BE49-F238E27FC236}">
                <a16:creationId xmlns:a16="http://schemas.microsoft.com/office/drawing/2014/main" id="{4B670AE8-16A3-40F9-955E-AE0AE1321FA1}"/>
              </a:ext>
            </a:extLst>
          </p:cNvPr>
          <p:cNvSpPr>
            <a:spLocks xmlns:a="http://schemas.openxmlformats.org/drawingml/2006/main" noGrp="1"/>
          </p:cNvSpPr>
          <p:nvPr/>
        </p:nvSpPr>
        <p:spPr>
          <a:xfrm xmlns:a="http://schemas.openxmlformats.org/drawingml/2006/main">
            <a:off x="979741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3" name="Standardized person 149: affected">
            <a:extLst xmlns:a="http://schemas.openxmlformats.org/drawingml/2006/main">
              <a:ext uri="{FF2B5EF4-FFF2-40B4-BE49-F238E27FC236}">
                <a16:creationId xmlns:a16="http://schemas.microsoft.com/office/drawing/2014/main" id="{A00EB4A6-D52B-4AFA-9C61-E2D18C72E720}"/>
              </a:ext>
            </a:extLst>
          </p:cNvPr>
          <p:cNvSpPr>
            <a:spLocks xmlns:a="http://schemas.openxmlformats.org/drawingml/2006/main" noGrp="1"/>
          </p:cNvSpPr>
          <p:nvPr/>
        </p:nvSpPr>
        <p:spPr>
          <a:xfrm xmlns:a="http://schemas.openxmlformats.org/drawingml/2006/main">
            <a:off x="992886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4" name="Standardized person 150: affected">
            <a:extLst xmlns:a="http://schemas.openxmlformats.org/drawingml/2006/main">
              <a:ext uri="{FF2B5EF4-FFF2-40B4-BE49-F238E27FC236}">
                <a16:creationId xmlns:a16="http://schemas.microsoft.com/office/drawing/2014/main" id="{479C5997-F44C-4B0E-BBCE-BAE681506B6E}"/>
              </a:ext>
            </a:extLst>
          </p:cNvPr>
          <p:cNvSpPr>
            <a:spLocks xmlns:a="http://schemas.openxmlformats.org/drawingml/2006/main" noGrp="1"/>
          </p:cNvSpPr>
          <p:nvPr/>
        </p:nvSpPr>
        <p:spPr>
          <a:xfrm xmlns:a="http://schemas.openxmlformats.org/drawingml/2006/main">
            <a:off x="1006030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5" name="Standardized person 151: affected">
            <a:extLst xmlns:a="http://schemas.openxmlformats.org/drawingml/2006/main">
              <a:ext uri="{FF2B5EF4-FFF2-40B4-BE49-F238E27FC236}">
                <a16:creationId xmlns:a16="http://schemas.microsoft.com/office/drawing/2014/main" id="{571C1AC3-C000-41A1-9D16-01663377DF27}"/>
              </a:ext>
            </a:extLst>
          </p:cNvPr>
          <p:cNvSpPr>
            <a:spLocks xmlns:a="http://schemas.openxmlformats.org/drawingml/2006/main" noGrp="1"/>
          </p:cNvSpPr>
          <p:nvPr/>
        </p:nvSpPr>
        <p:spPr>
          <a:xfrm xmlns:a="http://schemas.openxmlformats.org/drawingml/2006/main">
            <a:off x="1019175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6" name="Standardized person 152: affected">
            <a:extLst xmlns:a="http://schemas.openxmlformats.org/drawingml/2006/main">
              <a:ext uri="{FF2B5EF4-FFF2-40B4-BE49-F238E27FC236}">
                <a16:creationId xmlns:a16="http://schemas.microsoft.com/office/drawing/2014/main" id="{0F8601E6-5C20-4315-A32C-AFAABDDAB94E}"/>
              </a:ext>
            </a:extLst>
          </p:cNvPr>
          <p:cNvSpPr>
            <a:spLocks xmlns:a="http://schemas.openxmlformats.org/drawingml/2006/main" noGrp="1"/>
          </p:cNvSpPr>
          <p:nvPr/>
        </p:nvSpPr>
        <p:spPr>
          <a:xfrm xmlns:a="http://schemas.openxmlformats.org/drawingml/2006/main">
            <a:off x="1032319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7" name="Standardized person 153: affected">
            <a:extLst xmlns:a="http://schemas.openxmlformats.org/drawingml/2006/main">
              <a:ext uri="{FF2B5EF4-FFF2-40B4-BE49-F238E27FC236}">
                <a16:creationId xmlns:a16="http://schemas.microsoft.com/office/drawing/2014/main" id="{99AE4D42-9B69-4093-8125-F2CAD77C91DA}"/>
              </a:ext>
            </a:extLst>
          </p:cNvPr>
          <p:cNvSpPr>
            <a:spLocks xmlns:a="http://schemas.openxmlformats.org/drawingml/2006/main" noGrp="1"/>
          </p:cNvSpPr>
          <p:nvPr/>
        </p:nvSpPr>
        <p:spPr>
          <a:xfrm xmlns:a="http://schemas.openxmlformats.org/drawingml/2006/main">
            <a:off x="1045464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8" name="Standardized person 154: affected">
            <a:extLst xmlns:a="http://schemas.openxmlformats.org/drawingml/2006/main">
              <a:ext uri="{FF2B5EF4-FFF2-40B4-BE49-F238E27FC236}">
                <a16:creationId xmlns:a16="http://schemas.microsoft.com/office/drawing/2014/main" id="{886FFED7-E7E0-420D-8434-5DF3042B07CF}"/>
              </a:ext>
            </a:extLst>
          </p:cNvPr>
          <p:cNvSpPr>
            <a:spLocks xmlns:a="http://schemas.openxmlformats.org/drawingml/2006/main" noGrp="1"/>
          </p:cNvSpPr>
          <p:nvPr/>
        </p:nvSpPr>
        <p:spPr>
          <a:xfrm xmlns:a="http://schemas.openxmlformats.org/drawingml/2006/main">
            <a:off x="1058608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59" name="Standardized person 155: affected">
            <a:extLst xmlns:a="http://schemas.openxmlformats.org/drawingml/2006/main">
              <a:ext uri="{FF2B5EF4-FFF2-40B4-BE49-F238E27FC236}">
                <a16:creationId xmlns:a16="http://schemas.microsoft.com/office/drawing/2014/main" id="{39AF567F-33EE-4832-B5E1-A3CF84764420}"/>
              </a:ext>
            </a:extLst>
          </p:cNvPr>
          <p:cNvSpPr>
            <a:spLocks xmlns:a="http://schemas.openxmlformats.org/drawingml/2006/main" noGrp="1"/>
          </p:cNvSpPr>
          <p:nvPr/>
        </p:nvSpPr>
        <p:spPr>
          <a:xfrm xmlns:a="http://schemas.openxmlformats.org/drawingml/2006/main">
            <a:off x="1071753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0" name="Standardized person 156: affected">
            <a:extLst xmlns:a="http://schemas.openxmlformats.org/drawingml/2006/main">
              <a:ext uri="{FF2B5EF4-FFF2-40B4-BE49-F238E27FC236}">
                <a16:creationId xmlns:a16="http://schemas.microsoft.com/office/drawing/2014/main" id="{E0F415AA-D7E4-4D44-B792-29D5129572E5}"/>
              </a:ext>
            </a:extLst>
          </p:cNvPr>
          <p:cNvSpPr>
            <a:spLocks xmlns:a="http://schemas.openxmlformats.org/drawingml/2006/main" noGrp="1"/>
          </p:cNvSpPr>
          <p:nvPr/>
        </p:nvSpPr>
        <p:spPr>
          <a:xfrm xmlns:a="http://schemas.openxmlformats.org/drawingml/2006/main">
            <a:off x="1084897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1" name="Standardized person 157: affected">
            <a:extLst xmlns:a="http://schemas.openxmlformats.org/drawingml/2006/main">
              <a:ext uri="{FF2B5EF4-FFF2-40B4-BE49-F238E27FC236}">
                <a16:creationId xmlns:a16="http://schemas.microsoft.com/office/drawing/2014/main" id="{ADDCD130-41BE-445B-B3CA-B9B2615DE250}"/>
              </a:ext>
            </a:extLst>
          </p:cNvPr>
          <p:cNvSpPr>
            <a:spLocks xmlns:a="http://schemas.openxmlformats.org/drawingml/2006/main" noGrp="1"/>
          </p:cNvSpPr>
          <p:nvPr/>
        </p:nvSpPr>
        <p:spPr>
          <a:xfrm xmlns:a="http://schemas.openxmlformats.org/drawingml/2006/main">
            <a:off x="1098042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2" name="Standardized person 158: affected">
            <a:extLst xmlns:a="http://schemas.openxmlformats.org/drawingml/2006/main">
              <a:ext uri="{FF2B5EF4-FFF2-40B4-BE49-F238E27FC236}">
                <a16:creationId xmlns:a16="http://schemas.microsoft.com/office/drawing/2014/main" id="{7646B933-6A17-47F7-B32F-0C6C1DEB55B7}"/>
              </a:ext>
            </a:extLst>
          </p:cNvPr>
          <p:cNvSpPr>
            <a:spLocks xmlns:a="http://schemas.openxmlformats.org/drawingml/2006/main" noGrp="1"/>
          </p:cNvSpPr>
          <p:nvPr/>
        </p:nvSpPr>
        <p:spPr>
          <a:xfrm xmlns:a="http://schemas.openxmlformats.org/drawingml/2006/main">
            <a:off x="1111186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3" name="Standardized person 159: affected">
            <a:extLst xmlns:a="http://schemas.openxmlformats.org/drawingml/2006/main">
              <a:ext uri="{FF2B5EF4-FFF2-40B4-BE49-F238E27FC236}">
                <a16:creationId xmlns:a16="http://schemas.microsoft.com/office/drawing/2014/main" id="{19FC8E1E-BD77-4C0C-936B-414FAC3DA100}"/>
              </a:ext>
            </a:extLst>
          </p:cNvPr>
          <p:cNvSpPr>
            <a:spLocks xmlns:a="http://schemas.openxmlformats.org/drawingml/2006/main" noGrp="1"/>
          </p:cNvSpPr>
          <p:nvPr/>
        </p:nvSpPr>
        <p:spPr>
          <a:xfrm xmlns:a="http://schemas.openxmlformats.org/drawingml/2006/main">
            <a:off x="11243310"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4" name="Standardized person 160: affected">
            <a:extLst xmlns:a="http://schemas.openxmlformats.org/drawingml/2006/main">
              <a:ext uri="{FF2B5EF4-FFF2-40B4-BE49-F238E27FC236}">
                <a16:creationId xmlns:a16="http://schemas.microsoft.com/office/drawing/2014/main" id="{C70B4725-71C4-455E-9907-EFC38781CE00}"/>
              </a:ext>
            </a:extLst>
          </p:cNvPr>
          <p:cNvSpPr>
            <a:spLocks xmlns:a="http://schemas.openxmlformats.org/drawingml/2006/main" noGrp="1"/>
          </p:cNvSpPr>
          <p:nvPr/>
        </p:nvSpPr>
        <p:spPr>
          <a:xfrm xmlns:a="http://schemas.openxmlformats.org/drawingml/2006/main">
            <a:off x="11374755" y="2958846"/>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5" name="Standardized person 161: affected">
            <a:extLst xmlns:a="http://schemas.openxmlformats.org/drawingml/2006/main">
              <a:ext uri="{FF2B5EF4-FFF2-40B4-BE49-F238E27FC236}">
                <a16:creationId xmlns:a16="http://schemas.microsoft.com/office/drawing/2014/main" id="{62FE867C-1C8A-4109-B8E5-3DE76C5886D2}"/>
              </a:ext>
            </a:extLst>
          </p:cNvPr>
          <p:cNvSpPr>
            <a:spLocks xmlns:a="http://schemas.openxmlformats.org/drawingml/2006/main" noGrp="1"/>
          </p:cNvSpPr>
          <p:nvPr/>
        </p:nvSpPr>
        <p:spPr>
          <a:xfrm xmlns:a="http://schemas.openxmlformats.org/drawingml/2006/main">
            <a:off x="624840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6" name="Standardized person 162: affected">
            <a:extLst xmlns:a="http://schemas.openxmlformats.org/drawingml/2006/main">
              <a:ext uri="{FF2B5EF4-FFF2-40B4-BE49-F238E27FC236}">
                <a16:creationId xmlns:a16="http://schemas.microsoft.com/office/drawing/2014/main" id="{D74064A7-5787-400A-9C48-248E2A0D589C}"/>
              </a:ext>
            </a:extLst>
          </p:cNvPr>
          <p:cNvSpPr>
            <a:spLocks xmlns:a="http://schemas.openxmlformats.org/drawingml/2006/main" noGrp="1"/>
          </p:cNvSpPr>
          <p:nvPr/>
        </p:nvSpPr>
        <p:spPr>
          <a:xfrm xmlns:a="http://schemas.openxmlformats.org/drawingml/2006/main">
            <a:off x="637984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7" name="Standardized person 163: affected">
            <a:extLst xmlns:a="http://schemas.openxmlformats.org/drawingml/2006/main">
              <a:ext uri="{FF2B5EF4-FFF2-40B4-BE49-F238E27FC236}">
                <a16:creationId xmlns:a16="http://schemas.microsoft.com/office/drawing/2014/main" id="{ADA9BCF2-0E27-47B3-8B75-210F86A31408}"/>
              </a:ext>
            </a:extLst>
          </p:cNvPr>
          <p:cNvSpPr>
            <a:spLocks xmlns:a="http://schemas.openxmlformats.org/drawingml/2006/main" noGrp="1"/>
          </p:cNvSpPr>
          <p:nvPr/>
        </p:nvSpPr>
        <p:spPr>
          <a:xfrm xmlns:a="http://schemas.openxmlformats.org/drawingml/2006/main">
            <a:off x="651129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8" name="Standardized person 164: affected">
            <a:extLst xmlns:a="http://schemas.openxmlformats.org/drawingml/2006/main">
              <a:ext uri="{FF2B5EF4-FFF2-40B4-BE49-F238E27FC236}">
                <a16:creationId xmlns:a16="http://schemas.microsoft.com/office/drawing/2014/main" id="{E8BBBB0F-C9F2-4A98-9C20-2C4FA3DBBCC9}"/>
              </a:ext>
            </a:extLst>
          </p:cNvPr>
          <p:cNvSpPr>
            <a:spLocks xmlns:a="http://schemas.openxmlformats.org/drawingml/2006/main" noGrp="1"/>
          </p:cNvSpPr>
          <p:nvPr/>
        </p:nvSpPr>
        <p:spPr>
          <a:xfrm xmlns:a="http://schemas.openxmlformats.org/drawingml/2006/main">
            <a:off x="664273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69" name="Standardized person 165: affected">
            <a:extLst xmlns:a="http://schemas.openxmlformats.org/drawingml/2006/main">
              <a:ext uri="{FF2B5EF4-FFF2-40B4-BE49-F238E27FC236}">
                <a16:creationId xmlns:a16="http://schemas.microsoft.com/office/drawing/2014/main" id="{ED295A32-1DA5-4B42-971E-A570C95C7234}"/>
              </a:ext>
            </a:extLst>
          </p:cNvPr>
          <p:cNvSpPr>
            <a:spLocks xmlns:a="http://schemas.openxmlformats.org/drawingml/2006/main" noGrp="1"/>
          </p:cNvSpPr>
          <p:nvPr/>
        </p:nvSpPr>
        <p:spPr>
          <a:xfrm xmlns:a="http://schemas.openxmlformats.org/drawingml/2006/main">
            <a:off x="677418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0" name="Standardized person 166: affected">
            <a:extLst xmlns:a="http://schemas.openxmlformats.org/drawingml/2006/main">
              <a:ext uri="{FF2B5EF4-FFF2-40B4-BE49-F238E27FC236}">
                <a16:creationId xmlns:a16="http://schemas.microsoft.com/office/drawing/2014/main" id="{30A90EC3-EFA6-459E-9968-E160994DA510}"/>
              </a:ext>
            </a:extLst>
          </p:cNvPr>
          <p:cNvSpPr>
            <a:spLocks xmlns:a="http://schemas.openxmlformats.org/drawingml/2006/main" noGrp="1"/>
          </p:cNvSpPr>
          <p:nvPr/>
        </p:nvSpPr>
        <p:spPr>
          <a:xfrm xmlns:a="http://schemas.openxmlformats.org/drawingml/2006/main">
            <a:off x="690562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1" name="Standardized person 167: affected">
            <a:extLst xmlns:a="http://schemas.openxmlformats.org/drawingml/2006/main">
              <a:ext uri="{FF2B5EF4-FFF2-40B4-BE49-F238E27FC236}">
                <a16:creationId xmlns:a16="http://schemas.microsoft.com/office/drawing/2014/main" id="{03412738-B332-4967-AAB0-C21804893D71}"/>
              </a:ext>
            </a:extLst>
          </p:cNvPr>
          <p:cNvSpPr>
            <a:spLocks xmlns:a="http://schemas.openxmlformats.org/drawingml/2006/main" noGrp="1"/>
          </p:cNvSpPr>
          <p:nvPr/>
        </p:nvSpPr>
        <p:spPr>
          <a:xfrm xmlns:a="http://schemas.openxmlformats.org/drawingml/2006/main">
            <a:off x="703707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2" name="Standardized person 168: affected">
            <a:extLst xmlns:a="http://schemas.openxmlformats.org/drawingml/2006/main">
              <a:ext uri="{FF2B5EF4-FFF2-40B4-BE49-F238E27FC236}">
                <a16:creationId xmlns:a16="http://schemas.microsoft.com/office/drawing/2014/main" id="{F16B88E1-A342-4CDF-9659-C35A6E2E450D}"/>
              </a:ext>
            </a:extLst>
          </p:cNvPr>
          <p:cNvSpPr>
            <a:spLocks xmlns:a="http://schemas.openxmlformats.org/drawingml/2006/main" noGrp="1"/>
          </p:cNvSpPr>
          <p:nvPr/>
        </p:nvSpPr>
        <p:spPr>
          <a:xfrm xmlns:a="http://schemas.openxmlformats.org/drawingml/2006/main">
            <a:off x="716851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3" name="Standardized person 169: affected">
            <a:extLst xmlns:a="http://schemas.openxmlformats.org/drawingml/2006/main">
              <a:ext uri="{FF2B5EF4-FFF2-40B4-BE49-F238E27FC236}">
                <a16:creationId xmlns:a16="http://schemas.microsoft.com/office/drawing/2014/main" id="{D8B7974A-928C-4B49-B466-BCAAC36B9BC5}"/>
              </a:ext>
            </a:extLst>
          </p:cNvPr>
          <p:cNvSpPr>
            <a:spLocks xmlns:a="http://schemas.openxmlformats.org/drawingml/2006/main" noGrp="1"/>
          </p:cNvSpPr>
          <p:nvPr/>
        </p:nvSpPr>
        <p:spPr>
          <a:xfrm xmlns:a="http://schemas.openxmlformats.org/drawingml/2006/main">
            <a:off x="729996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4" name="Standardized person 170: affected">
            <a:extLst xmlns:a="http://schemas.openxmlformats.org/drawingml/2006/main">
              <a:ext uri="{FF2B5EF4-FFF2-40B4-BE49-F238E27FC236}">
                <a16:creationId xmlns:a16="http://schemas.microsoft.com/office/drawing/2014/main" id="{606104E4-5501-43F3-A8A6-F93ACD40112E}"/>
              </a:ext>
            </a:extLst>
          </p:cNvPr>
          <p:cNvSpPr>
            <a:spLocks xmlns:a="http://schemas.openxmlformats.org/drawingml/2006/main" noGrp="1"/>
          </p:cNvSpPr>
          <p:nvPr/>
        </p:nvSpPr>
        <p:spPr>
          <a:xfrm xmlns:a="http://schemas.openxmlformats.org/drawingml/2006/main">
            <a:off x="743140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5" name="Standardized person 171: affected">
            <a:extLst xmlns:a="http://schemas.openxmlformats.org/drawingml/2006/main">
              <a:ext uri="{FF2B5EF4-FFF2-40B4-BE49-F238E27FC236}">
                <a16:creationId xmlns:a16="http://schemas.microsoft.com/office/drawing/2014/main" id="{490006F4-958D-4EBE-B49B-CEF18CFB83DD}"/>
              </a:ext>
            </a:extLst>
          </p:cNvPr>
          <p:cNvSpPr>
            <a:spLocks xmlns:a="http://schemas.openxmlformats.org/drawingml/2006/main" noGrp="1"/>
          </p:cNvSpPr>
          <p:nvPr/>
        </p:nvSpPr>
        <p:spPr>
          <a:xfrm xmlns:a="http://schemas.openxmlformats.org/drawingml/2006/main">
            <a:off x="756285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6" name="Standardized person 172: affected">
            <a:extLst xmlns:a="http://schemas.openxmlformats.org/drawingml/2006/main">
              <a:ext uri="{FF2B5EF4-FFF2-40B4-BE49-F238E27FC236}">
                <a16:creationId xmlns:a16="http://schemas.microsoft.com/office/drawing/2014/main" id="{D554E5D7-A2E9-4438-88C5-4B8C0585AD1A}"/>
              </a:ext>
            </a:extLst>
          </p:cNvPr>
          <p:cNvSpPr>
            <a:spLocks xmlns:a="http://schemas.openxmlformats.org/drawingml/2006/main" noGrp="1"/>
          </p:cNvSpPr>
          <p:nvPr/>
        </p:nvSpPr>
        <p:spPr>
          <a:xfrm xmlns:a="http://schemas.openxmlformats.org/drawingml/2006/main">
            <a:off x="769429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7" name="Standardized person 173: affected">
            <a:extLst xmlns:a="http://schemas.openxmlformats.org/drawingml/2006/main">
              <a:ext uri="{FF2B5EF4-FFF2-40B4-BE49-F238E27FC236}">
                <a16:creationId xmlns:a16="http://schemas.microsoft.com/office/drawing/2014/main" id="{C4FE563E-3A7C-4F49-A627-B73095EF376B}"/>
              </a:ext>
            </a:extLst>
          </p:cNvPr>
          <p:cNvSpPr>
            <a:spLocks xmlns:a="http://schemas.openxmlformats.org/drawingml/2006/main" noGrp="1"/>
          </p:cNvSpPr>
          <p:nvPr/>
        </p:nvSpPr>
        <p:spPr>
          <a:xfrm xmlns:a="http://schemas.openxmlformats.org/drawingml/2006/main">
            <a:off x="782574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8" name="Standardized person 174: affected">
            <a:extLst xmlns:a="http://schemas.openxmlformats.org/drawingml/2006/main">
              <a:ext uri="{FF2B5EF4-FFF2-40B4-BE49-F238E27FC236}">
                <a16:creationId xmlns:a16="http://schemas.microsoft.com/office/drawing/2014/main" id="{2114C024-17EA-48DE-8005-E81E575B9560}"/>
              </a:ext>
            </a:extLst>
          </p:cNvPr>
          <p:cNvSpPr>
            <a:spLocks xmlns:a="http://schemas.openxmlformats.org/drawingml/2006/main" noGrp="1"/>
          </p:cNvSpPr>
          <p:nvPr/>
        </p:nvSpPr>
        <p:spPr>
          <a:xfrm xmlns:a="http://schemas.openxmlformats.org/drawingml/2006/main">
            <a:off x="795718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79" name="Standardized person 175: affected">
            <a:extLst xmlns:a="http://schemas.openxmlformats.org/drawingml/2006/main">
              <a:ext uri="{FF2B5EF4-FFF2-40B4-BE49-F238E27FC236}">
                <a16:creationId xmlns:a16="http://schemas.microsoft.com/office/drawing/2014/main" id="{98A9945C-ABAB-412B-B6DC-48627F1C1A4B}"/>
              </a:ext>
            </a:extLst>
          </p:cNvPr>
          <p:cNvSpPr>
            <a:spLocks xmlns:a="http://schemas.openxmlformats.org/drawingml/2006/main" noGrp="1"/>
          </p:cNvSpPr>
          <p:nvPr/>
        </p:nvSpPr>
        <p:spPr>
          <a:xfrm xmlns:a="http://schemas.openxmlformats.org/drawingml/2006/main">
            <a:off x="808863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0" name="Standardized person 176: affected">
            <a:extLst xmlns:a="http://schemas.openxmlformats.org/drawingml/2006/main">
              <a:ext uri="{FF2B5EF4-FFF2-40B4-BE49-F238E27FC236}">
                <a16:creationId xmlns:a16="http://schemas.microsoft.com/office/drawing/2014/main" id="{94294518-BCA7-4098-B448-6C8826353842}"/>
              </a:ext>
            </a:extLst>
          </p:cNvPr>
          <p:cNvSpPr>
            <a:spLocks xmlns:a="http://schemas.openxmlformats.org/drawingml/2006/main" noGrp="1"/>
          </p:cNvSpPr>
          <p:nvPr/>
        </p:nvSpPr>
        <p:spPr>
          <a:xfrm xmlns:a="http://schemas.openxmlformats.org/drawingml/2006/main">
            <a:off x="822007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1" name="Standardized person 177: affected">
            <a:extLst xmlns:a="http://schemas.openxmlformats.org/drawingml/2006/main">
              <a:ext uri="{FF2B5EF4-FFF2-40B4-BE49-F238E27FC236}">
                <a16:creationId xmlns:a16="http://schemas.microsoft.com/office/drawing/2014/main" id="{8D43D71C-6AE4-4237-BF4C-BE927E940C1C}"/>
              </a:ext>
            </a:extLst>
          </p:cNvPr>
          <p:cNvSpPr>
            <a:spLocks xmlns:a="http://schemas.openxmlformats.org/drawingml/2006/main" noGrp="1"/>
          </p:cNvSpPr>
          <p:nvPr/>
        </p:nvSpPr>
        <p:spPr>
          <a:xfrm xmlns:a="http://schemas.openxmlformats.org/drawingml/2006/main">
            <a:off x="835152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2" name="Standardized person 178: affected">
            <a:extLst xmlns:a="http://schemas.openxmlformats.org/drawingml/2006/main">
              <a:ext uri="{FF2B5EF4-FFF2-40B4-BE49-F238E27FC236}">
                <a16:creationId xmlns:a16="http://schemas.microsoft.com/office/drawing/2014/main" id="{C14D1EF6-3943-474D-83DF-D94D060600E6}"/>
              </a:ext>
            </a:extLst>
          </p:cNvPr>
          <p:cNvSpPr>
            <a:spLocks xmlns:a="http://schemas.openxmlformats.org/drawingml/2006/main" noGrp="1"/>
          </p:cNvSpPr>
          <p:nvPr/>
        </p:nvSpPr>
        <p:spPr>
          <a:xfrm xmlns:a="http://schemas.openxmlformats.org/drawingml/2006/main">
            <a:off x="848296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3" name="Standardized person 179: affected">
            <a:extLst xmlns:a="http://schemas.openxmlformats.org/drawingml/2006/main">
              <a:ext uri="{FF2B5EF4-FFF2-40B4-BE49-F238E27FC236}">
                <a16:creationId xmlns:a16="http://schemas.microsoft.com/office/drawing/2014/main" id="{81213791-ABC2-4211-84D8-10F3826A4063}"/>
              </a:ext>
            </a:extLst>
          </p:cNvPr>
          <p:cNvSpPr>
            <a:spLocks xmlns:a="http://schemas.openxmlformats.org/drawingml/2006/main" noGrp="1"/>
          </p:cNvSpPr>
          <p:nvPr/>
        </p:nvSpPr>
        <p:spPr>
          <a:xfrm xmlns:a="http://schemas.openxmlformats.org/drawingml/2006/main">
            <a:off x="861441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4" name="Standardized person 180: affected">
            <a:extLst xmlns:a="http://schemas.openxmlformats.org/drawingml/2006/main">
              <a:ext uri="{FF2B5EF4-FFF2-40B4-BE49-F238E27FC236}">
                <a16:creationId xmlns:a16="http://schemas.microsoft.com/office/drawing/2014/main" id="{248AC0F5-33A4-4EE8-B7F2-B6A80AC38F49}"/>
              </a:ext>
            </a:extLst>
          </p:cNvPr>
          <p:cNvSpPr>
            <a:spLocks xmlns:a="http://schemas.openxmlformats.org/drawingml/2006/main" noGrp="1"/>
          </p:cNvSpPr>
          <p:nvPr/>
        </p:nvSpPr>
        <p:spPr>
          <a:xfrm xmlns:a="http://schemas.openxmlformats.org/drawingml/2006/main">
            <a:off x="874585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5" name="Standardized person 181: affected">
            <a:extLst xmlns:a="http://schemas.openxmlformats.org/drawingml/2006/main">
              <a:ext uri="{FF2B5EF4-FFF2-40B4-BE49-F238E27FC236}">
                <a16:creationId xmlns:a16="http://schemas.microsoft.com/office/drawing/2014/main" id="{F7AF4D7A-4696-4A2A-91C4-D9ED8632E874}"/>
              </a:ext>
            </a:extLst>
          </p:cNvPr>
          <p:cNvSpPr>
            <a:spLocks xmlns:a="http://schemas.openxmlformats.org/drawingml/2006/main" noGrp="1"/>
          </p:cNvSpPr>
          <p:nvPr/>
        </p:nvSpPr>
        <p:spPr>
          <a:xfrm xmlns:a="http://schemas.openxmlformats.org/drawingml/2006/main">
            <a:off x="887730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6" name="Standardized person 182: affected">
            <a:extLst xmlns:a="http://schemas.openxmlformats.org/drawingml/2006/main">
              <a:ext uri="{FF2B5EF4-FFF2-40B4-BE49-F238E27FC236}">
                <a16:creationId xmlns:a16="http://schemas.microsoft.com/office/drawing/2014/main" id="{A7ED6D40-E108-4337-BB1C-F382F3B9E910}"/>
              </a:ext>
            </a:extLst>
          </p:cNvPr>
          <p:cNvSpPr>
            <a:spLocks xmlns:a="http://schemas.openxmlformats.org/drawingml/2006/main" noGrp="1"/>
          </p:cNvSpPr>
          <p:nvPr/>
        </p:nvSpPr>
        <p:spPr>
          <a:xfrm xmlns:a="http://schemas.openxmlformats.org/drawingml/2006/main">
            <a:off x="900874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7" name="Standardized person 183: affected">
            <a:extLst xmlns:a="http://schemas.openxmlformats.org/drawingml/2006/main">
              <a:ext uri="{FF2B5EF4-FFF2-40B4-BE49-F238E27FC236}">
                <a16:creationId xmlns:a16="http://schemas.microsoft.com/office/drawing/2014/main" id="{00699FBA-D356-48E8-B50A-6222A479A838}"/>
              </a:ext>
            </a:extLst>
          </p:cNvPr>
          <p:cNvSpPr>
            <a:spLocks xmlns:a="http://schemas.openxmlformats.org/drawingml/2006/main" noGrp="1"/>
          </p:cNvSpPr>
          <p:nvPr/>
        </p:nvSpPr>
        <p:spPr>
          <a:xfrm xmlns:a="http://schemas.openxmlformats.org/drawingml/2006/main">
            <a:off x="914019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8" name="Standardized person 184: affected">
            <a:extLst xmlns:a="http://schemas.openxmlformats.org/drawingml/2006/main">
              <a:ext uri="{FF2B5EF4-FFF2-40B4-BE49-F238E27FC236}">
                <a16:creationId xmlns:a16="http://schemas.microsoft.com/office/drawing/2014/main" id="{5D1E0999-12CE-419E-9322-FB3FAFCAE4AB}"/>
              </a:ext>
            </a:extLst>
          </p:cNvPr>
          <p:cNvSpPr>
            <a:spLocks xmlns:a="http://schemas.openxmlformats.org/drawingml/2006/main" noGrp="1"/>
          </p:cNvSpPr>
          <p:nvPr/>
        </p:nvSpPr>
        <p:spPr>
          <a:xfrm xmlns:a="http://schemas.openxmlformats.org/drawingml/2006/main">
            <a:off x="927163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89" name="Standardized person 185: affected">
            <a:extLst xmlns:a="http://schemas.openxmlformats.org/drawingml/2006/main">
              <a:ext uri="{FF2B5EF4-FFF2-40B4-BE49-F238E27FC236}">
                <a16:creationId xmlns:a16="http://schemas.microsoft.com/office/drawing/2014/main" id="{BAC36E79-DD95-40B9-9757-D9E82F020230}"/>
              </a:ext>
            </a:extLst>
          </p:cNvPr>
          <p:cNvSpPr>
            <a:spLocks xmlns:a="http://schemas.openxmlformats.org/drawingml/2006/main" noGrp="1"/>
          </p:cNvSpPr>
          <p:nvPr/>
        </p:nvSpPr>
        <p:spPr>
          <a:xfrm xmlns:a="http://schemas.openxmlformats.org/drawingml/2006/main">
            <a:off x="940308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0" name="Standardized person 186: affected">
            <a:extLst xmlns:a="http://schemas.openxmlformats.org/drawingml/2006/main">
              <a:ext uri="{FF2B5EF4-FFF2-40B4-BE49-F238E27FC236}">
                <a16:creationId xmlns:a16="http://schemas.microsoft.com/office/drawing/2014/main" id="{72896681-B912-4A48-924B-FF9A00B7C2D0}"/>
              </a:ext>
            </a:extLst>
          </p:cNvPr>
          <p:cNvSpPr>
            <a:spLocks xmlns:a="http://schemas.openxmlformats.org/drawingml/2006/main" noGrp="1"/>
          </p:cNvSpPr>
          <p:nvPr/>
        </p:nvSpPr>
        <p:spPr>
          <a:xfrm xmlns:a="http://schemas.openxmlformats.org/drawingml/2006/main">
            <a:off x="953452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1" name="Standardized person 187: affected">
            <a:extLst xmlns:a="http://schemas.openxmlformats.org/drawingml/2006/main">
              <a:ext uri="{FF2B5EF4-FFF2-40B4-BE49-F238E27FC236}">
                <a16:creationId xmlns:a16="http://schemas.microsoft.com/office/drawing/2014/main" id="{46D24B2C-23F3-4AD6-B24C-3466CF2F87CF}"/>
              </a:ext>
            </a:extLst>
          </p:cNvPr>
          <p:cNvSpPr>
            <a:spLocks xmlns:a="http://schemas.openxmlformats.org/drawingml/2006/main" noGrp="1"/>
          </p:cNvSpPr>
          <p:nvPr/>
        </p:nvSpPr>
        <p:spPr>
          <a:xfrm xmlns:a="http://schemas.openxmlformats.org/drawingml/2006/main">
            <a:off x="966597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2" name="Standardized person 188: affected">
            <a:extLst xmlns:a="http://schemas.openxmlformats.org/drawingml/2006/main">
              <a:ext uri="{FF2B5EF4-FFF2-40B4-BE49-F238E27FC236}">
                <a16:creationId xmlns:a16="http://schemas.microsoft.com/office/drawing/2014/main" id="{C4E15620-37FE-4E79-A64B-8FF7E162F45A}"/>
              </a:ext>
            </a:extLst>
          </p:cNvPr>
          <p:cNvSpPr>
            <a:spLocks xmlns:a="http://schemas.openxmlformats.org/drawingml/2006/main" noGrp="1"/>
          </p:cNvSpPr>
          <p:nvPr/>
        </p:nvSpPr>
        <p:spPr>
          <a:xfrm xmlns:a="http://schemas.openxmlformats.org/drawingml/2006/main">
            <a:off x="979741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3" name="Standardized person 189: affected">
            <a:extLst xmlns:a="http://schemas.openxmlformats.org/drawingml/2006/main">
              <a:ext uri="{FF2B5EF4-FFF2-40B4-BE49-F238E27FC236}">
                <a16:creationId xmlns:a16="http://schemas.microsoft.com/office/drawing/2014/main" id="{79CD0F85-AE5A-4EEE-8ADC-5DE7539BB3E6}"/>
              </a:ext>
            </a:extLst>
          </p:cNvPr>
          <p:cNvSpPr>
            <a:spLocks xmlns:a="http://schemas.openxmlformats.org/drawingml/2006/main" noGrp="1"/>
          </p:cNvSpPr>
          <p:nvPr/>
        </p:nvSpPr>
        <p:spPr>
          <a:xfrm xmlns:a="http://schemas.openxmlformats.org/drawingml/2006/main">
            <a:off x="992886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4" name="Standardized person 190: affected">
            <a:extLst xmlns:a="http://schemas.openxmlformats.org/drawingml/2006/main">
              <a:ext uri="{FF2B5EF4-FFF2-40B4-BE49-F238E27FC236}">
                <a16:creationId xmlns:a16="http://schemas.microsoft.com/office/drawing/2014/main" id="{F73442ED-CBA1-40CA-8BD6-5188C7EA7422}"/>
              </a:ext>
            </a:extLst>
          </p:cNvPr>
          <p:cNvSpPr>
            <a:spLocks xmlns:a="http://schemas.openxmlformats.org/drawingml/2006/main" noGrp="1"/>
          </p:cNvSpPr>
          <p:nvPr/>
        </p:nvSpPr>
        <p:spPr>
          <a:xfrm xmlns:a="http://schemas.openxmlformats.org/drawingml/2006/main">
            <a:off x="1006030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5" name="Standardized person 191: affected">
            <a:extLst xmlns:a="http://schemas.openxmlformats.org/drawingml/2006/main">
              <a:ext uri="{FF2B5EF4-FFF2-40B4-BE49-F238E27FC236}">
                <a16:creationId xmlns:a16="http://schemas.microsoft.com/office/drawing/2014/main" id="{1F876495-26E4-403A-BBE7-371007CA5527}"/>
              </a:ext>
            </a:extLst>
          </p:cNvPr>
          <p:cNvSpPr>
            <a:spLocks xmlns:a="http://schemas.openxmlformats.org/drawingml/2006/main" noGrp="1"/>
          </p:cNvSpPr>
          <p:nvPr/>
        </p:nvSpPr>
        <p:spPr>
          <a:xfrm xmlns:a="http://schemas.openxmlformats.org/drawingml/2006/main">
            <a:off x="1019175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6" name="Standardized person 192: affected">
            <a:extLst xmlns:a="http://schemas.openxmlformats.org/drawingml/2006/main">
              <a:ext uri="{FF2B5EF4-FFF2-40B4-BE49-F238E27FC236}">
                <a16:creationId xmlns:a16="http://schemas.microsoft.com/office/drawing/2014/main" id="{334F0900-5417-4157-A15C-208281D33576}"/>
              </a:ext>
            </a:extLst>
          </p:cNvPr>
          <p:cNvSpPr>
            <a:spLocks xmlns:a="http://schemas.openxmlformats.org/drawingml/2006/main" noGrp="1"/>
          </p:cNvSpPr>
          <p:nvPr/>
        </p:nvSpPr>
        <p:spPr>
          <a:xfrm xmlns:a="http://schemas.openxmlformats.org/drawingml/2006/main">
            <a:off x="1032319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7" name="Standardized person 193: affected">
            <a:extLst xmlns:a="http://schemas.openxmlformats.org/drawingml/2006/main">
              <a:ext uri="{FF2B5EF4-FFF2-40B4-BE49-F238E27FC236}">
                <a16:creationId xmlns:a16="http://schemas.microsoft.com/office/drawing/2014/main" id="{EBC8C145-7C9C-465C-A431-1C6308C2BA5A}"/>
              </a:ext>
            </a:extLst>
          </p:cNvPr>
          <p:cNvSpPr>
            <a:spLocks xmlns:a="http://schemas.openxmlformats.org/drawingml/2006/main" noGrp="1"/>
          </p:cNvSpPr>
          <p:nvPr/>
        </p:nvSpPr>
        <p:spPr>
          <a:xfrm xmlns:a="http://schemas.openxmlformats.org/drawingml/2006/main">
            <a:off x="1045464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8" name="Standardized person 194: affected">
            <a:extLst xmlns:a="http://schemas.openxmlformats.org/drawingml/2006/main">
              <a:ext uri="{FF2B5EF4-FFF2-40B4-BE49-F238E27FC236}">
                <a16:creationId xmlns:a16="http://schemas.microsoft.com/office/drawing/2014/main" id="{7EF90D53-5A87-4EFE-8C86-B7B5F81F9588}"/>
              </a:ext>
            </a:extLst>
          </p:cNvPr>
          <p:cNvSpPr>
            <a:spLocks xmlns:a="http://schemas.openxmlformats.org/drawingml/2006/main" noGrp="1"/>
          </p:cNvSpPr>
          <p:nvPr/>
        </p:nvSpPr>
        <p:spPr>
          <a:xfrm xmlns:a="http://schemas.openxmlformats.org/drawingml/2006/main">
            <a:off x="1058608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199" name="Standardized person 195: affected">
            <a:extLst xmlns:a="http://schemas.openxmlformats.org/drawingml/2006/main">
              <a:ext uri="{FF2B5EF4-FFF2-40B4-BE49-F238E27FC236}">
                <a16:creationId xmlns:a16="http://schemas.microsoft.com/office/drawing/2014/main" id="{1AC0BD7D-EA84-4A78-AA60-8BE8A04CAB49}"/>
              </a:ext>
            </a:extLst>
          </p:cNvPr>
          <p:cNvSpPr>
            <a:spLocks xmlns:a="http://schemas.openxmlformats.org/drawingml/2006/main" noGrp="1"/>
          </p:cNvSpPr>
          <p:nvPr/>
        </p:nvSpPr>
        <p:spPr>
          <a:xfrm xmlns:a="http://schemas.openxmlformats.org/drawingml/2006/main">
            <a:off x="1071753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0" name="Standardized person 196: affected">
            <a:extLst xmlns:a="http://schemas.openxmlformats.org/drawingml/2006/main">
              <a:ext uri="{FF2B5EF4-FFF2-40B4-BE49-F238E27FC236}">
                <a16:creationId xmlns:a16="http://schemas.microsoft.com/office/drawing/2014/main" id="{1DFEF7FE-A43C-4FA3-88B9-5F91E3D04638}"/>
              </a:ext>
            </a:extLst>
          </p:cNvPr>
          <p:cNvSpPr>
            <a:spLocks xmlns:a="http://schemas.openxmlformats.org/drawingml/2006/main" noGrp="1"/>
          </p:cNvSpPr>
          <p:nvPr/>
        </p:nvSpPr>
        <p:spPr>
          <a:xfrm xmlns:a="http://schemas.openxmlformats.org/drawingml/2006/main">
            <a:off x="1084897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1" name="Standardized person 197: affected">
            <a:extLst xmlns:a="http://schemas.openxmlformats.org/drawingml/2006/main">
              <a:ext uri="{FF2B5EF4-FFF2-40B4-BE49-F238E27FC236}">
                <a16:creationId xmlns:a16="http://schemas.microsoft.com/office/drawing/2014/main" id="{9EE8FCE4-FBC7-4BA8-B7E0-6D9608723509}"/>
              </a:ext>
            </a:extLst>
          </p:cNvPr>
          <p:cNvSpPr>
            <a:spLocks xmlns:a="http://schemas.openxmlformats.org/drawingml/2006/main" noGrp="1"/>
          </p:cNvSpPr>
          <p:nvPr/>
        </p:nvSpPr>
        <p:spPr>
          <a:xfrm xmlns:a="http://schemas.openxmlformats.org/drawingml/2006/main">
            <a:off x="1098042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2" name="Standardized person 198: affected">
            <a:extLst xmlns:a="http://schemas.openxmlformats.org/drawingml/2006/main">
              <a:ext uri="{FF2B5EF4-FFF2-40B4-BE49-F238E27FC236}">
                <a16:creationId xmlns:a16="http://schemas.microsoft.com/office/drawing/2014/main" id="{EDE66CAB-B2CA-4C89-8168-296CE3CD8A7E}"/>
              </a:ext>
            </a:extLst>
          </p:cNvPr>
          <p:cNvSpPr>
            <a:spLocks xmlns:a="http://schemas.openxmlformats.org/drawingml/2006/main" noGrp="1"/>
          </p:cNvSpPr>
          <p:nvPr/>
        </p:nvSpPr>
        <p:spPr>
          <a:xfrm xmlns:a="http://schemas.openxmlformats.org/drawingml/2006/main">
            <a:off x="1111186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3" name="Standardized person 199: affected">
            <a:extLst xmlns:a="http://schemas.openxmlformats.org/drawingml/2006/main">
              <a:ext uri="{FF2B5EF4-FFF2-40B4-BE49-F238E27FC236}">
                <a16:creationId xmlns:a16="http://schemas.microsoft.com/office/drawing/2014/main" id="{1FD062C0-94AD-4FCE-B960-07588D90CC1F}"/>
              </a:ext>
            </a:extLst>
          </p:cNvPr>
          <p:cNvSpPr>
            <a:spLocks xmlns:a="http://schemas.openxmlformats.org/drawingml/2006/main" noGrp="1"/>
          </p:cNvSpPr>
          <p:nvPr/>
        </p:nvSpPr>
        <p:spPr>
          <a:xfrm xmlns:a="http://schemas.openxmlformats.org/drawingml/2006/main">
            <a:off x="11243310"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4" name="Standardized person 200: affected">
            <a:extLst xmlns:a="http://schemas.openxmlformats.org/drawingml/2006/main">
              <a:ext uri="{FF2B5EF4-FFF2-40B4-BE49-F238E27FC236}">
                <a16:creationId xmlns:a16="http://schemas.microsoft.com/office/drawing/2014/main" id="{45C0A217-FE9E-4F26-8217-FCB9F9CEB77B}"/>
              </a:ext>
            </a:extLst>
          </p:cNvPr>
          <p:cNvSpPr>
            <a:spLocks xmlns:a="http://schemas.openxmlformats.org/drawingml/2006/main" noGrp="1"/>
          </p:cNvSpPr>
          <p:nvPr/>
        </p:nvSpPr>
        <p:spPr>
          <a:xfrm xmlns:a="http://schemas.openxmlformats.org/drawingml/2006/main">
            <a:off x="11374755" y="3062478"/>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5" name="Standardized person 201: affected">
            <a:extLst xmlns:a="http://schemas.openxmlformats.org/drawingml/2006/main">
              <a:ext uri="{FF2B5EF4-FFF2-40B4-BE49-F238E27FC236}">
                <a16:creationId xmlns:a16="http://schemas.microsoft.com/office/drawing/2014/main" id="{D4C91C1E-A4C7-4109-8F56-D4A4DA6933D2}"/>
              </a:ext>
            </a:extLst>
          </p:cNvPr>
          <p:cNvSpPr>
            <a:spLocks xmlns:a="http://schemas.openxmlformats.org/drawingml/2006/main" noGrp="1"/>
          </p:cNvSpPr>
          <p:nvPr/>
        </p:nvSpPr>
        <p:spPr>
          <a:xfrm xmlns:a="http://schemas.openxmlformats.org/drawingml/2006/main">
            <a:off x="624840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6" name="Standardized person 202: affected">
            <a:extLst xmlns:a="http://schemas.openxmlformats.org/drawingml/2006/main">
              <a:ext uri="{FF2B5EF4-FFF2-40B4-BE49-F238E27FC236}">
                <a16:creationId xmlns:a16="http://schemas.microsoft.com/office/drawing/2014/main" id="{EB8D9709-84C3-4FFF-888B-DC748DBDFC1C}"/>
              </a:ext>
            </a:extLst>
          </p:cNvPr>
          <p:cNvSpPr>
            <a:spLocks xmlns:a="http://schemas.openxmlformats.org/drawingml/2006/main" noGrp="1"/>
          </p:cNvSpPr>
          <p:nvPr/>
        </p:nvSpPr>
        <p:spPr>
          <a:xfrm xmlns:a="http://schemas.openxmlformats.org/drawingml/2006/main">
            <a:off x="637984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7" name="Standardized person 203: affected">
            <a:extLst xmlns:a="http://schemas.openxmlformats.org/drawingml/2006/main">
              <a:ext uri="{FF2B5EF4-FFF2-40B4-BE49-F238E27FC236}">
                <a16:creationId xmlns:a16="http://schemas.microsoft.com/office/drawing/2014/main" id="{91D7D0CB-3042-44A3-A79C-0516901B9CC1}"/>
              </a:ext>
            </a:extLst>
          </p:cNvPr>
          <p:cNvSpPr>
            <a:spLocks xmlns:a="http://schemas.openxmlformats.org/drawingml/2006/main" noGrp="1"/>
          </p:cNvSpPr>
          <p:nvPr/>
        </p:nvSpPr>
        <p:spPr>
          <a:xfrm xmlns:a="http://schemas.openxmlformats.org/drawingml/2006/main">
            <a:off x="651129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8" name="Standardized person 204: affected">
            <a:extLst xmlns:a="http://schemas.openxmlformats.org/drawingml/2006/main">
              <a:ext uri="{FF2B5EF4-FFF2-40B4-BE49-F238E27FC236}">
                <a16:creationId xmlns:a16="http://schemas.microsoft.com/office/drawing/2014/main" id="{C536AA38-9BA8-434D-8A61-8C975A10DC45}"/>
              </a:ext>
            </a:extLst>
          </p:cNvPr>
          <p:cNvSpPr>
            <a:spLocks xmlns:a="http://schemas.openxmlformats.org/drawingml/2006/main" noGrp="1"/>
          </p:cNvSpPr>
          <p:nvPr/>
        </p:nvSpPr>
        <p:spPr>
          <a:xfrm xmlns:a="http://schemas.openxmlformats.org/drawingml/2006/main">
            <a:off x="664273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09" name="Standardized person 205: affected">
            <a:extLst xmlns:a="http://schemas.openxmlformats.org/drawingml/2006/main">
              <a:ext uri="{FF2B5EF4-FFF2-40B4-BE49-F238E27FC236}">
                <a16:creationId xmlns:a16="http://schemas.microsoft.com/office/drawing/2014/main" id="{E1CEB681-B2B6-49BB-9CC8-3CABA0C6147E}"/>
              </a:ext>
            </a:extLst>
          </p:cNvPr>
          <p:cNvSpPr>
            <a:spLocks xmlns:a="http://schemas.openxmlformats.org/drawingml/2006/main" noGrp="1"/>
          </p:cNvSpPr>
          <p:nvPr/>
        </p:nvSpPr>
        <p:spPr>
          <a:xfrm xmlns:a="http://schemas.openxmlformats.org/drawingml/2006/main">
            <a:off x="677418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0" name="Standardized person 206: affected">
            <a:extLst xmlns:a="http://schemas.openxmlformats.org/drawingml/2006/main">
              <a:ext uri="{FF2B5EF4-FFF2-40B4-BE49-F238E27FC236}">
                <a16:creationId xmlns:a16="http://schemas.microsoft.com/office/drawing/2014/main" id="{A037740A-0FF3-43CC-B0C5-4EFE0EA0BA75}"/>
              </a:ext>
            </a:extLst>
          </p:cNvPr>
          <p:cNvSpPr>
            <a:spLocks xmlns:a="http://schemas.openxmlformats.org/drawingml/2006/main" noGrp="1"/>
          </p:cNvSpPr>
          <p:nvPr/>
        </p:nvSpPr>
        <p:spPr>
          <a:xfrm xmlns:a="http://schemas.openxmlformats.org/drawingml/2006/main">
            <a:off x="690562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1" name="Standardized person 207: affected">
            <a:extLst xmlns:a="http://schemas.openxmlformats.org/drawingml/2006/main">
              <a:ext uri="{FF2B5EF4-FFF2-40B4-BE49-F238E27FC236}">
                <a16:creationId xmlns:a16="http://schemas.microsoft.com/office/drawing/2014/main" id="{A227DCD6-61FC-4EE2-AC8D-3822F8077627}"/>
              </a:ext>
            </a:extLst>
          </p:cNvPr>
          <p:cNvSpPr>
            <a:spLocks xmlns:a="http://schemas.openxmlformats.org/drawingml/2006/main" noGrp="1"/>
          </p:cNvSpPr>
          <p:nvPr/>
        </p:nvSpPr>
        <p:spPr>
          <a:xfrm xmlns:a="http://schemas.openxmlformats.org/drawingml/2006/main">
            <a:off x="703707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2" name="Standardized person 208: affected">
            <a:extLst xmlns:a="http://schemas.openxmlformats.org/drawingml/2006/main">
              <a:ext uri="{FF2B5EF4-FFF2-40B4-BE49-F238E27FC236}">
                <a16:creationId xmlns:a16="http://schemas.microsoft.com/office/drawing/2014/main" id="{DA8D4706-6AF7-4A1D-B0F6-411F8E30652B}"/>
              </a:ext>
            </a:extLst>
          </p:cNvPr>
          <p:cNvSpPr>
            <a:spLocks xmlns:a="http://schemas.openxmlformats.org/drawingml/2006/main" noGrp="1"/>
          </p:cNvSpPr>
          <p:nvPr/>
        </p:nvSpPr>
        <p:spPr>
          <a:xfrm xmlns:a="http://schemas.openxmlformats.org/drawingml/2006/main">
            <a:off x="716851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3" name="Standardized person 209: affected">
            <a:extLst xmlns:a="http://schemas.openxmlformats.org/drawingml/2006/main">
              <a:ext uri="{FF2B5EF4-FFF2-40B4-BE49-F238E27FC236}">
                <a16:creationId xmlns:a16="http://schemas.microsoft.com/office/drawing/2014/main" id="{0AE414C4-495D-4BC0-994B-550D1D122306}"/>
              </a:ext>
            </a:extLst>
          </p:cNvPr>
          <p:cNvSpPr>
            <a:spLocks xmlns:a="http://schemas.openxmlformats.org/drawingml/2006/main" noGrp="1"/>
          </p:cNvSpPr>
          <p:nvPr/>
        </p:nvSpPr>
        <p:spPr>
          <a:xfrm xmlns:a="http://schemas.openxmlformats.org/drawingml/2006/main">
            <a:off x="729996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4" name="Standardized person 210: affected">
            <a:extLst xmlns:a="http://schemas.openxmlformats.org/drawingml/2006/main">
              <a:ext uri="{FF2B5EF4-FFF2-40B4-BE49-F238E27FC236}">
                <a16:creationId xmlns:a16="http://schemas.microsoft.com/office/drawing/2014/main" id="{BA5930DA-04D8-4F43-9E08-02261878A2FA}"/>
              </a:ext>
            </a:extLst>
          </p:cNvPr>
          <p:cNvSpPr>
            <a:spLocks xmlns:a="http://schemas.openxmlformats.org/drawingml/2006/main" noGrp="1"/>
          </p:cNvSpPr>
          <p:nvPr/>
        </p:nvSpPr>
        <p:spPr>
          <a:xfrm xmlns:a="http://schemas.openxmlformats.org/drawingml/2006/main">
            <a:off x="743140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5" name="Standardized person 211: affected">
            <a:extLst xmlns:a="http://schemas.openxmlformats.org/drawingml/2006/main">
              <a:ext uri="{FF2B5EF4-FFF2-40B4-BE49-F238E27FC236}">
                <a16:creationId xmlns:a16="http://schemas.microsoft.com/office/drawing/2014/main" id="{88B2CCCF-F151-4C90-AD74-AFCCF1949DEF}"/>
              </a:ext>
            </a:extLst>
          </p:cNvPr>
          <p:cNvSpPr>
            <a:spLocks xmlns:a="http://schemas.openxmlformats.org/drawingml/2006/main" noGrp="1"/>
          </p:cNvSpPr>
          <p:nvPr/>
        </p:nvSpPr>
        <p:spPr>
          <a:xfrm xmlns:a="http://schemas.openxmlformats.org/drawingml/2006/main">
            <a:off x="756285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6" name="Standardized person 212: affected">
            <a:extLst xmlns:a="http://schemas.openxmlformats.org/drawingml/2006/main">
              <a:ext uri="{FF2B5EF4-FFF2-40B4-BE49-F238E27FC236}">
                <a16:creationId xmlns:a16="http://schemas.microsoft.com/office/drawing/2014/main" id="{F6A95AB2-8328-4223-AC54-CDA40BDF2D56}"/>
              </a:ext>
            </a:extLst>
          </p:cNvPr>
          <p:cNvSpPr>
            <a:spLocks xmlns:a="http://schemas.openxmlformats.org/drawingml/2006/main" noGrp="1"/>
          </p:cNvSpPr>
          <p:nvPr/>
        </p:nvSpPr>
        <p:spPr>
          <a:xfrm xmlns:a="http://schemas.openxmlformats.org/drawingml/2006/main">
            <a:off x="769429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7" name="Standardized person 213: affected">
            <a:extLst xmlns:a="http://schemas.openxmlformats.org/drawingml/2006/main">
              <a:ext uri="{FF2B5EF4-FFF2-40B4-BE49-F238E27FC236}">
                <a16:creationId xmlns:a16="http://schemas.microsoft.com/office/drawing/2014/main" id="{EEF0F9A3-A863-4229-81CA-7D79191504D4}"/>
              </a:ext>
            </a:extLst>
          </p:cNvPr>
          <p:cNvSpPr>
            <a:spLocks xmlns:a="http://schemas.openxmlformats.org/drawingml/2006/main" noGrp="1"/>
          </p:cNvSpPr>
          <p:nvPr/>
        </p:nvSpPr>
        <p:spPr>
          <a:xfrm xmlns:a="http://schemas.openxmlformats.org/drawingml/2006/main">
            <a:off x="782574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8" name="Standardized person 214: affected">
            <a:extLst xmlns:a="http://schemas.openxmlformats.org/drawingml/2006/main">
              <a:ext uri="{FF2B5EF4-FFF2-40B4-BE49-F238E27FC236}">
                <a16:creationId xmlns:a16="http://schemas.microsoft.com/office/drawing/2014/main" id="{62A0FC5F-B13B-4539-B15A-58AE227FB894}"/>
              </a:ext>
            </a:extLst>
          </p:cNvPr>
          <p:cNvSpPr>
            <a:spLocks xmlns:a="http://schemas.openxmlformats.org/drawingml/2006/main" noGrp="1"/>
          </p:cNvSpPr>
          <p:nvPr/>
        </p:nvSpPr>
        <p:spPr>
          <a:xfrm xmlns:a="http://schemas.openxmlformats.org/drawingml/2006/main">
            <a:off x="795718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19" name="Standardized person 215: affected">
            <a:extLst xmlns:a="http://schemas.openxmlformats.org/drawingml/2006/main">
              <a:ext uri="{FF2B5EF4-FFF2-40B4-BE49-F238E27FC236}">
                <a16:creationId xmlns:a16="http://schemas.microsoft.com/office/drawing/2014/main" id="{AEEF7917-DE14-4E93-ABC2-32C954C5E69E}"/>
              </a:ext>
            </a:extLst>
          </p:cNvPr>
          <p:cNvSpPr>
            <a:spLocks xmlns:a="http://schemas.openxmlformats.org/drawingml/2006/main" noGrp="1"/>
          </p:cNvSpPr>
          <p:nvPr/>
        </p:nvSpPr>
        <p:spPr>
          <a:xfrm xmlns:a="http://schemas.openxmlformats.org/drawingml/2006/main">
            <a:off x="808863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0" name="Standardized person 216: affected">
            <a:extLst xmlns:a="http://schemas.openxmlformats.org/drawingml/2006/main">
              <a:ext uri="{FF2B5EF4-FFF2-40B4-BE49-F238E27FC236}">
                <a16:creationId xmlns:a16="http://schemas.microsoft.com/office/drawing/2014/main" id="{2E4A8817-5E38-41B2-8000-7ECFB2B890D6}"/>
              </a:ext>
            </a:extLst>
          </p:cNvPr>
          <p:cNvSpPr>
            <a:spLocks xmlns:a="http://schemas.openxmlformats.org/drawingml/2006/main" noGrp="1"/>
          </p:cNvSpPr>
          <p:nvPr/>
        </p:nvSpPr>
        <p:spPr>
          <a:xfrm xmlns:a="http://schemas.openxmlformats.org/drawingml/2006/main">
            <a:off x="822007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1" name="Standardized person 217: affected">
            <a:extLst xmlns:a="http://schemas.openxmlformats.org/drawingml/2006/main">
              <a:ext uri="{FF2B5EF4-FFF2-40B4-BE49-F238E27FC236}">
                <a16:creationId xmlns:a16="http://schemas.microsoft.com/office/drawing/2014/main" id="{683B91F9-3AA2-4FA3-B1EF-C042C9B74867}"/>
              </a:ext>
            </a:extLst>
          </p:cNvPr>
          <p:cNvSpPr>
            <a:spLocks xmlns:a="http://schemas.openxmlformats.org/drawingml/2006/main" noGrp="1"/>
          </p:cNvSpPr>
          <p:nvPr/>
        </p:nvSpPr>
        <p:spPr>
          <a:xfrm xmlns:a="http://schemas.openxmlformats.org/drawingml/2006/main">
            <a:off x="835152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2" name="Standardized person 218: affected">
            <a:extLst xmlns:a="http://schemas.openxmlformats.org/drawingml/2006/main">
              <a:ext uri="{FF2B5EF4-FFF2-40B4-BE49-F238E27FC236}">
                <a16:creationId xmlns:a16="http://schemas.microsoft.com/office/drawing/2014/main" id="{0708A938-574B-40D9-BAA2-9643DE8A07F7}"/>
              </a:ext>
            </a:extLst>
          </p:cNvPr>
          <p:cNvSpPr>
            <a:spLocks xmlns:a="http://schemas.openxmlformats.org/drawingml/2006/main" noGrp="1"/>
          </p:cNvSpPr>
          <p:nvPr/>
        </p:nvSpPr>
        <p:spPr>
          <a:xfrm xmlns:a="http://schemas.openxmlformats.org/drawingml/2006/main">
            <a:off x="848296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3" name="Standardized person 219: affected">
            <a:extLst xmlns:a="http://schemas.openxmlformats.org/drawingml/2006/main">
              <a:ext uri="{FF2B5EF4-FFF2-40B4-BE49-F238E27FC236}">
                <a16:creationId xmlns:a16="http://schemas.microsoft.com/office/drawing/2014/main" id="{B40F4F00-D26C-4F7A-AF3D-610CDF416CF1}"/>
              </a:ext>
            </a:extLst>
          </p:cNvPr>
          <p:cNvSpPr>
            <a:spLocks xmlns:a="http://schemas.openxmlformats.org/drawingml/2006/main" noGrp="1"/>
          </p:cNvSpPr>
          <p:nvPr/>
        </p:nvSpPr>
        <p:spPr>
          <a:xfrm xmlns:a="http://schemas.openxmlformats.org/drawingml/2006/main">
            <a:off x="861441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4" name="Standardized person 220: affected">
            <a:extLst xmlns:a="http://schemas.openxmlformats.org/drawingml/2006/main">
              <a:ext uri="{FF2B5EF4-FFF2-40B4-BE49-F238E27FC236}">
                <a16:creationId xmlns:a16="http://schemas.microsoft.com/office/drawing/2014/main" id="{1A358FF2-A544-46FD-B1A0-3F53C6DD0017}"/>
              </a:ext>
            </a:extLst>
          </p:cNvPr>
          <p:cNvSpPr>
            <a:spLocks xmlns:a="http://schemas.openxmlformats.org/drawingml/2006/main" noGrp="1"/>
          </p:cNvSpPr>
          <p:nvPr/>
        </p:nvSpPr>
        <p:spPr>
          <a:xfrm xmlns:a="http://schemas.openxmlformats.org/drawingml/2006/main">
            <a:off x="874585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5" name="Standardized person 221: affected">
            <a:extLst xmlns:a="http://schemas.openxmlformats.org/drawingml/2006/main">
              <a:ext uri="{FF2B5EF4-FFF2-40B4-BE49-F238E27FC236}">
                <a16:creationId xmlns:a16="http://schemas.microsoft.com/office/drawing/2014/main" id="{0ACF57C6-8DE4-4956-BF90-0D6074D809E8}"/>
              </a:ext>
            </a:extLst>
          </p:cNvPr>
          <p:cNvSpPr>
            <a:spLocks xmlns:a="http://schemas.openxmlformats.org/drawingml/2006/main" noGrp="1"/>
          </p:cNvSpPr>
          <p:nvPr/>
        </p:nvSpPr>
        <p:spPr>
          <a:xfrm xmlns:a="http://schemas.openxmlformats.org/drawingml/2006/main">
            <a:off x="887730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6" name="Standardized person 222: affected">
            <a:extLst xmlns:a="http://schemas.openxmlformats.org/drawingml/2006/main">
              <a:ext uri="{FF2B5EF4-FFF2-40B4-BE49-F238E27FC236}">
                <a16:creationId xmlns:a16="http://schemas.microsoft.com/office/drawing/2014/main" id="{00F6FFD7-7C86-457C-B35E-B095A6956602}"/>
              </a:ext>
            </a:extLst>
          </p:cNvPr>
          <p:cNvSpPr>
            <a:spLocks xmlns:a="http://schemas.openxmlformats.org/drawingml/2006/main" noGrp="1"/>
          </p:cNvSpPr>
          <p:nvPr/>
        </p:nvSpPr>
        <p:spPr>
          <a:xfrm xmlns:a="http://schemas.openxmlformats.org/drawingml/2006/main">
            <a:off x="900874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7" name="Standardized person 223: affected">
            <a:extLst xmlns:a="http://schemas.openxmlformats.org/drawingml/2006/main">
              <a:ext uri="{FF2B5EF4-FFF2-40B4-BE49-F238E27FC236}">
                <a16:creationId xmlns:a16="http://schemas.microsoft.com/office/drawing/2014/main" id="{F95687D2-D3ED-4EB9-A1A7-66D732657DE0}"/>
              </a:ext>
            </a:extLst>
          </p:cNvPr>
          <p:cNvSpPr>
            <a:spLocks xmlns:a="http://schemas.openxmlformats.org/drawingml/2006/main" noGrp="1"/>
          </p:cNvSpPr>
          <p:nvPr/>
        </p:nvSpPr>
        <p:spPr>
          <a:xfrm xmlns:a="http://schemas.openxmlformats.org/drawingml/2006/main">
            <a:off x="914019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8" name="Standardized person 224: affected">
            <a:extLst xmlns:a="http://schemas.openxmlformats.org/drawingml/2006/main">
              <a:ext uri="{FF2B5EF4-FFF2-40B4-BE49-F238E27FC236}">
                <a16:creationId xmlns:a16="http://schemas.microsoft.com/office/drawing/2014/main" id="{41CB55D6-FAF9-4F7A-9F88-B6900B9F9346}"/>
              </a:ext>
            </a:extLst>
          </p:cNvPr>
          <p:cNvSpPr>
            <a:spLocks xmlns:a="http://schemas.openxmlformats.org/drawingml/2006/main" noGrp="1"/>
          </p:cNvSpPr>
          <p:nvPr/>
        </p:nvSpPr>
        <p:spPr>
          <a:xfrm xmlns:a="http://schemas.openxmlformats.org/drawingml/2006/main">
            <a:off x="927163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29" name="Standardized person 225: affected">
            <a:extLst xmlns:a="http://schemas.openxmlformats.org/drawingml/2006/main">
              <a:ext uri="{FF2B5EF4-FFF2-40B4-BE49-F238E27FC236}">
                <a16:creationId xmlns:a16="http://schemas.microsoft.com/office/drawing/2014/main" id="{7AA54451-F2F1-4F9E-81CE-775536533A99}"/>
              </a:ext>
            </a:extLst>
          </p:cNvPr>
          <p:cNvSpPr>
            <a:spLocks xmlns:a="http://schemas.openxmlformats.org/drawingml/2006/main" noGrp="1"/>
          </p:cNvSpPr>
          <p:nvPr/>
        </p:nvSpPr>
        <p:spPr>
          <a:xfrm xmlns:a="http://schemas.openxmlformats.org/drawingml/2006/main">
            <a:off x="940308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0" name="Standardized person 226: affected">
            <a:extLst xmlns:a="http://schemas.openxmlformats.org/drawingml/2006/main">
              <a:ext uri="{FF2B5EF4-FFF2-40B4-BE49-F238E27FC236}">
                <a16:creationId xmlns:a16="http://schemas.microsoft.com/office/drawing/2014/main" id="{9A7FD1A5-EB3F-4F51-89A9-5421D8ACECEC}"/>
              </a:ext>
            </a:extLst>
          </p:cNvPr>
          <p:cNvSpPr>
            <a:spLocks xmlns:a="http://schemas.openxmlformats.org/drawingml/2006/main" noGrp="1"/>
          </p:cNvSpPr>
          <p:nvPr/>
        </p:nvSpPr>
        <p:spPr>
          <a:xfrm xmlns:a="http://schemas.openxmlformats.org/drawingml/2006/main">
            <a:off x="953452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1" name="Standardized person 227: affected">
            <a:extLst xmlns:a="http://schemas.openxmlformats.org/drawingml/2006/main">
              <a:ext uri="{FF2B5EF4-FFF2-40B4-BE49-F238E27FC236}">
                <a16:creationId xmlns:a16="http://schemas.microsoft.com/office/drawing/2014/main" id="{C2893703-C2A5-4A4F-A72A-20CB7EE3D6C2}"/>
              </a:ext>
            </a:extLst>
          </p:cNvPr>
          <p:cNvSpPr>
            <a:spLocks xmlns:a="http://schemas.openxmlformats.org/drawingml/2006/main" noGrp="1"/>
          </p:cNvSpPr>
          <p:nvPr/>
        </p:nvSpPr>
        <p:spPr>
          <a:xfrm xmlns:a="http://schemas.openxmlformats.org/drawingml/2006/main">
            <a:off x="966597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2" name="Standardized person 228: affected">
            <a:extLst xmlns:a="http://schemas.openxmlformats.org/drawingml/2006/main">
              <a:ext uri="{FF2B5EF4-FFF2-40B4-BE49-F238E27FC236}">
                <a16:creationId xmlns:a16="http://schemas.microsoft.com/office/drawing/2014/main" id="{A4BFBA74-E51C-4BC9-B135-BC8D299648A4}"/>
              </a:ext>
            </a:extLst>
          </p:cNvPr>
          <p:cNvSpPr>
            <a:spLocks xmlns:a="http://schemas.openxmlformats.org/drawingml/2006/main" noGrp="1"/>
          </p:cNvSpPr>
          <p:nvPr/>
        </p:nvSpPr>
        <p:spPr>
          <a:xfrm xmlns:a="http://schemas.openxmlformats.org/drawingml/2006/main">
            <a:off x="979741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3" name="Standardized person 229: affected">
            <a:extLst xmlns:a="http://schemas.openxmlformats.org/drawingml/2006/main">
              <a:ext uri="{FF2B5EF4-FFF2-40B4-BE49-F238E27FC236}">
                <a16:creationId xmlns:a16="http://schemas.microsoft.com/office/drawing/2014/main" id="{5216BDEC-761F-4E3E-9D15-3C2BD24C9BC6}"/>
              </a:ext>
            </a:extLst>
          </p:cNvPr>
          <p:cNvSpPr>
            <a:spLocks xmlns:a="http://schemas.openxmlformats.org/drawingml/2006/main" noGrp="1"/>
          </p:cNvSpPr>
          <p:nvPr/>
        </p:nvSpPr>
        <p:spPr>
          <a:xfrm xmlns:a="http://schemas.openxmlformats.org/drawingml/2006/main">
            <a:off x="992886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4" name="Standardized person 230: affected">
            <a:extLst xmlns:a="http://schemas.openxmlformats.org/drawingml/2006/main">
              <a:ext uri="{FF2B5EF4-FFF2-40B4-BE49-F238E27FC236}">
                <a16:creationId xmlns:a16="http://schemas.microsoft.com/office/drawing/2014/main" id="{AA0C309B-D92D-447C-9459-C287B42526E0}"/>
              </a:ext>
            </a:extLst>
          </p:cNvPr>
          <p:cNvSpPr>
            <a:spLocks xmlns:a="http://schemas.openxmlformats.org/drawingml/2006/main" noGrp="1"/>
          </p:cNvSpPr>
          <p:nvPr/>
        </p:nvSpPr>
        <p:spPr>
          <a:xfrm xmlns:a="http://schemas.openxmlformats.org/drawingml/2006/main">
            <a:off x="1006030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5" name="Standardized person 231: affected">
            <a:extLst xmlns:a="http://schemas.openxmlformats.org/drawingml/2006/main">
              <a:ext uri="{FF2B5EF4-FFF2-40B4-BE49-F238E27FC236}">
                <a16:creationId xmlns:a16="http://schemas.microsoft.com/office/drawing/2014/main" id="{A4ADDF83-35C9-4603-AEDA-F0D0B9B09835}"/>
              </a:ext>
            </a:extLst>
          </p:cNvPr>
          <p:cNvSpPr>
            <a:spLocks xmlns:a="http://schemas.openxmlformats.org/drawingml/2006/main" noGrp="1"/>
          </p:cNvSpPr>
          <p:nvPr/>
        </p:nvSpPr>
        <p:spPr>
          <a:xfrm xmlns:a="http://schemas.openxmlformats.org/drawingml/2006/main">
            <a:off x="1019175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6" name="Standardized person 232: affected">
            <a:extLst xmlns:a="http://schemas.openxmlformats.org/drawingml/2006/main">
              <a:ext uri="{FF2B5EF4-FFF2-40B4-BE49-F238E27FC236}">
                <a16:creationId xmlns:a16="http://schemas.microsoft.com/office/drawing/2014/main" id="{EBF3313D-EA2A-42D7-B5BC-58EE68E76E3B}"/>
              </a:ext>
            </a:extLst>
          </p:cNvPr>
          <p:cNvSpPr>
            <a:spLocks xmlns:a="http://schemas.openxmlformats.org/drawingml/2006/main" noGrp="1"/>
          </p:cNvSpPr>
          <p:nvPr/>
        </p:nvSpPr>
        <p:spPr>
          <a:xfrm xmlns:a="http://schemas.openxmlformats.org/drawingml/2006/main">
            <a:off x="1032319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7" name="Standardized person 233: affected">
            <a:extLst xmlns:a="http://schemas.openxmlformats.org/drawingml/2006/main">
              <a:ext uri="{FF2B5EF4-FFF2-40B4-BE49-F238E27FC236}">
                <a16:creationId xmlns:a16="http://schemas.microsoft.com/office/drawing/2014/main" id="{53BFD0C4-B643-46FA-87BA-451D45EED44E}"/>
              </a:ext>
            </a:extLst>
          </p:cNvPr>
          <p:cNvSpPr>
            <a:spLocks xmlns:a="http://schemas.openxmlformats.org/drawingml/2006/main" noGrp="1"/>
          </p:cNvSpPr>
          <p:nvPr/>
        </p:nvSpPr>
        <p:spPr>
          <a:xfrm xmlns:a="http://schemas.openxmlformats.org/drawingml/2006/main">
            <a:off x="1045464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8" name="Standardized person 234: affected">
            <a:extLst xmlns:a="http://schemas.openxmlformats.org/drawingml/2006/main">
              <a:ext uri="{FF2B5EF4-FFF2-40B4-BE49-F238E27FC236}">
                <a16:creationId xmlns:a16="http://schemas.microsoft.com/office/drawing/2014/main" id="{D6A1BD67-B65B-4AE5-9981-0C2C2D23A661}"/>
              </a:ext>
            </a:extLst>
          </p:cNvPr>
          <p:cNvSpPr>
            <a:spLocks xmlns:a="http://schemas.openxmlformats.org/drawingml/2006/main" noGrp="1"/>
          </p:cNvSpPr>
          <p:nvPr/>
        </p:nvSpPr>
        <p:spPr>
          <a:xfrm xmlns:a="http://schemas.openxmlformats.org/drawingml/2006/main">
            <a:off x="1058608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39" name="Standardized person 235: affected">
            <a:extLst xmlns:a="http://schemas.openxmlformats.org/drawingml/2006/main">
              <a:ext uri="{FF2B5EF4-FFF2-40B4-BE49-F238E27FC236}">
                <a16:creationId xmlns:a16="http://schemas.microsoft.com/office/drawing/2014/main" id="{D87FB29A-C764-48BB-8F4E-A8CFF31A1FC4}"/>
              </a:ext>
            </a:extLst>
          </p:cNvPr>
          <p:cNvSpPr>
            <a:spLocks xmlns:a="http://schemas.openxmlformats.org/drawingml/2006/main" noGrp="1"/>
          </p:cNvSpPr>
          <p:nvPr/>
        </p:nvSpPr>
        <p:spPr>
          <a:xfrm xmlns:a="http://schemas.openxmlformats.org/drawingml/2006/main">
            <a:off x="1071753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0" name="Standardized person 236: affected">
            <a:extLst xmlns:a="http://schemas.openxmlformats.org/drawingml/2006/main">
              <a:ext uri="{FF2B5EF4-FFF2-40B4-BE49-F238E27FC236}">
                <a16:creationId xmlns:a16="http://schemas.microsoft.com/office/drawing/2014/main" id="{311857E8-93E8-41B4-B177-6ED600B533A0}"/>
              </a:ext>
            </a:extLst>
          </p:cNvPr>
          <p:cNvSpPr>
            <a:spLocks xmlns:a="http://schemas.openxmlformats.org/drawingml/2006/main" noGrp="1"/>
          </p:cNvSpPr>
          <p:nvPr/>
        </p:nvSpPr>
        <p:spPr>
          <a:xfrm xmlns:a="http://schemas.openxmlformats.org/drawingml/2006/main">
            <a:off x="1084897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1" name="Standardized person 237: affected">
            <a:extLst xmlns:a="http://schemas.openxmlformats.org/drawingml/2006/main">
              <a:ext uri="{FF2B5EF4-FFF2-40B4-BE49-F238E27FC236}">
                <a16:creationId xmlns:a16="http://schemas.microsoft.com/office/drawing/2014/main" id="{B888DF63-4284-4304-BA30-BF558A1CC769}"/>
              </a:ext>
            </a:extLst>
          </p:cNvPr>
          <p:cNvSpPr>
            <a:spLocks xmlns:a="http://schemas.openxmlformats.org/drawingml/2006/main" noGrp="1"/>
          </p:cNvSpPr>
          <p:nvPr/>
        </p:nvSpPr>
        <p:spPr>
          <a:xfrm xmlns:a="http://schemas.openxmlformats.org/drawingml/2006/main">
            <a:off x="1098042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2" name="Standardized person 238: affected">
            <a:extLst xmlns:a="http://schemas.openxmlformats.org/drawingml/2006/main">
              <a:ext uri="{FF2B5EF4-FFF2-40B4-BE49-F238E27FC236}">
                <a16:creationId xmlns:a16="http://schemas.microsoft.com/office/drawing/2014/main" id="{AE3F3330-C5B3-42DF-BF40-4B2EE64CA81F}"/>
              </a:ext>
            </a:extLst>
          </p:cNvPr>
          <p:cNvSpPr>
            <a:spLocks xmlns:a="http://schemas.openxmlformats.org/drawingml/2006/main" noGrp="1"/>
          </p:cNvSpPr>
          <p:nvPr/>
        </p:nvSpPr>
        <p:spPr>
          <a:xfrm xmlns:a="http://schemas.openxmlformats.org/drawingml/2006/main">
            <a:off x="1111186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3" name="Standardized person 239: affected">
            <a:extLst xmlns:a="http://schemas.openxmlformats.org/drawingml/2006/main">
              <a:ext uri="{FF2B5EF4-FFF2-40B4-BE49-F238E27FC236}">
                <a16:creationId xmlns:a16="http://schemas.microsoft.com/office/drawing/2014/main" id="{1F1A2DD7-0CE8-448C-876A-11D222DCF954}"/>
              </a:ext>
            </a:extLst>
          </p:cNvPr>
          <p:cNvSpPr>
            <a:spLocks xmlns:a="http://schemas.openxmlformats.org/drawingml/2006/main" noGrp="1"/>
          </p:cNvSpPr>
          <p:nvPr/>
        </p:nvSpPr>
        <p:spPr>
          <a:xfrm xmlns:a="http://schemas.openxmlformats.org/drawingml/2006/main">
            <a:off x="11243310"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4" name="Standardized person 240: affected">
            <a:extLst xmlns:a="http://schemas.openxmlformats.org/drawingml/2006/main">
              <a:ext uri="{FF2B5EF4-FFF2-40B4-BE49-F238E27FC236}">
                <a16:creationId xmlns:a16="http://schemas.microsoft.com/office/drawing/2014/main" id="{16307912-93CF-42B0-9F92-364647227715}"/>
              </a:ext>
            </a:extLst>
          </p:cNvPr>
          <p:cNvSpPr>
            <a:spLocks xmlns:a="http://schemas.openxmlformats.org/drawingml/2006/main" noGrp="1"/>
          </p:cNvSpPr>
          <p:nvPr/>
        </p:nvSpPr>
        <p:spPr>
          <a:xfrm xmlns:a="http://schemas.openxmlformats.org/drawingml/2006/main">
            <a:off x="11374755" y="3166110"/>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5" name="Standardized person 241: affected">
            <a:extLst xmlns:a="http://schemas.openxmlformats.org/drawingml/2006/main">
              <a:ext uri="{FF2B5EF4-FFF2-40B4-BE49-F238E27FC236}">
                <a16:creationId xmlns:a16="http://schemas.microsoft.com/office/drawing/2014/main" id="{3C37D9ED-55DA-460F-BBCC-51FF8A660222}"/>
              </a:ext>
            </a:extLst>
          </p:cNvPr>
          <p:cNvSpPr>
            <a:spLocks xmlns:a="http://schemas.openxmlformats.org/drawingml/2006/main" noGrp="1"/>
          </p:cNvSpPr>
          <p:nvPr/>
        </p:nvSpPr>
        <p:spPr>
          <a:xfrm xmlns:a="http://schemas.openxmlformats.org/drawingml/2006/main">
            <a:off x="6248400"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6" name="Standardized person 242: affected">
            <a:extLst xmlns:a="http://schemas.openxmlformats.org/drawingml/2006/main">
              <a:ext uri="{FF2B5EF4-FFF2-40B4-BE49-F238E27FC236}">
                <a16:creationId xmlns:a16="http://schemas.microsoft.com/office/drawing/2014/main" id="{C5101323-03A7-4938-8559-90668DEE899C}"/>
              </a:ext>
            </a:extLst>
          </p:cNvPr>
          <p:cNvSpPr>
            <a:spLocks xmlns:a="http://schemas.openxmlformats.org/drawingml/2006/main" noGrp="1"/>
          </p:cNvSpPr>
          <p:nvPr/>
        </p:nvSpPr>
        <p:spPr>
          <a:xfrm xmlns:a="http://schemas.openxmlformats.org/drawingml/2006/main">
            <a:off x="6379845"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7" name="Standardized person 243: affected">
            <a:extLst xmlns:a="http://schemas.openxmlformats.org/drawingml/2006/main">
              <a:ext uri="{FF2B5EF4-FFF2-40B4-BE49-F238E27FC236}">
                <a16:creationId xmlns:a16="http://schemas.microsoft.com/office/drawing/2014/main" id="{E326E01F-47DA-4EC5-B315-99EC8065D262}"/>
              </a:ext>
            </a:extLst>
          </p:cNvPr>
          <p:cNvSpPr>
            <a:spLocks xmlns:a="http://schemas.openxmlformats.org/drawingml/2006/main" noGrp="1"/>
          </p:cNvSpPr>
          <p:nvPr/>
        </p:nvSpPr>
        <p:spPr>
          <a:xfrm xmlns:a="http://schemas.openxmlformats.org/drawingml/2006/main">
            <a:off x="6511290"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8" name="Standardized person 244: affected">
            <a:extLst xmlns:a="http://schemas.openxmlformats.org/drawingml/2006/main">
              <a:ext uri="{FF2B5EF4-FFF2-40B4-BE49-F238E27FC236}">
                <a16:creationId xmlns:a16="http://schemas.microsoft.com/office/drawing/2014/main" id="{FEC5CFE2-CF14-4712-9A1C-595DC996A05C}"/>
              </a:ext>
            </a:extLst>
          </p:cNvPr>
          <p:cNvSpPr>
            <a:spLocks xmlns:a="http://schemas.openxmlformats.org/drawingml/2006/main" noGrp="1"/>
          </p:cNvSpPr>
          <p:nvPr/>
        </p:nvSpPr>
        <p:spPr>
          <a:xfrm xmlns:a="http://schemas.openxmlformats.org/drawingml/2006/main">
            <a:off x="6642735"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49" name="Standardized person 245: affected">
            <a:extLst xmlns:a="http://schemas.openxmlformats.org/drawingml/2006/main">
              <a:ext uri="{FF2B5EF4-FFF2-40B4-BE49-F238E27FC236}">
                <a16:creationId xmlns:a16="http://schemas.microsoft.com/office/drawing/2014/main" id="{F8FABAA0-760E-4575-946C-24E42779E2F0}"/>
              </a:ext>
            </a:extLst>
          </p:cNvPr>
          <p:cNvSpPr>
            <a:spLocks xmlns:a="http://schemas.openxmlformats.org/drawingml/2006/main" noGrp="1"/>
          </p:cNvSpPr>
          <p:nvPr/>
        </p:nvSpPr>
        <p:spPr>
          <a:xfrm xmlns:a="http://schemas.openxmlformats.org/drawingml/2006/main">
            <a:off x="6774180"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0" name="Standardized person 246: affected">
            <a:extLst xmlns:a="http://schemas.openxmlformats.org/drawingml/2006/main">
              <a:ext uri="{FF2B5EF4-FFF2-40B4-BE49-F238E27FC236}">
                <a16:creationId xmlns:a16="http://schemas.microsoft.com/office/drawing/2014/main" id="{0EF29A67-7AA3-4563-BED8-DAE07F0200BD}"/>
              </a:ext>
            </a:extLst>
          </p:cNvPr>
          <p:cNvSpPr>
            <a:spLocks xmlns:a="http://schemas.openxmlformats.org/drawingml/2006/main" noGrp="1"/>
          </p:cNvSpPr>
          <p:nvPr/>
        </p:nvSpPr>
        <p:spPr>
          <a:xfrm xmlns:a="http://schemas.openxmlformats.org/drawingml/2006/main">
            <a:off x="6905625"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1" name="Standardized person 247: affected">
            <a:extLst xmlns:a="http://schemas.openxmlformats.org/drawingml/2006/main">
              <a:ext uri="{FF2B5EF4-FFF2-40B4-BE49-F238E27FC236}">
                <a16:creationId xmlns:a16="http://schemas.microsoft.com/office/drawing/2014/main" id="{B54E97B6-CBBD-46B5-AE09-3243B7BA8EAC}"/>
              </a:ext>
            </a:extLst>
          </p:cNvPr>
          <p:cNvSpPr>
            <a:spLocks xmlns:a="http://schemas.openxmlformats.org/drawingml/2006/main" noGrp="1"/>
          </p:cNvSpPr>
          <p:nvPr/>
        </p:nvSpPr>
        <p:spPr>
          <a:xfrm xmlns:a="http://schemas.openxmlformats.org/drawingml/2006/main">
            <a:off x="7037070"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2" name="Standardized person 248: affected">
            <a:extLst xmlns:a="http://schemas.openxmlformats.org/drawingml/2006/main">
              <a:ext uri="{FF2B5EF4-FFF2-40B4-BE49-F238E27FC236}">
                <a16:creationId xmlns:a16="http://schemas.microsoft.com/office/drawing/2014/main" id="{3DAECB50-A1F7-482A-A346-9AB1DAFB7D63}"/>
              </a:ext>
            </a:extLst>
          </p:cNvPr>
          <p:cNvSpPr>
            <a:spLocks xmlns:a="http://schemas.openxmlformats.org/drawingml/2006/main" noGrp="1"/>
          </p:cNvSpPr>
          <p:nvPr/>
        </p:nvSpPr>
        <p:spPr>
          <a:xfrm xmlns:a="http://schemas.openxmlformats.org/drawingml/2006/main">
            <a:off x="7168515"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3" name="Standardized person 249: affected">
            <a:extLst xmlns:a="http://schemas.openxmlformats.org/drawingml/2006/main">
              <a:ext uri="{FF2B5EF4-FFF2-40B4-BE49-F238E27FC236}">
                <a16:creationId xmlns:a16="http://schemas.microsoft.com/office/drawing/2014/main" id="{B356E0E4-EB21-45D8-8578-15493DF813F8}"/>
              </a:ext>
            </a:extLst>
          </p:cNvPr>
          <p:cNvSpPr>
            <a:spLocks xmlns:a="http://schemas.openxmlformats.org/drawingml/2006/main" noGrp="1"/>
          </p:cNvSpPr>
          <p:nvPr/>
        </p:nvSpPr>
        <p:spPr>
          <a:xfrm xmlns:a="http://schemas.openxmlformats.org/drawingml/2006/main">
            <a:off x="7299960"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4" name="Standardized person 250: affected">
            <a:extLst xmlns:a="http://schemas.openxmlformats.org/drawingml/2006/main">
              <a:ext uri="{FF2B5EF4-FFF2-40B4-BE49-F238E27FC236}">
                <a16:creationId xmlns:a16="http://schemas.microsoft.com/office/drawing/2014/main" id="{8A1888A5-612D-4AE4-9199-8E2865642E05}"/>
              </a:ext>
            </a:extLst>
          </p:cNvPr>
          <p:cNvSpPr>
            <a:spLocks xmlns:a="http://schemas.openxmlformats.org/drawingml/2006/main" noGrp="1"/>
          </p:cNvSpPr>
          <p:nvPr/>
        </p:nvSpPr>
        <p:spPr>
          <a:xfrm xmlns:a="http://schemas.openxmlformats.org/drawingml/2006/main">
            <a:off x="7431405"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5" name="Standardized person 251: affected">
            <a:extLst xmlns:a="http://schemas.openxmlformats.org/drawingml/2006/main">
              <a:ext uri="{FF2B5EF4-FFF2-40B4-BE49-F238E27FC236}">
                <a16:creationId xmlns:a16="http://schemas.microsoft.com/office/drawing/2014/main" id="{4BC53828-5853-49A7-8267-ED39EA783F31}"/>
              </a:ext>
            </a:extLst>
          </p:cNvPr>
          <p:cNvSpPr>
            <a:spLocks xmlns:a="http://schemas.openxmlformats.org/drawingml/2006/main" noGrp="1"/>
          </p:cNvSpPr>
          <p:nvPr/>
        </p:nvSpPr>
        <p:spPr>
          <a:xfrm xmlns:a="http://schemas.openxmlformats.org/drawingml/2006/main">
            <a:off x="7562850"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6" name="Standardized person 252: affected">
            <a:extLst xmlns:a="http://schemas.openxmlformats.org/drawingml/2006/main">
              <a:ext uri="{FF2B5EF4-FFF2-40B4-BE49-F238E27FC236}">
                <a16:creationId xmlns:a16="http://schemas.microsoft.com/office/drawing/2014/main" id="{7FE93575-B940-4B97-9547-57CC7FD853EE}"/>
              </a:ext>
            </a:extLst>
          </p:cNvPr>
          <p:cNvSpPr>
            <a:spLocks xmlns:a="http://schemas.openxmlformats.org/drawingml/2006/main" noGrp="1"/>
          </p:cNvSpPr>
          <p:nvPr/>
        </p:nvSpPr>
        <p:spPr>
          <a:xfrm xmlns:a="http://schemas.openxmlformats.org/drawingml/2006/main">
            <a:off x="7694295" y="3269742"/>
            <a:ext cx="112395" cy="84582"/>
          </a:xfrm>
          <a:prstGeom xmlns:a="http://schemas.openxmlformats.org/drawingml/2006/main" prst="rect">
            <a:avLst/>
          </a:prstGeom>
          <a:solidFill xmlns:a="http://schemas.openxmlformats.org/drawingml/2006/main">
            <a:srgbClr val="253B53"/>
          </a:solidFill>
          <a:ln xmlns:a="http://schemas.openxmlformats.org/drawingml/2006/main" w="0">
            <a:noFill/>
          </a:ln>
        </p:spPr>
      </p:sp>
      <p:sp>
        <p:nvSpPr>
          <p:cNvPr id="1257" name="Standardized person 253: without endpoint">
            <a:extLst xmlns:a="http://schemas.openxmlformats.org/drawingml/2006/main">
              <a:ext uri="{FF2B5EF4-FFF2-40B4-BE49-F238E27FC236}">
                <a16:creationId xmlns:a16="http://schemas.microsoft.com/office/drawing/2014/main" id="{B4081EEE-F3C1-4860-812D-A561DC123FB5}"/>
              </a:ext>
            </a:extLst>
          </p:cNvPr>
          <p:cNvSpPr>
            <a:spLocks xmlns:a="http://schemas.openxmlformats.org/drawingml/2006/main" noGrp="1"/>
          </p:cNvSpPr>
          <p:nvPr/>
        </p:nvSpPr>
        <p:spPr>
          <a:xfrm xmlns:a="http://schemas.openxmlformats.org/drawingml/2006/main">
            <a:off x="782574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58" name="Standardized person 254: without endpoint">
            <a:extLst xmlns:a="http://schemas.openxmlformats.org/drawingml/2006/main">
              <a:ext uri="{FF2B5EF4-FFF2-40B4-BE49-F238E27FC236}">
                <a16:creationId xmlns:a16="http://schemas.microsoft.com/office/drawing/2014/main" id="{D07D13CF-20FC-402A-A83D-137ACD34836E}"/>
              </a:ext>
            </a:extLst>
          </p:cNvPr>
          <p:cNvSpPr>
            <a:spLocks xmlns:a="http://schemas.openxmlformats.org/drawingml/2006/main" noGrp="1"/>
          </p:cNvSpPr>
          <p:nvPr/>
        </p:nvSpPr>
        <p:spPr>
          <a:xfrm xmlns:a="http://schemas.openxmlformats.org/drawingml/2006/main">
            <a:off x="795718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59" name="Standardized person 255: without endpoint">
            <a:extLst xmlns:a="http://schemas.openxmlformats.org/drawingml/2006/main">
              <a:ext uri="{FF2B5EF4-FFF2-40B4-BE49-F238E27FC236}">
                <a16:creationId xmlns:a16="http://schemas.microsoft.com/office/drawing/2014/main" id="{1578C496-0F29-4FBB-9308-7676260EAC38}"/>
              </a:ext>
            </a:extLst>
          </p:cNvPr>
          <p:cNvSpPr>
            <a:spLocks xmlns:a="http://schemas.openxmlformats.org/drawingml/2006/main" noGrp="1"/>
          </p:cNvSpPr>
          <p:nvPr/>
        </p:nvSpPr>
        <p:spPr>
          <a:xfrm xmlns:a="http://schemas.openxmlformats.org/drawingml/2006/main">
            <a:off x="808863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0" name="Standardized person 256: without endpoint">
            <a:extLst xmlns:a="http://schemas.openxmlformats.org/drawingml/2006/main">
              <a:ext uri="{FF2B5EF4-FFF2-40B4-BE49-F238E27FC236}">
                <a16:creationId xmlns:a16="http://schemas.microsoft.com/office/drawing/2014/main" id="{20AEF018-D932-4FB4-A90D-3BD5612F3CDC}"/>
              </a:ext>
            </a:extLst>
          </p:cNvPr>
          <p:cNvSpPr>
            <a:spLocks xmlns:a="http://schemas.openxmlformats.org/drawingml/2006/main" noGrp="1"/>
          </p:cNvSpPr>
          <p:nvPr/>
        </p:nvSpPr>
        <p:spPr>
          <a:xfrm xmlns:a="http://schemas.openxmlformats.org/drawingml/2006/main">
            <a:off x="822007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1" name="Standardized person 257: without endpoint">
            <a:extLst xmlns:a="http://schemas.openxmlformats.org/drawingml/2006/main">
              <a:ext uri="{FF2B5EF4-FFF2-40B4-BE49-F238E27FC236}">
                <a16:creationId xmlns:a16="http://schemas.microsoft.com/office/drawing/2014/main" id="{B3EC3328-8A1A-4B8F-8F7E-8433D26C3CB8}"/>
              </a:ext>
            </a:extLst>
          </p:cNvPr>
          <p:cNvSpPr>
            <a:spLocks xmlns:a="http://schemas.openxmlformats.org/drawingml/2006/main" noGrp="1"/>
          </p:cNvSpPr>
          <p:nvPr/>
        </p:nvSpPr>
        <p:spPr>
          <a:xfrm xmlns:a="http://schemas.openxmlformats.org/drawingml/2006/main">
            <a:off x="835152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2" name="Standardized person 258: without endpoint">
            <a:extLst xmlns:a="http://schemas.openxmlformats.org/drawingml/2006/main">
              <a:ext uri="{FF2B5EF4-FFF2-40B4-BE49-F238E27FC236}">
                <a16:creationId xmlns:a16="http://schemas.microsoft.com/office/drawing/2014/main" id="{14B4FA55-F57F-4D27-8CD7-AC03114D0D0B}"/>
              </a:ext>
            </a:extLst>
          </p:cNvPr>
          <p:cNvSpPr>
            <a:spLocks xmlns:a="http://schemas.openxmlformats.org/drawingml/2006/main" noGrp="1"/>
          </p:cNvSpPr>
          <p:nvPr/>
        </p:nvSpPr>
        <p:spPr>
          <a:xfrm xmlns:a="http://schemas.openxmlformats.org/drawingml/2006/main">
            <a:off x="848296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3" name="Standardized person 259: without endpoint">
            <a:extLst xmlns:a="http://schemas.openxmlformats.org/drawingml/2006/main">
              <a:ext uri="{FF2B5EF4-FFF2-40B4-BE49-F238E27FC236}">
                <a16:creationId xmlns:a16="http://schemas.microsoft.com/office/drawing/2014/main" id="{2756FBC0-33BB-47CB-BA01-374D32E748A8}"/>
              </a:ext>
            </a:extLst>
          </p:cNvPr>
          <p:cNvSpPr>
            <a:spLocks xmlns:a="http://schemas.openxmlformats.org/drawingml/2006/main" noGrp="1"/>
          </p:cNvSpPr>
          <p:nvPr/>
        </p:nvSpPr>
        <p:spPr>
          <a:xfrm xmlns:a="http://schemas.openxmlformats.org/drawingml/2006/main">
            <a:off x="861441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4" name="Standardized person 260: without endpoint">
            <a:extLst xmlns:a="http://schemas.openxmlformats.org/drawingml/2006/main">
              <a:ext uri="{FF2B5EF4-FFF2-40B4-BE49-F238E27FC236}">
                <a16:creationId xmlns:a16="http://schemas.microsoft.com/office/drawing/2014/main" id="{F8885720-56DE-4FBF-98B1-2988FF9CE911}"/>
              </a:ext>
            </a:extLst>
          </p:cNvPr>
          <p:cNvSpPr>
            <a:spLocks xmlns:a="http://schemas.openxmlformats.org/drawingml/2006/main" noGrp="1"/>
          </p:cNvSpPr>
          <p:nvPr/>
        </p:nvSpPr>
        <p:spPr>
          <a:xfrm xmlns:a="http://schemas.openxmlformats.org/drawingml/2006/main">
            <a:off x="874585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5" name="Standardized person 261: without endpoint">
            <a:extLst xmlns:a="http://schemas.openxmlformats.org/drawingml/2006/main">
              <a:ext uri="{FF2B5EF4-FFF2-40B4-BE49-F238E27FC236}">
                <a16:creationId xmlns:a16="http://schemas.microsoft.com/office/drawing/2014/main" id="{5F71A744-5661-4CFE-8B1F-1CAAEA26F96F}"/>
              </a:ext>
            </a:extLst>
          </p:cNvPr>
          <p:cNvSpPr>
            <a:spLocks xmlns:a="http://schemas.openxmlformats.org/drawingml/2006/main" noGrp="1"/>
          </p:cNvSpPr>
          <p:nvPr/>
        </p:nvSpPr>
        <p:spPr>
          <a:xfrm xmlns:a="http://schemas.openxmlformats.org/drawingml/2006/main">
            <a:off x="887730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6" name="Standardized person 262: without endpoint">
            <a:extLst xmlns:a="http://schemas.openxmlformats.org/drawingml/2006/main">
              <a:ext uri="{FF2B5EF4-FFF2-40B4-BE49-F238E27FC236}">
                <a16:creationId xmlns:a16="http://schemas.microsoft.com/office/drawing/2014/main" id="{F8CD25F3-29F2-4D80-8C6F-90DBD2AAC78C}"/>
              </a:ext>
            </a:extLst>
          </p:cNvPr>
          <p:cNvSpPr>
            <a:spLocks xmlns:a="http://schemas.openxmlformats.org/drawingml/2006/main" noGrp="1"/>
          </p:cNvSpPr>
          <p:nvPr/>
        </p:nvSpPr>
        <p:spPr>
          <a:xfrm xmlns:a="http://schemas.openxmlformats.org/drawingml/2006/main">
            <a:off x="900874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7" name="Standardized person 263: without endpoint">
            <a:extLst xmlns:a="http://schemas.openxmlformats.org/drawingml/2006/main">
              <a:ext uri="{FF2B5EF4-FFF2-40B4-BE49-F238E27FC236}">
                <a16:creationId xmlns:a16="http://schemas.microsoft.com/office/drawing/2014/main" id="{190E588B-710D-45CA-8BF9-393424B59A86}"/>
              </a:ext>
            </a:extLst>
          </p:cNvPr>
          <p:cNvSpPr>
            <a:spLocks xmlns:a="http://schemas.openxmlformats.org/drawingml/2006/main" noGrp="1"/>
          </p:cNvSpPr>
          <p:nvPr/>
        </p:nvSpPr>
        <p:spPr>
          <a:xfrm xmlns:a="http://schemas.openxmlformats.org/drawingml/2006/main">
            <a:off x="914019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8" name="Standardized person 264: without endpoint">
            <a:extLst xmlns:a="http://schemas.openxmlformats.org/drawingml/2006/main">
              <a:ext uri="{FF2B5EF4-FFF2-40B4-BE49-F238E27FC236}">
                <a16:creationId xmlns:a16="http://schemas.microsoft.com/office/drawing/2014/main" id="{7B7CF5F1-BEFA-4A83-9700-D18B16524EB1}"/>
              </a:ext>
            </a:extLst>
          </p:cNvPr>
          <p:cNvSpPr>
            <a:spLocks xmlns:a="http://schemas.openxmlformats.org/drawingml/2006/main" noGrp="1"/>
          </p:cNvSpPr>
          <p:nvPr/>
        </p:nvSpPr>
        <p:spPr>
          <a:xfrm xmlns:a="http://schemas.openxmlformats.org/drawingml/2006/main">
            <a:off x="927163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69" name="Standardized person 265: without endpoint">
            <a:extLst xmlns:a="http://schemas.openxmlformats.org/drawingml/2006/main">
              <a:ext uri="{FF2B5EF4-FFF2-40B4-BE49-F238E27FC236}">
                <a16:creationId xmlns:a16="http://schemas.microsoft.com/office/drawing/2014/main" id="{3E4F213A-BAC4-4318-B83A-7110290E7D55}"/>
              </a:ext>
            </a:extLst>
          </p:cNvPr>
          <p:cNvSpPr>
            <a:spLocks xmlns:a="http://schemas.openxmlformats.org/drawingml/2006/main" noGrp="1"/>
          </p:cNvSpPr>
          <p:nvPr/>
        </p:nvSpPr>
        <p:spPr>
          <a:xfrm xmlns:a="http://schemas.openxmlformats.org/drawingml/2006/main">
            <a:off x="940308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0" name="Standardized person 266: without endpoint">
            <a:extLst xmlns:a="http://schemas.openxmlformats.org/drawingml/2006/main">
              <a:ext uri="{FF2B5EF4-FFF2-40B4-BE49-F238E27FC236}">
                <a16:creationId xmlns:a16="http://schemas.microsoft.com/office/drawing/2014/main" id="{63C57AD4-F2DC-4AD0-84A4-C647AE620568}"/>
              </a:ext>
            </a:extLst>
          </p:cNvPr>
          <p:cNvSpPr>
            <a:spLocks xmlns:a="http://schemas.openxmlformats.org/drawingml/2006/main" noGrp="1"/>
          </p:cNvSpPr>
          <p:nvPr/>
        </p:nvSpPr>
        <p:spPr>
          <a:xfrm xmlns:a="http://schemas.openxmlformats.org/drawingml/2006/main">
            <a:off x="953452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1" name="Standardized person 267: without endpoint">
            <a:extLst xmlns:a="http://schemas.openxmlformats.org/drawingml/2006/main">
              <a:ext uri="{FF2B5EF4-FFF2-40B4-BE49-F238E27FC236}">
                <a16:creationId xmlns:a16="http://schemas.microsoft.com/office/drawing/2014/main" id="{5F2B8286-FAAA-44DC-8DBA-9190C4D8E3A7}"/>
              </a:ext>
            </a:extLst>
          </p:cNvPr>
          <p:cNvSpPr>
            <a:spLocks xmlns:a="http://schemas.openxmlformats.org/drawingml/2006/main" noGrp="1"/>
          </p:cNvSpPr>
          <p:nvPr/>
        </p:nvSpPr>
        <p:spPr>
          <a:xfrm xmlns:a="http://schemas.openxmlformats.org/drawingml/2006/main">
            <a:off x="966597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2" name="Standardized person 268: without endpoint">
            <a:extLst xmlns:a="http://schemas.openxmlformats.org/drawingml/2006/main">
              <a:ext uri="{FF2B5EF4-FFF2-40B4-BE49-F238E27FC236}">
                <a16:creationId xmlns:a16="http://schemas.microsoft.com/office/drawing/2014/main" id="{A5D62FDE-0658-4768-B413-ED23CE0EB787}"/>
              </a:ext>
            </a:extLst>
          </p:cNvPr>
          <p:cNvSpPr>
            <a:spLocks xmlns:a="http://schemas.openxmlformats.org/drawingml/2006/main" noGrp="1"/>
          </p:cNvSpPr>
          <p:nvPr/>
        </p:nvSpPr>
        <p:spPr>
          <a:xfrm xmlns:a="http://schemas.openxmlformats.org/drawingml/2006/main">
            <a:off x="979741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3" name="Standardized person 269: without endpoint">
            <a:extLst xmlns:a="http://schemas.openxmlformats.org/drawingml/2006/main">
              <a:ext uri="{FF2B5EF4-FFF2-40B4-BE49-F238E27FC236}">
                <a16:creationId xmlns:a16="http://schemas.microsoft.com/office/drawing/2014/main" id="{F16FA215-A353-44F3-BDE7-7D224F6B938F}"/>
              </a:ext>
            </a:extLst>
          </p:cNvPr>
          <p:cNvSpPr>
            <a:spLocks xmlns:a="http://schemas.openxmlformats.org/drawingml/2006/main" noGrp="1"/>
          </p:cNvSpPr>
          <p:nvPr/>
        </p:nvSpPr>
        <p:spPr>
          <a:xfrm xmlns:a="http://schemas.openxmlformats.org/drawingml/2006/main">
            <a:off x="992886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4" name="Standardized person 270: without endpoint">
            <a:extLst xmlns:a="http://schemas.openxmlformats.org/drawingml/2006/main">
              <a:ext uri="{FF2B5EF4-FFF2-40B4-BE49-F238E27FC236}">
                <a16:creationId xmlns:a16="http://schemas.microsoft.com/office/drawing/2014/main" id="{5CF951CC-ACF2-495E-8B18-8AD7113FB8D5}"/>
              </a:ext>
            </a:extLst>
          </p:cNvPr>
          <p:cNvSpPr>
            <a:spLocks xmlns:a="http://schemas.openxmlformats.org/drawingml/2006/main" noGrp="1"/>
          </p:cNvSpPr>
          <p:nvPr/>
        </p:nvSpPr>
        <p:spPr>
          <a:xfrm xmlns:a="http://schemas.openxmlformats.org/drawingml/2006/main">
            <a:off x="1006030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5" name="Standardized person 271: without endpoint">
            <a:extLst xmlns:a="http://schemas.openxmlformats.org/drawingml/2006/main">
              <a:ext uri="{FF2B5EF4-FFF2-40B4-BE49-F238E27FC236}">
                <a16:creationId xmlns:a16="http://schemas.microsoft.com/office/drawing/2014/main" id="{BEF52463-21B1-4F1E-9607-3883E63C6C0A}"/>
              </a:ext>
            </a:extLst>
          </p:cNvPr>
          <p:cNvSpPr>
            <a:spLocks xmlns:a="http://schemas.openxmlformats.org/drawingml/2006/main" noGrp="1"/>
          </p:cNvSpPr>
          <p:nvPr/>
        </p:nvSpPr>
        <p:spPr>
          <a:xfrm xmlns:a="http://schemas.openxmlformats.org/drawingml/2006/main">
            <a:off x="1019175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6" name="Standardized person 272: without endpoint">
            <a:extLst xmlns:a="http://schemas.openxmlformats.org/drawingml/2006/main">
              <a:ext uri="{FF2B5EF4-FFF2-40B4-BE49-F238E27FC236}">
                <a16:creationId xmlns:a16="http://schemas.microsoft.com/office/drawing/2014/main" id="{5C02DA4F-FB4E-474C-B86C-B3FE457A67A3}"/>
              </a:ext>
            </a:extLst>
          </p:cNvPr>
          <p:cNvSpPr>
            <a:spLocks xmlns:a="http://schemas.openxmlformats.org/drawingml/2006/main" noGrp="1"/>
          </p:cNvSpPr>
          <p:nvPr/>
        </p:nvSpPr>
        <p:spPr>
          <a:xfrm xmlns:a="http://schemas.openxmlformats.org/drawingml/2006/main">
            <a:off x="1032319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7" name="Standardized person 273: without endpoint">
            <a:extLst xmlns:a="http://schemas.openxmlformats.org/drawingml/2006/main">
              <a:ext uri="{FF2B5EF4-FFF2-40B4-BE49-F238E27FC236}">
                <a16:creationId xmlns:a16="http://schemas.microsoft.com/office/drawing/2014/main" id="{87710815-5CA2-40F9-8E0C-2C789697BAD4}"/>
              </a:ext>
            </a:extLst>
          </p:cNvPr>
          <p:cNvSpPr>
            <a:spLocks xmlns:a="http://schemas.openxmlformats.org/drawingml/2006/main" noGrp="1"/>
          </p:cNvSpPr>
          <p:nvPr/>
        </p:nvSpPr>
        <p:spPr>
          <a:xfrm xmlns:a="http://schemas.openxmlformats.org/drawingml/2006/main">
            <a:off x="1045464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8" name="Standardized person 274: without endpoint">
            <a:extLst xmlns:a="http://schemas.openxmlformats.org/drawingml/2006/main">
              <a:ext uri="{FF2B5EF4-FFF2-40B4-BE49-F238E27FC236}">
                <a16:creationId xmlns:a16="http://schemas.microsoft.com/office/drawing/2014/main" id="{51FA8678-F4AF-4191-8D27-73C3B54761DF}"/>
              </a:ext>
            </a:extLst>
          </p:cNvPr>
          <p:cNvSpPr>
            <a:spLocks xmlns:a="http://schemas.openxmlformats.org/drawingml/2006/main" noGrp="1"/>
          </p:cNvSpPr>
          <p:nvPr/>
        </p:nvSpPr>
        <p:spPr>
          <a:xfrm xmlns:a="http://schemas.openxmlformats.org/drawingml/2006/main">
            <a:off x="1058608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79" name="Standardized person 275: without endpoint">
            <a:extLst xmlns:a="http://schemas.openxmlformats.org/drawingml/2006/main">
              <a:ext uri="{FF2B5EF4-FFF2-40B4-BE49-F238E27FC236}">
                <a16:creationId xmlns:a16="http://schemas.microsoft.com/office/drawing/2014/main" id="{34CADB80-227C-4AEC-ACB5-6E2CFA0EE586}"/>
              </a:ext>
            </a:extLst>
          </p:cNvPr>
          <p:cNvSpPr>
            <a:spLocks xmlns:a="http://schemas.openxmlformats.org/drawingml/2006/main" noGrp="1"/>
          </p:cNvSpPr>
          <p:nvPr/>
        </p:nvSpPr>
        <p:spPr>
          <a:xfrm xmlns:a="http://schemas.openxmlformats.org/drawingml/2006/main">
            <a:off x="1071753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0" name="Standardized person 276: without endpoint">
            <a:extLst xmlns:a="http://schemas.openxmlformats.org/drawingml/2006/main">
              <a:ext uri="{FF2B5EF4-FFF2-40B4-BE49-F238E27FC236}">
                <a16:creationId xmlns:a16="http://schemas.microsoft.com/office/drawing/2014/main" id="{557184AB-BCF7-439F-A840-D1AF3952F2E4}"/>
              </a:ext>
            </a:extLst>
          </p:cNvPr>
          <p:cNvSpPr>
            <a:spLocks xmlns:a="http://schemas.openxmlformats.org/drawingml/2006/main" noGrp="1"/>
          </p:cNvSpPr>
          <p:nvPr/>
        </p:nvSpPr>
        <p:spPr>
          <a:xfrm xmlns:a="http://schemas.openxmlformats.org/drawingml/2006/main">
            <a:off x="1084897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1" name="Standardized person 277: without endpoint">
            <a:extLst xmlns:a="http://schemas.openxmlformats.org/drawingml/2006/main">
              <a:ext uri="{FF2B5EF4-FFF2-40B4-BE49-F238E27FC236}">
                <a16:creationId xmlns:a16="http://schemas.microsoft.com/office/drawing/2014/main" id="{DFF152D3-7A39-4A0A-9051-A32446725C5E}"/>
              </a:ext>
            </a:extLst>
          </p:cNvPr>
          <p:cNvSpPr>
            <a:spLocks xmlns:a="http://schemas.openxmlformats.org/drawingml/2006/main" noGrp="1"/>
          </p:cNvSpPr>
          <p:nvPr/>
        </p:nvSpPr>
        <p:spPr>
          <a:xfrm xmlns:a="http://schemas.openxmlformats.org/drawingml/2006/main">
            <a:off x="1098042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2" name="Standardized person 278: without endpoint">
            <a:extLst xmlns:a="http://schemas.openxmlformats.org/drawingml/2006/main">
              <a:ext uri="{FF2B5EF4-FFF2-40B4-BE49-F238E27FC236}">
                <a16:creationId xmlns:a16="http://schemas.microsoft.com/office/drawing/2014/main" id="{CCB5474B-6EA5-417F-BD77-ABAD12988528}"/>
              </a:ext>
            </a:extLst>
          </p:cNvPr>
          <p:cNvSpPr>
            <a:spLocks xmlns:a="http://schemas.openxmlformats.org/drawingml/2006/main" noGrp="1"/>
          </p:cNvSpPr>
          <p:nvPr/>
        </p:nvSpPr>
        <p:spPr>
          <a:xfrm xmlns:a="http://schemas.openxmlformats.org/drawingml/2006/main">
            <a:off x="1111186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3" name="Standardized person 279: without endpoint">
            <a:extLst xmlns:a="http://schemas.openxmlformats.org/drawingml/2006/main">
              <a:ext uri="{FF2B5EF4-FFF2-40B4-BE49-F238E27FC236}">
                <a16:creationId xmlns:a16="http://schemas.microsoft.com/office/drawing/2014/main" id="{85878907-5663-4AB4-A4B8-1593168E80EB}"/>
              </a:ext>
            </a:extLst>
          </p:cNvPr>
          <p:cNvSpPr>
            <a:spLocks xmlns:a="http://schemas.openxmlformats.org/drawingml/2006/main" noGrp="1"/>
          </p:cNvSpPr>
          <p:nvPr/>
        </p:nvSpPr>
        <p:spPr>
          <a:xfrm xmlns:a="http://schemas.openxmlformats.org/drawingml/2006/main">
            <a:off x="11243310"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4" name="Standardized person 280: without endpoint">
            <a:extLst xmlns:a="http://schemas.openxmlformats.org/drawingml/2006/main">
              <a:ext uri="{FF2B5EF4-FFF2-40B4-BE49-F238E27FC236}">
                <a16:creationId xmlns:a16="http://schemas.microsoft.com/office/drawing/2014/main" id="{8C364142-FD8D-44EB-A654-BFC99B5068D0}"/>
              </a:ext>
            </a:extLst>
          </p:cNvPr>
          <p:cNvSpPr>
            <a:spLocks xmlns:a="http://schemas.openxmlformats.org/drawingml/2006/main" noGrp="1"/>
          </p:cNvSpPr>
          <p:nvPr/>
        </p:nvSpPr>
        <p:spPr>
          <a:xfrm xmlns:a="http://schemas.openxmlformats.org/drawingml/2006/main">
            <a:off x="11374755" y="326974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5" name="Standardized person 281: without endpoint">
            <a:extLst xmlns:a="http://schemas.openxmlformats.org/drawingml/2006/main">
              <a:ext uri="{FF2B5EF4-FFF2-40B4-BE49-F238E27FC236}">
                <a16:creationId xmlns:a16="http://schemas.microsoft.com/office/drawing/2014/main" id="{EA39CBBC-07D0-42B5-9545-3B7FFC578150}"/>
              </a:ext>
            </a:extLst>
          </p:cNvPr>
          <p:cNvSpPr>
            <a:spLocks xmlns:a="http://schemas.openxmlformats.org/drawingml/2006/main" noGrp="1"/>
          </p:cNvSpPr>
          <p:nvPr/>
        </p:nvSpPr>
        <p:spPr>
          <a:xfrm xmlns:a="http://schemas.openxmlformats.org/drawingml/2006/main">
            <a:off x="624840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6" name="Standardized person 282: without endpoint">
            <a:extLst xmlns:a="http://schemas.openxmlformats.org/drawingml/2006/main">
              <a:ext uri="{FF2B5EF4-FFF2-40B4-BE49-F238E27FC236}">
                <a16:creationId xmlns:a16="http://schemas.microsoft.com/office/drawing/2014/main" id="{F69D6870-67DC-465E-98F3-94FBA60BF00A}"/>
              </a:ext>
            </a:extLst>
          </p:cNvPr>
          <p:cNvSpPr>
            <a:spLocks xmlns:a="http://schemas.openxmlformats.org/drawingml/2006/main" noGrp="1"/>
          </p:cNvSpPr>
          <p:nvPr/>
        </p:nvSpPr>
        <p:spPr>
          <a:xfrm xmlns:a="http://schemas.openxmlformats.org/drawingml/2006/main">
            <a:off x="637984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7" name="Standardized person 283: without endpoint">
            <a:extLst xmlns:a="http://schemas.openxmlformats.org/drawingml/2006/main">
              <a:ext uri="{FF2B5EF4-FFF2-40B4-BE49-F238E27FC236}">
                <a16:creationId xmlns:a16="http://schemas.microsoft.com/office/drawing/2014/main" id="{37ED7887-C18C-4B53-99F9-0F95A71EA7D0}"/>
              </a:ext>
            </a:extLst>
          </p:cNvPr>
          <p:cNvSpPr>
            <a:spLocks xmlns:a="http://schemas.openxmlformats.org/drawingml/2006/main" noGrp="1"/>
          </p:cNvSpPr>
          <p:nvPr/>
        </p:nvSpPr>
        <p:spPr>
          <a:xfrm xmlns:a="http://schemas.openxmlformats.org/drawingml/2006/main">
            <a:off x="651129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8" name="Standardized person 284: without endpoint">
            <a:extLst xmlns:a="http://schemas.openxmlformats.org/drawingml/2006/main">
              <a:ext uri="{FF2B5EF4-FFF2-40B4-BE49-F238E27FC236}">
                <a16:creationId xmlns:a16="http://schemas.microsoft.com/office/drawing/2014/main" id="{1D5BA90E-DCF6-4919-82F9-65F0B3DE2F1A}"/>
              </a:ext>
            </a:extLst>
          </p:cNvPr>
          <p:cNvSpPr>
            <a:spLocks xmlns:a="http://schemas.openxmlformats.org/drawingml/2006/main" noGrp="1"/>
          </p:cNvSpPr>
          <p:nvPr/>
        </p:nvSpPr>
        <p:spPr>
          <a:xfrm xmlns:a="http://schemas.openxmlformats.org/drawingml/2006/main">
            <a:off x="664273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89" name="Standardized person 285: without endpoint">
            <a:extLst xmlns:a="http://schemas.openxmlformats.org/drawingml/2006/main">
              <a:ext uri="{FF2B5EF4-FFF2-40B4-BE49-F238E27FC236}">
                <a16:creationId xmlns:a16="http://schemas.microsoft.com/office/drawing/2014/main" id="{C2177225-54F8-4516-BFC6-669E893EA2FE}"/>
              </a:ext>
            </a:extLst>
          </p:cNvPr>
          <p:cNvSpPr>
            <a:spLocks xmlns:a="http://schemas.openxmlformats.org/drawingml/2006/main" noGrp="1"/>
          </p:cNvSpPr>
          <p:nvPr/>
        </p:nvSpPr>
        <p:spPr>
          <a:xfrm xmlns:a="http://schemas.openxmlformats.org/drawingml/2006/main">
            <a:off x="677418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0" name="Standardized person 286: without endpoint">
            <a:extLst xmlns:a="http://schemas.openxmlformats.org/drawingml/2006/main">
              <a:ext uri="{FF2B5EF4-FFF2-40B4-BE49-F238E27FC236}">
                <a16:creationId xmlns:a16="http://schemas.microsoft.com/office/drawing/2014/main" id="{2D123156-61CD-4F44-B01C-4F8A31090FE5}"/>
              </a:ext>
            </a:extLst>
          </p:cNvPr>
          <p:cNvSpPr>
            <a:spLocks xmlns:a="http://schemas.openxmlformats.org/drawingml/2006/main" noGrp="1"/>
          </p:cNvSpPr>
          <p:nvPr/>
        </p:nvSpPr>
        <p:spPr>
          <a:xfrm xmlns:a="http://schemas.openxmlformats.org/drawingml/2006/main">
            <a:off x="690562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1" name="Standardized person 287: without endpoint">
            <a:extLst xmlns:a="http://schemas.openxmlformats.org/drawingml/2006/main">
              <a:ext uri="{FF2B5EF4-FFF2-40B4-BE49-F238E27FC236}">
                <a16:creationId xmlns:a16="http://schemas.microsoft.com/office/drawing/2014/main" id="{E0703DEC-3F1E-42FD-86D3-9DD383D99E09}"/>
              </a:ext>
            </a:extLst>
          </p:cNvPr>
          <p:cNvSpPr>
            <a:spLocks xmlns:a="http://schemas.openxmlformats.org/drawingml/2006/main" noGrp="1"/>
          </p:cNvSpPr>
          <p:nvPr/>
        </p:nvSpPr>
        <p:spPr>
          <a:xfrm xmlns:a="http://schemas.openxmlformats.org/drawingml/2006/main">
            <a:off x="703707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2" name="Standardized person 288: without endpoint">
            <a:extLst xmlns:a="http://schemas.openxmlformats.org/drawingml/2006/main">
              <a:ext uri="{FF2B5EF4-FFF2-40B4-BE49-F238E27FC236}">
                <a16:creationId xmlns:a16="http://schemas.microsoft.com/office/drawing/2014/main" id="{00EE9219-ADAE-4269-BD1D-6BE64231C653}"/>
              </a:ext>
            </a:extLst>
          </p:cNvPr>
          <p:cNvSpPr>
            <a:spLocks xmlns:a="http://schemas.openxmlformats.org/drawingml/2006/main" noGrp="1"/>
          </p:cNvSpPr>
          <p:nvPr/>
        </p:nvSpPr>
        <p:spPr>
          <a:xfrm xmlns:a="http://schemas.openxmlformats.org/drawingml/2006/main">
            <a:off x="716851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3" name="Standardized person 289: without endpoint">
            <a:extLst xmlns:a="http://schemas.openxmlformats.org/drawingml/2006/main">
              <a:ext uri="{FF2B5EF4-FFF2-40B4-BE49-F238E27FC236}">
                <a16:creationId xmlns:a16="http://schemas.microsoft.com/office/drawing/2014/main" id="{7D168490-DE44-4229-A2C2-A4D6BB20C802}"/>
              </a:ext>
            </a:extLst>
          </p:cNvPr>
          <p:cNvSpPr>
            <a:spLocks xmlns:a="http://schemas.openxmlformats.org/drawingml/2006/main" noGrp="1"/>
          </p:cNvSpPr>
          <p:nvPr/>
        </p:nvSpPr>
        <p:spPr>
          <a:xfrm xmlns:a="http://schemas.openxmlformats.org/drawingml/2006/main">
            <a:off x="729996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4" name="Standardized person 290: without endpoint">
            <a:extLst xmlns:a="http://schemas.openxmlformats.org/drawingml/2006/main">
              <a:ext uri="{FF2B5EF4-FFF2-40B4-BE49-F238E27FC236}">
                <a16:creationId xmlns:a16="http://schemas.microsoft.com/office/drawing/2014/main" id="{DE67C815-5B27-4069-BB6F-4311DE638DE4}"/>
              </a:ext>
            </a:extLst>
          </p:cNvPr>
          <p:cNvSpPr>
            <a:spLocks xmlns:a="http://schemas.openxmlformats.org/drawingml/2006/main" noGrp="1"/>
          </p:cNvSpPr>
          <p:nvPr/>
        </p:nvSpPr>
        <p:spPr>
          <a:xfrm xmlns:a="http://schemas.openxmlformats.org/drawingml/2006/main">
            <a:off x="743140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5" name="Standardized person 291: without endpoint">
            <a:extLst xmlns:a="http://schemas.openxmlformats.org/drawingml/2006/main">
              <a:ext uri="{FF2B5EF4-FFF2-40B4-BE49-F238E27FC236}">
                <a16:creationId xmlns:a16="http://schemas.microsoft.com/office/drawing/2014/main" id="{A98AE755-9423-4619-ACB5-F0160F7F0E17}"/>
              </a:ext>
            </a:extLst>
          </p:cNvPr>
          <p:cNvSpPr>
            <a:spLocks xmlns:a="http://schemas.openxmlformats.org/drawingml/2006/main" noGrp="1"/>
          </p:cNvSpPr>
          <p:nvPr/>
        </p:nvSpPr>
        <p:spPr>
          <a:xfrm xmlns:a="http://schemas.openxmlformats.org/drawingml/2006/main">
            <a:off x="756285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6" name="Standardized person 292: without endpoint">
            <a:extLst xmlns:a="http://schemas.openxmlformats.org/drawingml/2006/main">
              <a:ext uri="{FF2B5EF4-FFF2-40B4-BE49-F238E27FC236}">
                <a16:creationId xmlns:a16="http://schemas.microsoft.com/office/drawing/2014/main" id="{1FC1B60F-8E68-4F30-A422-F4376D3F968D}"/>
              </a:ext>
            </a:extLst>
          </p:cNvPr>
          <p:cNvSpPr>
            <a:spLocks xmlns:a="http://schemas.openxmlformats.org/drawingml/2006/main" noGrp="1"/>
          </p:cNvSpPr>
          <p:nvPr/>
        </p:nvSpPr>
        <p:spPr>
          <a:xfrm xmlns:a="http://schemas.openxmlformats.org/drawingml/2006/main">
            <a:off x="769429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7" name="Standardized person 293: without endpoint">
            <a:extLst xmlns:a="http://schemas.openxmlformats.org/drawingml/2006/main">
              <a:ext uri="{FF2B5EF4-FFF2-40B4-BE49-F238E27FC236}">
                <a16:creationId xmlns:a16="http://schemas.microsoft.com/office/drawing/2014/main" id="{05415D35-4A7D-43DC-8050-6256CFF45D9A}"/>
              </a:ext>
            </a:extLst>
          </p:cNvPr>
          <p:cNvSpPr>
            <a:spLocks xmlns:a="http://schemas.openxmlformats.org/drawingml/2006/main" noGrp="1"/>
          </p:cNvSpPr>
          <p:nvPr/>
        </p:nvSpPr>
        <p:spPr>
          <a:xfrm xmlns:a="http://schemas.openxmlformats.org/drawingml/2006/main">
            <a:off x="782574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8" name="Standardized person 294: without endpoint">
            <a:extLst xmlns:a="http://schemas.openxmlformats.org/drawingml/2006/main">
              <a:ext uri="{FF2B5EF4-FFF2-40B4-BE49-F238E27FC236}">
                <a16:creationId xmlns:a16="http://schemas.microsoft.com/office/drawing/2014/main" id="{535B7AE0-ED57-44B2-B5D9-BE04DE0A0B10}"/>
              </a:ext>
            </a:extLst>
          </p:cNvPr>
          <p:cNvSpPr>
            <a:spLocks xmlns:a="http://schemas.openxmlformats.org/drawingml/2006/main" noGrp="1"/>
          </p:cNvSpPr>
          <p:nvPr/>
        </p:nvSpPr>
        <p:spPr>
          <a:xfrm xmlns:a="http://schemas.openxmlformats.org/drawingml/2006/main">
            <a:off x="795718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299" name="Standardized person 295: without endpoint">
            <a:extLst xmlns:a="http://schemas.openxmlformats.org/drawingml/2006/main">
              <a:ext uri="{FF2B5EF4-FFF2-40B4-BE49-F238E27FC236}">
                <a16:creationId xmlns:a16="http://schemas.microsoft.com/office/drawing/2014/main" id="{0A1F05E6-0652-402D-A0C4-FF9AAFFEFB50}"/>
              </a:ext>
            </a:extLst>
          </p:cNvPr>
          <p:cNvSpPr>
            <a:spLocks xmlns:a="http://schemas.openxmlformats.org/drawingml/2006/main" noGrp="1"/>
          </p:cNvSpPr>
          <p:nvPr/>
        </p:nvSpPr>
        <p:spPr>
          <a:xfrm xmlns:a="http://schemas.openxmlformats.org/drawingml/2006/main">
            <a:off x="808863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0" name="Standardized person 296: without endpoint">
            <a:extLst xmlns:a="http://schemas.openxmlformats.org/drawingml/2006/main">
              <a:ext uri="{FF2B5EF4-FFF2-40B4-BE49-F238E27FC236}">
                <a16:creationId xmlns:a16="http://schemas.microsoft.com/office/drawing/2014/main" id="{69025128-3DAC-49B2-B164-442123890A33}"/>
              </a:ext>
            </a:extLst>
          </p:cNvPr>
          <p:cNvSpPr>
            <a:spLocks xmlns:a="http://schemas.openxmlformats.org/drawingml/2006/main" noGrp="1"/>
          </p:cNvSpPr>
          <p:nvPr/>
        </p:nvSpPr>
        <p:spPr>
          <a:xfrm xmlns:a="http://schemas.openxmlformats.org/drawingml/2006/main">
            <a:off x="822007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1" name="Standardized person 297: without endpoint">
            <a:extLst xmlns:a="http://schemas.openxmlformats.org/drawingml/2006/main">
              <a:ext uri="{FF2B5EF4-FFF2-40B4-BE49-F238E27FC236}">
                <a16:creationId xmlns:a16="http://schemas.microsoft.com/office/drawing/2014/main" id="{26982D41-0D2A-499F-A927-4630CCF3271B}"/>
              </a:ext>
            </a:extLst>
          </p:cNvPr>
          <p:cNvSpPr>
            <a:spLocks xmlns:a="http://schemas.openxmlformats.org/drawingml/2006/main" noGrp="1"/>
          </p:cNvSpPr>
          <p:nvPr/>
        </p:nvSpPr>
        <p:spPr>
          <a:xfrm xmlns:a="http://schemas.openxmlformats.org/drawingml/2006/main">
            <a:off x="835152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2" name="Standardized person 298: without endpoint">
            <a:extLst xmlns:a="http://schemas.openxmlformats.org/drawingml/2006/main">
              <a:ext uri="{FF2B5EF4-FFF2-40B4-BE49-F238E27FC236}">
                <a16:creationId xmlns:a16="http://schemas.microsoft.com/office/drawing/2014/main" id="{FDBD8911-277F-4F45-97F0-69B750F04687}"/>
              </a:ext>
            </a:extLst>
          </p:cNvPr>
          <p:cNvSpPr>
            <a:spLocks xmlns:a="http://schemas.openxmlformats.org/drawingml/2006/main" noGrp="1"/>
          </p:cNvSpPr>
          <p:nvPr/>
        </p:nvSpPr>
        <p:spPr>
          <a:xfrm xmlns:a="http://schemas.openxmlformats.org/drawingml/2006/main">
            <a:off x="848296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3" name="Standardized person 299: without endpoint">
            <a:extLst xmlns:a="http://schemas.openxmlformats.org/drawingml/2006/main">
              <a:ext uri="{FF2B5EF4-FFF2-40B4-BE49-F238E27FC236}">
                <a16:creationId xmlns:a16="http://schemas.microsoft.com/office/drawing/2014/main" id="{2C734957-E54F-4ABC-B510-A0E81A1BE598}"/>
              </a:ext>
            </a:extLst>
          </p:cNvPr>
          <p:cNvSpPr>
            <a:spLocks xmlns:a="http://schemas.openxmlformats.org/drawingml/2006/main" noGrp="1"/>
          </p:cNvSpPr>
          <p:nvPr/>
        </p:nvSpPr>
        <p:spPr>
          <a:xfrm xmlns:a="http://schemas.openxmlformats.org/drawingml/2006/main">
            <a:off x="861441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4" name="Standardized person 300: without endpoint">
            <a:extLst xmlns:a="http://schemas.openxmlformats.org/drawingml/2006/main">
              <a:ext uri="{FF2B5EF4-FFF2-40B4-BE49-F238E27FC236}">
                <a16:creationId xmlns:a16="http://schemas.microsoft.com/office/drawing/2014/main" id="{F89CF16B-3BE3-4776-921C-5971719A14EC}"/>
              </a:ext>
            </a:extLst>
          </p:cNvPr>
          <p:cNvSpPr>
            <a:spLocks xmlns:a="http://schemas.openxmlformats.org/drawingml/2006/main" noGrp="1"/>
          </p:cNvSpPr>
          <p:nvPr/>
        </p:nvSpPr>
        <p:spPr>
          <a:xfrm xmlns:a="http://schemas.openxmlformats.org/drawingml/2006/main">
            <a:off x="874585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5" name="Standardized person 301: without endpoint">
            <a:extLst xmlns:a="http://schemas.openxmlformats.org/drawingml/2006/main">
              <a:ext uri="{FF2B5EF4-FFF2-40B4-BE49-F238E27FC236}">
                <a16:creationId xmlns:a16="http://schemas.microsoft.com/office/drawing/2014/main" id="{0252BA14-2C16-4055-828B-5C72396E13AE}"/>
              </a:ext>
            </a:extLst>
          </p:cNvPr>
          <p:cNvSpPr>
            <a:spLocks xmlns:a="http://schemas.openxmlformats.org/drawingml/2006/main" noGrp="1"/>
          </p:cNvSpPr>
          <p:nvPr/>
        </p:nvSpPr>
        <p:spPr>
          <a:xfrm xmlns:a="http://schemas.openxmlformats.org/drawingml/2006/main">
            <a:off x="887730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6" name="Standardized person 302: without endpoint">
            <a:extLst xmlns:a="http://schemas.openxmlformats.org/drawingml/2006/main">
              <a:ext uri="{FF2B5EF4-FFF2-40B4-BE49-F238E27FC236}">
                <a16:creationId xmlns:a16="http://schemas.microsoft.com/office/drawing/2014/main" id="{DDF213F9-4EC0-4F49-809D-A981BFD4964D}"/>
              </a:ext>
            </a:extLst>
          </p:cNvPr>
          <p:cNvSpPr>
            <a:spLocks xmlns:a="http://schemas.openxmlformats.org/drawingml/2006/main" noGrp="1"/>
          </p:cNvSpPr>
          <p:nvPr/>
        </p:nvSpPr>
        <p:spPr>
          <a:xfrm xmlns:a="http://schemas.openxmlformats.org/drawingml/2006/main">
            <a:off x="900874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7" name="Standardized person 303: without endpoint">
            <a:extLst xmlns:a="http://schemas.openxmlformats.org/drawingml/2006/main">
              <a:ext uri="{FF2B5EF4-FFF2-40B4-BE49-F238E27FC236}">
                <a16:creationId xmlns:a16="http://schemas.microsoft.com/office/drawing/2014/main" id="{2DD03860-2E75-4EE3-8BF5-12EF75FFD360}"/>
              </a:ext>
            </a:extLst>
          </p:cNvPr>
          <p:cNvSpPr>
            <a:spLocks xmlns:a="http://schemas.openxmlformats.org/drawingml/2006/main" noGrp="1"/>
          </p:cNvSpPr>
          <p:nvPr/>
        </p:nvSpPr>
        <p:spPr>
          <a:xfrm xmlns:a="http://schemas.openxmlformats.org/drawingml/2006/main">
            <a:off x="914019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8" name="Standardized person 304: without endpoint">
            <a:extLst xmlns:a="http://schemas.openxmlformats.org/drawingml/2006/main">
              <a:ext uri="{FF2B5EF4-FFF2-40B4-BE49-F238E27FC236}">
                <a16:creationId xmlns:a16="http://schemas.microsoft.com/office/drawing/2014/main" id="{A60B65CC-F135-4A07-A55D-A920663EF7E2}"/>
              </a:ext>
            </a:extLst>
          </p:cNvPr>
          <p:cNvSpPr>
            <a:spLocks xmlns:a="http://schemas.openxmlformats.org/drawingml/2006/main" noGrp="1"/>
          </p:cNvSpPr>
          <p:nvPr/>
        </p:nvSpPr>
        <p:spPr>
          <a:xfrm xmlns:a="http://schemas.openxmlformats.org/drawingml/2006/main">
            <a:off x="927163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09" name="Standardized person 305: without endpoint">
            <a:extLst xmlns:a="http://schemas.openxmlformats.org/drawingml/2006/main">
              <a:ext uri="{FF2B5EF4-FFF2-40B4-BE49-F238E27FC236}">
                <a16:creationId xmlns:a16="http://schemas.microsoft.com/office/drawing/2014/main" id="{DD53C295-E793-460A-A634-9615EC6E6D96}"/>
              </a:ext>
            </a:extLst>
          </p:cNvPr>
          <p:cNvSpPr>
            <a:spLocks xmlns:a="http://schemas.openxmlformats.org/drawingml/2006/main" noGrp="1"/>
          </p:cNvSpPr>
          <p:nvPr/>
        </p:nvSpPr>
        <p:spPr>
          <a:xfrm xmlns:a="http://schemas.openxmlformats.org/drawingml/2006/main">
            <a:off x="940308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0" name="Standardized person 306: without endpoint">
            <a:extLst xmlns:a="http://schemas.openxmlformats.org/drawingml/2006/main">
              <a:ext uri="{FF2B5EF4-FFF2-40B4-BE49-F238E27FC236}">
                <a16:creationId xmlns:a16="http://schemas.microsoft.com/office/drawing/2014/main" id="{F460C9CD-F696-4308-8C61-7AB9DF945CAC}"/>
              </a:ext>
            </a:extLst>
          </p:cNvPr>
          <p:cNvSpPr>
            <a:spLocks xmlns:a="http://schemas.openxmlformats.org/drawingml/2006/main" noGrp="1"/>
          </p:cNvSpPr>
          <p:nvPr/>
        </p:nvSpPr>
        <p:spPr>
          <a:xfrm xmlns:a="http://schemas.openxmlformats.org/drawingml/2006/main">
            <a:off x="953452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1" name="Standardized person 307: without endpoint">
            <a:extLst xmlns:a="http://schemas.openxmlformats.org/drawingml/2006/main">
              <a:ext uri="{FF2B5EF4-FFF2-40B4-BE49-F238E27FC236}">
                <a16:creationId xmlns:a16="http://schemas.microsoft.com/office/drawing/2014/main" id="{AF6398C4-7391-4CD6-BDF5-7742816E16D1}"/>
              </a:ext>
            </a:extLst>
          </p:cNvPr>
          <p:cNvSpPr>
            <a:spLocks xmlns:a="http://schemas.openxmlformats.org/drawingml/2006/main" noGrp="1"/>
          </p:cNvSpPr>
          <p:nvPr/>
        </p:nvSpPr>
        <p:spPr>
          <a:xfrm xmlns:a="http://schemas.openxmlformats.org/drawingml/2006/main">
            <a:off x="966597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2" name="Standardized person 308: without endpoint">
            <a:extLst xmlns:a="http://schemas.openxmlformats.org/drawingml/2006/main">
              <a:ext uri="{FF2B5EF4-FFF2-40B4-BE49-F238E27FC236}">
                <a16:creationId xmlns:a16="http://schemas.microsoft.com/office/drawing/2014/main" id="{F8F333CF-3BAE-45E3-9108-A2B691C60C70}"/>
              </a:ext>
            </a:extLst>
          </p:cNvPr>
          <p:cNvSpPr>
            <a:spLocks xmlns:a="http://schemas.openxmlformats.org/drawingml/2006/main" noGrp="1"/>
          </p:cNvSpPr>
          <p:nvPr/>
        </p:nvSpPr>
        <p:spPr>
          <a:xfrm xmlns:a="http://schemas.openxmlformats.org/drawingml/2006/main">
            <a:off x="979741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3" name="Standardized person 309: without endpoint">
            <a:extLst xmlns:a="http://schemas.openxmlformats.org/drawingml/2006/main">
              <a:ext uri="{FF2B5EF4-FFF2-40B4-BE49-F238E27FC236}">
                <a16:creationId xmlns:a16="http://schemas.microsoft.com/office/drawing/2014/main" id="{C4CA65B1-4988-43E2-A3CF-B50077BB34B4}"/>
              </a:ext>
            </a:extLst>
          </p:cNvPr>
          <p:cNvSpPr>
            <a:spLocks xmlns:a="http://schemas.openxmlformats.org/drawingml/2006/main" noGrp="1"/>
          </p:cNvSpPr>
          <p:nvPr/>
        </p:nvSpPr>
        <p:spPr>
          <a:xfrm xmlns:a="http://schemas.openxmlformats.org/drawingml/2006/main">
            <a:off x="992886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4" name="Standardized person 310: without endpoint">
            <a:extLst xmlns:a="http://schemas.openxmlformats.org/drawingml/2006/main">
              <a:ext uri="{FF2B5EF4-FFF2-40B4-BE49-F238E27FC236}">
                <a16:creationId xmlns:a16="http://schemas.microsoft.com/office/drawing/2014/main" id="{1CBCB827-C739-4CB1-99DF-C5C2B5495C99}"/>
              </a:ext>
            </a:extLst>
          </p:cNvPr>
          <p:cNvSpPr>
            <a:spLocks xmlns:a="http://schemas.openxmlformats.org/drawingml/2006/main" noGrp="1"/>
          </p:cNvSpPr>
          <p:nvPr/>
        </p:nvSpPr>
        <p:spPr>
          <a:xfrm xmlns:a="http://schemas.openxmlformats.org/drawingml/2006/main">
            <a:off x="1006030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5" name="Standardized person 311: without endpoint">
            <a:extLst xmlns:a="http://schemas.openxmlformats.org/drawingml/2006/main">
              <a:ext uri="{FF2B5EF4-FFF2-40B4-BE49-F238E27FC236}">
                <a16:creationId xmlns:a16="http://schemas.microsoft.com/office/drawing/2014/main" id="{7F13A4E6-5D0D-4B09-BBE7-E137BB197B04}"/>
              </a:ext>
            </a:extLst>
          </p:cNvPr>
          <p:cNvSpPr>
            <a:spLocks xmlns:a="http://schemas.openxmlformats.org/drawingml/2006/main" noGrp="1"/>
          </p:cNvSpPr>
          <p:nvPr/>
        </p:nvSpPr>
        <p:spPr>
          <a:xfrm xmlns:a="http://schemas.openxmlformats.org/drawingml/2006/main">
            <a:off x="1019175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6" name="Standardized person 312: without endpoint">
            <a:extLst xmlns:a="http://schemas.openxmlformats.org/drawingml/2006/main">
              <a:ext uri="{FF2B5EF4-FFF2-40B4-BE49-F238E27FC236}">
                <a16:creationId xmlns:a16="http://schemas.microsoft.com/office/drawing/2014/main" id="{C2798DAE-FCDB-44A7-8279-037CE42C6F5A}"/>
              </a:ext>
            </a:extLst>
          </p:cNvPr>
          <p:cNvSpPr>
            <a:spLocks xmlns:a="http://schemas.openxmlformats.org/drawingml/2006/main" noGrp="1"/>
          </p:cNvSpPr>
          <p:nvPr/>
        </p:nvSpPr>
        <p:spPr>
          <a:xfrm xmlns:a="http://schemas.openxmlformats.org/drawingml/2006/main">
            <a:off x="1032319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7" name="Standardized person 313: without endpoint">
            <a:extLst xmlns:a="http://schemas.openxmlformats.org/drawingml/2006/main">
              <a:ext uri="{FF2B5EF4-FFF2-40B4-BE49-F238E27FC236}">
                <a16:creationId xmlns:a16="http://schemas.microsoft.com/office/drawing/2014/main" id="{2E5A0AF0-3781-484C-9B95-BCC6A18FBD4D}"/>
              </a:ext>
            </a:extLst>
          </p:cNvPr>
          <p:cNvSpPr>
            <a:spLocks xmlns:a="http://schemas.openxmlformats.org/drawingml/2006/main" noGrp="1"/>
          </p:cNvSpPr>
          <p:nvPr/>
        </p:nvSpPr>
        <p:spPr>
          <a:xfrm xmlns:a="http://schemas.openxmlformats.org/drawingml/2006/main">
            <a:off x="1045464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8" name="Standardized person 314: without endpoint">
            <a:extLst xmlns:a="http://schemas.openxmlformats.org/drawingml/2006/main">
              <a:ext uri="{FF2B5EF4-FFF2-40B4-BE49-F238E27FC236}">
                <a16:creationId xmlns:a16="http://schemas.microsoft.com/office/drawing/2014/main" id="{323632F4-8DBD-4116-8AA0-51CF373FC664}"/>
              </a:ext>
            </a:extLst>
          </p:cNvPr>
          <p:cNvSpPr>
            <a:spLocks xmlns:a="http://schemas.openxmlformats.org/drawingml/2006/main" noGrp="1"/>
          </p:cNvSpPr>
          <p:nvPr/>
        </p:nvSpPr>
        <p:spPr>
          <a:xfrm xmlns:a="http://schemas.openxmlformats.org/drawingml/2006/main">
            <a:off x="1058608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19" name="Standardized person 315: without endpoint">
            <a:extLst xmlns:a="http://schemas.openxmlformats.org/drawingml/2006/main">
              <a:ext uri="{FF2B5EF4-FFF2-40B4-BE49-F238E27FC236}">
                <a16:creationId xmlns:a16="http://schemas.microsoft.com/office/drawing/2014/main" id="{8543D316-E5D7-433F-8B3F-EAD92F3AD71B}"/>
              </a:ext>
            </a:extLst>
          </p:cNvPr>
          <p:cNvSpPr>
            <a:spLocks xmlns:a="http://schemas.openxmlformats.org/drawingml/2006/main" noGrp="1"/>
          </p:cNvSpPr>
          <p:nvPr/>
        </p:nvSpPr>
        <p:spPr>
          <a:xfrm xmlns:a="http://schemas.openxmlformats.org/drawingml/2006/main">
            <a:off x="1071753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0" name="Standardized person 316: without endpoint">
            <a:extLst xmlns:a="http://schemas.openxmlformats.org/drawingml/2006/main">
              <a:ext uri="{FF2B5EF4-FFF2-40B4-BE49-F238E27FC236}">
                <a16:creationId xmlns:a16="http://schemas.microsoft.com/office/drawing/2014/main" id="{7C241229-3979-47CB-85E8-12EC549CD75A}"/>
              </a:ext>
            </a:extLst>
          </p:cNvPr>
          <p:cNvSpPr>
            <a:spLocks xmlns:a="http://schemas.openxmlformats.org/drawingml/2006/main" noGrp="1"/>
          </p:cNvSpPr>
          <p:nvPr/>
        </p:nvSpPr>
        <p:spPr>
          <a:xfrm xmlns:a="http://schemas.openxmlformats.org/drawingml/2006/main">
            <a:off x="1084897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1" name="Standardized person 317: without endpoint">
            <a:extLst xmlns:a="http://schemas.openxmlformats.org/drawingml/2006/main">
              <a:ext uri="{FF2B5EF4-FFF2-40B4-BE49-F238E27FC236}">
                <a16:creationId xmlns:a16="http://schemas.microsoft.com/office/drawing/2014/main" id="{B4E804BE-7DA7-4D15-9D51-C935BB68FB35}"/>
              </a:ext>
            </a:extLst>
          </p:cNvPr>
          <p:cNvSpPr>
            <a:spLocks xmlns:a="http://schemas.openxmlformats.org/drawingml/2006/main" noGrp="1"/>
          </p:cNvSpPr>
          <p:nvPr/>
        </p:nvSpPr>
        <p:spPr>
          <a:xfrm xmlns:a="http://schemas.openxmlformats.org/drawingml/2006/main">
            <a:off x="1098042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2" name="Standardized person 318: without endpoint">
            <a:extLst xmlns:a="http://schemas.openxmlformats.org/drawingml/2006/main">
              <a:ext uri="{FF2B5EF4-FFF2-40B4-BE49-F238E27FC236}">
                <a16:creationId xmlns:a16="http://schemas.microsoft.com/office/drawing/2014/main" id="{A9EB552F-61DF-45E6-A5D0-61B2C8F9BD5F}"/>
              </a:ext>
            </a:extLst>
          </p:cNvPr>
          <p:cNvSpPr>
            <a:spLocks xmlns:a="http://schemas.openxmlformats.org/drawingml/2006/main" noGrp="1"/>
          </p:cNvSpPr>
          <p:nvPr/>
        </p:nvSpPr>
        <p:spPr>
          <a:xfrm xmlns:a="http://schemas.openxmlformats.org/drawingml/2006/main">
            <a:off x="1111186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3" name="Standardized person 319: without endpoint">
            <a:extLst xmlns:a="http://schemas.openxmlformats.org/drawingml/2006/main">
              <a:ext uri="{FF2B5EF4-FFF2-40B4-BE49-F238E27FC236}">
                <a16:creationId xmlns:a16="http://schemas.microsoft.com/office/drawing/2014/main" id="{437E5675-EE35-4F58-A153-9990023BF408}"/>
              </a:ext>
            </a:extLst>
          </p:cNvPr>
          <p:cNvSpPr>
            <a:spLocks xmlns:a="http://schemas.openxmlformats.org/drawingml/2006/main" noGrp="1"/>
          </p:cNvSpPr>
          <p:nvPr/>
        </p:nvSpPr>
        <p:spPr>
          <a:xfrm xmlns:a="http://schemas.openxmlformats.org/drawingml/2006/main">
            <a:off x="11243310"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4" name="Standardized person 320: without endpoint">
            <a:extLst xmlns:a="http://schemas.openxmlformats.org/drawingml/2006/main">
              <a:ext uri="{FF2B5EF4-FFF2-40B4-BE49-F238E27FC236}">
                <a16:creationId xmlns:a16="http://schemas.microsoft.com/office/drawing/2014/main" id="{7C805E48-D05A-4FD6-A8C8-B95CB334CC53}"/>
              </a:ext>
            </a:extLst>
          </p:cNvPr>
          <p:cNvSpPr>
            <a:spLocks xmlns:a="http://schemas.openxmlformats.org/drawingml/2006/main" noGrp="1"/>
          </p:cNvSpPr>
          <p:nvPr/>
        </p:nvSpPr>
        <p:spPr>
          <a:xfrm xmlns:a="http://schemas.openxmlformats.org/drawingml/2006/main">
            <a:off x="11374755" y="337337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5" name="Standardized person 321: without endpoint">
            <a:extLst xmlns:a="http://schemas.openxmlformats.org/drawingml/2006/main">
              <a:ext uri="{FF2B5EF4-FFF2-40B4-BE49-F238E27FC236}">
                <a16:creationId xmlns:a16="http://schemas.microsoft.com/office/drawing/2014/main" id="{FA34C3B8-BD4C-4A05-9F03-16B8A943926C}"/>
              </a:ext>
            </a:extLst>
          </p:cNvPr>
          <p:cNvSpPr>
            <a:spLocks xmlns:a="http://schemas.openxmlformats.org/drawingml/2006/main" noGrp="1"/>
          </p:cNvSpPr>
          <p:nvPr/>
        </p:nvSpPr>
        <p:spPr>
          <a:xfrm xmlns:a="http://schemas.openxmlformats.org/drawingml/2006/main">
            <a:off x="624840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6" name="Standardized person 322: without endpoint">
            <a:extLst xmlns:a="http://schemas.openxmlformats.org/drawingml/2006/main">
              <a:ext uri="{FF2B5EF4-FFF2-40B4-BE49-F238E27FC236}">
                <a16:creationId xmlns:a16="http://schemas.microsoft.com/office/drawing/2014/main" id="{847EBBC2-A7E2-473F-B6EA-9B16CC1503E7}"/>
              </a:ext>
            </a:extLst>
          </p:cNvPr>
          <p:cNvSpPr>
            <a:spLocks xmlns:a="http://schemas.openxmlformats.org/drawingml/2006/main" noGrp="1"/>
          </p:cNvSpPr>
          <p:nvPr/>
        </p:nvSpPr>
        <p:spPr>
          <a:xfrm xmlns:a="http://schemas.openxmlformats.org/drawingml/2006/main">
            <a:off x="637984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7" name="Standardized person 323: without endpoint">
            <a:extLst xmlns:a="http://schemas.openxmlformats.org/drawingml/2006/main">
              <a:ext uri="{FF2B5EF4-FFF2-40B4-BE49-F238E27FC236}">
                <a16:creationId xmlns:a16="http://schemas.microsoft.com/office/drawing/2014/main" id="{71A15220-7BE1-42DB-978C-6D4E94110DF5}"/>
              </a:ext>
            </a:extLst>
          </p:cNvPr>
          <p:cNvSpPr>
            <a:spLocks xmlns:a="http://schemas.openxmlformats.org/drawingml/2006/main" noGrp="1"/>
          </p:cNvSpPr>
          <p:nvPr/>
        </p:nvSpPr>
        <p:spPr>
          <a:xfrm xmlns:a="http://schemas.openxmlformats.org/drawingml/2006/main">
            <a:off x="651129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8" name="Standardized person 324: without endpoint">
            <a:extLst xmlns:a="http://schemas.openxmlformats.org/drawingml/2006/main">
              <a:ext uri="{FF2B5EF4-FFF2-40B4-BE49-F238E27FC236}">
                <a16:creationId xmlns:a16="http://schemas.microsoft.com/office/drawing/2014/main" id="{8896FAC9-A320-4A88-AA08-9228905A73A8}"/>
              </a:ext>
            </a:extLst>
          </p:cNvPr>
          <p:cNvSpPr>
            <a:spLocks xmlns:a="http://schemas.openxmlformats.org/drawingml/2006/main" noGrp="1"/>
          </p:cNvSpPr>
          <p:nvPr/>
        </p:nvSpPr>
        <p:spPr>
          <a:xfrm xmlns:a="http://schemas.openxmlformats.org/drawingml/2006/main">
            <a:off x="664273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29" name="Standardized person 325: without endpoint">
            <a:extLst xmlns:a="http://schemas.openxmlformats.org/drawingml/2006/main">
              <a:ext uri="{FF2B5EF4-FFF2-40B4-BE49-F238E27FC236}">
                <a16:creationId xmlns:a16="http://schemas.microsoft.com/office/drawing/2014/main" id="{A55607C3-72FB-4846-9B5E-F725F0E6A5D3}"/>
              </a:ext>
            </a:extLst>
          </p:cNvPr>
          <p:cNvSpPr>
            <a:spLocks xmlns:a="http://schemas.openxmlformats.org/drawingml/2006/main" noGrp="1"/>
          </p:cNvSpPr>
          <p:nvPr/>
        </p:nvSpPr>
        <p:spPr>
          <a:xfrm xmlns:a="http://schemas.openxmlformats.org/drawingml/2006/main">
            <a:off x="677418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0" name="Standardized person 326: without endpoint">
            <a:extLst xmlns:a="http://schemas.openxmlformats.org/drawingml/2006/main">
              <a:ext uri="{FF2B5EF4-FFF2-40B4-BE49-F238E27FC236}">
                <a16:creationId xmlns:a16="http://schemas.microsoft.com/office/drawing/2014/main" id="{3EDC217E-5A4F-4846-80D5-2FCE846D6B3C}"/>
              </a:ext>
            </a:extLst>
          </p:cNvPr>
          <p:cNvSpPr>
            <a:spLocks xmlns:a="http://schemas.openxmlformats.org/drawingml/2006/main" noGrp="1"/>
          </p:cNvSpPr>
          <p:nvPr/>
        </p:nvSpPr>
        <p:spPr>
          <a:xfrm xmlns:a="http://schemas.openxmlformats.org/drawingml/2006/main">
            <a:off x="690562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1" name="Standardized person 327: without endpoint">
            <a:extLst xmlns:a="http://schemas.openxmlformats.org/drawingml/2006/main">
              <a:ext uri="{FF2B5EF4-FFF2-40B4-BE49-F238E27FC236}">
                <a16:creationId xmlns:a16="http://schemas.microsoft.com/office/drawing/2014/main" id="{96E9711A-38A9-429B-85D7-AA91A65B5C34}"/>
              </a:ext>
            </a:extLst>
          </p:cNvPr>
          <p:cNvSpPr>
            <a:spLocks xmlns:a="http://schemas.openxmlformats.org/drawingml/2006/main" noGrp="1"/>
          </p:cNvSpPr>
          <p:nvPr/>
        </p:nvSpPr>
        <p:spPr>
          <a:xfrm xmlns:a="http://schemas.openxmlformats.org/drawingml/2006/main">
            <a:off x="703707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2" name="Standardized person 328: without endpoint">
            <a:extLst xmlns:a="http://schemas.openxmlformats.org/drawingml/2006/main">
              <a:ext uri="{FF2B5EF4-FFF2-40B4-BE49-F238E27FC236}">
                <a16:creationId xmlns:a16="http://schemas.microsoft.com/office/drawing/2014/main" id="{9C341C30-8E33-4CBB-B7F9-E633EF387208}"/>
              </a:ext>
            </a:extLst>
          </p:cNvPr>
          <p:cNvSpPr>
            <a:spLocks xmlns:a="http://schemas.openxmlformats.org/drawingml/2006/main" noGrp="1"/>
          </p:cNvSpPr>
          <p:nvPr/>
        </p:nvSpPr>
        <p:spPr>
          <a:xfrm xmlns:a="http://schemas.openxmlformats.org/drawingml/2006/main">
            <a:off x="716851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3" name="Standardized person 329: without endpoint">
            <a:extLst xmlns:a="http://schemas.openxmlformats.org/drawingml/2006/main">
              <a:ext uri="{FF2B5EF4-FFF2-40B4-BE49-F238E27FC236}">
                <a16:creationId xmlns:a16="http://schemas.microsoft.com/office/drawing/2014/main" id="{653AB539-A452-462B-AF90-5A0218805CD8}"/>
              </a:ext>
            </a:extLst>
          </p:cNvPr>
          <p:cNvSpPr>
            <a:spLocks xmlns:a="http://schemas.openxmlformats.org/drawingml/2006/main" noGrp="1"/>
          </p:cNvSpPr>
          <p:nvPr/>
        </p:nvSpPr>
        <p:spPr>
          <a:xfrm xmlns:a="http://schemas.openxmlformats.org/drawingml/2006/main">
            <a:off x="729996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4" name="Standardized person 330: without endpoint">
            <a:extLst xmlns:a="http://schemas.openxmlformats.org/drawingml/2006/main">
              <a:ext uri="{FF2B5EF4-FFF2-40B4-BE49-F238E27FC236}">
                <a16:creationId xmlns:a16="http://schemas.microsoft.com/office/drawing/2014/main" id="{E1833499-3FF7-46F9-B859-22D0010BB7AC}"/>
              </a:ext>
            </a:extLst>
          </p:cNvPr>
          <p:cNvSpPr>
            <a:spLocks xmlns:a="http://schemas.openxmlformats.org/drawingml/2006/main" noGrp="1"/>
          </p:cNvSpPr>
          <p:nvPr/>
        </p:nvSpPr>
        <p:spPr>
          <a:xfrm xmlns:a="http://schemas.openxmlformats.org/drawingml/2006/main">
            <a:off x="743140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5" name="Standardized person 331: without endpoint">
            <a:extLst xmlns:a="http://schemas.openxmlformats.org/drawingml/2006/main">
              <a:ext uri="{FF2B5EF4-FFF2-40B4-BE49-F238E27FC236}">
                <a16:creationId xmlns:a16="http://schemas.microsoft.com/office/drawing/2014/main" id="{066BC81A-37AE-4105-B670-7B0360181ABA}"/>
              </a:ext>
            </a:extLst>
          </p:cNvPr>
          <p:cNvSpPr>
            <a:spLocks xmlns:a="http://schemas.openxmlformats.org/drawingml/2006/main" noGrp="1"/>
          </p:cNvSpPr>
          <p:nvPr/>
        </p:nvSpPr>
        <p:spPr>
          <a:xfrm xmlns:a="http://schemas.openxmlformats.org/drawingml/2006/main">
            <a:off x="756285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6" name="Standardized person 332: without endpoint">
            <a:extLst xmlns:a="http://schemas.openxmlformats.org/drawingml/2006/main">
              <a:ext uri="{FF2B5EF4-FFF2-40B4-BE49-F238E27FC236}">
                <a16:creationId xmlns:a16="http://schemas.microsoft.com/office/drawing/2014/main" id="{216AC8C7-268D-4D11-9C5D-C20BEA374470}"/>
              </a:ext>
            </a:extLst>
          </p:cNvPr>
          <p:cNvSpPr>
            <a:spLocks xmlns:a="http://schemas.openxmlformats.org/drawingml/2006/main" noGrp="1"/>
          </p:cNvSpPr>
          <p:nvPr/>
        </p:nvSpPr>
        <p:spPr>
          <a:xfrm xmlns:a="http://schemas.openxmlformats.org/drawingml/2006/main">
            <a:off x="769429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7" name="Standardized person 333: without endpoint">
            <a:extLst xmlns:a="http://schemas.openxmlformats.org/drawingml/2006/main">
              <a:ext uri="{FF2B5EF4-FFF2-40B4-BE49-F238E27FC236}">
                <a16:creationId xmlns:a16="http://schemas.microsoft.com/office/drawing/2014/main" id="{1E102A0D-D004-4739-A754-4DC83F5147BD}"/>
              </a:ext>
            </a:extLst>
          </p:cNvPr>
          <p:cNvSpPr>
            <a:spLocks xmlns:a="http://schemas.openxmlformats.org/drawingml/2006/main" noGrp="1"/>
          </p:cNvSpPr>
          <p:nvPr/>
        </p:nvSpPr>
        <p:spPr>
          <a:xfrm xmlns:a="http://schemas.openxmlformats.org/drawingml/2006/main">
            <a:off x="782574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8" name="Standardized person 334: without endpoint">
            <a:extLst xmlns:a="http://schemas.openxmlformats.org/drawingml/2006/main">
              <a:ext uri="{FF2B5EF4-FFF2-40B4-BE49-F238E27FC236}">
                <a16:creationId xmlns:a16="http://schemas.microsoft.com/office/drawing/2014/main" id="{9234C177-26F2-4FE7-8E86-5F79EF727A79}"/>
              </a:ext>
            </a:extLst>
          </p:cNvPr>
          <p:cNvSpPr>
            <a:spLocks xmlns:a="http://schemas.openxmlformats.org/drawingml/2006/main" noGrp="1"/>
          </p:cNvSpPr>
          <p:nvPr/>
        </p:nvSpPr>
        <p:spPr>
          <a:xfrm xmlns:a="http://schemas.openxmlformats.org/drawingml/2006/main">
            <a:off x="795718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39" name="Standardized person 335: without endpoint">
            <a:extLst xmlns:a="http://schemas.openxmlformats.org/drawingml/2006/main">
              <a:ext uri="{FF2B5EF4-FFF2-40B4-BE49-F238E27FC236}">
                <a16:creationId xmlns:a16="http://schemas.microsoft.com/office/drawing/2014/main" id="{0B72E3B2-4E0D-41E9-9CBA-59807F3C9494}"/>
              </a:ext>
            </a:extLst>
          </p:cNvPr>
          <p:cNvSpPr>
            <a:spLocks xmlns:a="http://schemas.openxmlformats.org/drawingml/2006/main" noGrp="1"/>
          </p:cNvSpPr>
          <p:nvPr/>
        </p:nvSpPr>
        <p:spPr>
          <a:xfrm xmlns:a="http://schemas.openxmlformats.org/drawingml/2006/main">
            <a:off x="808863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0" name="Standardized person 336: without endpoint">
            <a:extLst xmlns:a="http://schemas.openxmlformats.org/drawingml/2006/main">
              <a:ext uri="{FF2B5EF4-FFF2-40B4-BE49-F238E27FC236}">
                <a16:creationId xmlns:a16="http://schemas.microsoft.com/office/drawing/2014/main" id="{AE5E0BEE-DD01-4D30-B158-6A026E1BDDBE}"/>
              </a:ext>
            </a:extLst>
          </p:cNvPr>
          <p:cNvSpPr>
            <a:spLocks xmlns:a="http://schemas.openxmlformats.org/drawingml/2006/main" noGrp="1"/>
          </p:cNvSpPr>
          <p:nvPr/>
        </p:nvSpPr>
        <p:spPr>
          <a:xfrm xmlns:a="http://schemas.openxmlformats.org/drawingml/2006/main">
            <a:off x="822007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1" name="Standardized person 337: without endpoint">
            <a:extLst xmlns:a="http://schemas.openxmlformats.org/drawingml/2006/main">
              <a:ext uri="{FF2B5EF4-FFF2-40B4-BE49-F238E27FC236}">
                <a16:creationId xmlns:a16="http://schemas.microsoft.com/office/drawing/2014/main" id="{06A31E3F-996E-455F-A9E5-74E6C542A4DF}"/>
              </a:ext>
            </a:extLst>
          </p:cNvPr>
          <p:cNvSpPr>
            <a:spLocks xmlns:a="http://schemas.openxmlformats.org/drawingml/2006/main" noGrp="1"/>
          </p:cNvSpPr>
          <p:nvPr/>
        </p:nvSpPr>
        <p:spPr>
          <a:xfrm xmlns:a="http://schemas.openxmlformats.org/drawingml/2006/main">
            <a:off x="835152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2" name="Standardized person 338: without endpoint">
            <a:extLst xmlns:a="http://schemas.openxmlformats.org/drawingml/2006/main">
              <a:ext uri="{FF2B5EF4-FFF2-40B4-BE49-F238E27FC236}">
                <a16:creationId xmlns:a16="http://schemas.microsoft.com/office/drawing/2014/main" id="{4927020F-D9EA-4940-A67B-D34CF976A103}"/>
              </a:ext>
            </a:extLst>
          </p:cNvPr>
          <p:cNvSpPr>
            <a:spLocks xmlns:a="http://schemas.openxmlformats.org/drawingml/2006/main" noGrp="1"/>
          </p:cNvSpPr>
          <p:nvPr/>
        </p:nvSpPr>
        <p:spPr>
          <a:xfrm xmlns:a="http://schemas.openxmlformats.org/drawingml/2006/main">
            <a:off x="848296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3" name="Standardized person 339: without endpoint">
            <a:extLst xmlns:a="http://schemas.openxmlformats.org/drawingml/2006/main">
              <a:ext uri="{FF2B5EF4-FFF2-40B4-BE49-F238E27FC236}">
                <a16:creationId xmlns:a16="http://schemas.microsoft.com/office/drawing/2014/main" id="{D0B8E9ED-9FE9-4B52-B3E4-F4C86A77D5A7}"/>
              </a:ext>
            </a:extLst>
          </p:cNvPr>
          <p:cNvSpPr>
            <a:spLocks xmlns:a="http://schemas.openxmlformats.org/drawingml/2006/main" noGrp="1"/>
          </p:cNvSpPr>
          <p:nvPr/>
        </p:nvSpPr>
        <p:spPr>
          <a:xfrm xmlns:a="http://schemas.openxmlformats.org/drawingml/2006/main">
            <a:off x="861441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4" name="Standardized person 340: without endpoint">
            <a:extLst xmlns:a="http://schemas.openxmlformats.org/drawingml/2006/main">
              <a:ext uri="{FF2B5EF4-FFF2-40B4-BE49-F238E27FC236}">
                <a16:creationId xmlns:a16="http://schemas.microsoft.com/office/drawing/2014/main" id="{80512938-B7D9-425A-AEEE-27B6085C1919}"/>
              </a:ext>
            </a:extLst>
          </p:cNvPr>
          <p:cNvSpPr>
            <a:spLocks xmlns:a="http://schemas.openxmlformats.org/drawingml/2006/main" noGrp="1"/>
          </p:cNvSpPr>
          <p:nvPr/>
        </p:nvSpPr>
        <p:spPr>
          <a:xfrm xmlns:a="http://schemas.openxmlformats.org/drawingml/2006/main">
            <a:off x="874585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5" name="Standardized person 341: without endpoint">
            <a:extLst xmlns:a="http://schemas.openxmlformats.org/drawingml/2006/main">
              <a:ext uri="{FF2B5EF4-FFF2-40B4-BE49-F238E27FC236}">
                <a16:creationId xmlns:a16="http://schemas.microsoft.com/office/drawing/2014/main" id="{C82B7837-3D8E-4D9C-BE44-38F761E98F56}"/>
              </a:ext>
            </a:extLst>
          </p:cNvPr>
          <p:cNvSpPr>
            <a:spLocks xmlns:a="http://schemas.openxmlformats.org/drawingml/2006/main" noGrp="1"/>
          </p:cNvSpPr>
          <p:nvPr/>
        </p:nvSpPr>
        <p:spPr>
          <a:xfrm xmlns:a="http://schemas.openxmlformats.org/drawingml/2006/main">
            <a:off x="887730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6" name="Standardized person 342: without endpoint">
            <a:extLst xmlns:a="http://schemas.openxmlformats.org/drawingml/2006/main">
              <a:ext uri="{FF2B5EF4-FFF2-40B4-BE49-F238E27FC236}">
                <a16:creationId xmlns:a16="http://schemas.microsoft.com/office/drawing/2014/main" id="{FB430BEF-2B69-4726-98D7-431F89490D0E}"/>
              </a:ext>
            </a:extLst>
          </p:cNvPr>
          <p:cNvSpPr>
            <a:spLocks xmlns:a="http://schemas.openxmlformats.org/drawingml/2006/main" noGrp="1"/>
          </p:cNvSpPr>
          <p:nvPr/>
        </p:nvSpPr>
        <p:spPr>
          <a:xfrm xmlns:a="http://schemas.openxmlformats.org/drawingml/2006/main">
            <a:off x="900874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7" name="Standardized person 343: without endpoint">
            <a:extLst xmlns:a="http://schemas.openxmlformats.org/drawingml/2006/main">
              <a:ext uri="{FF2B5EF4-FFF2-40B4-BE49-F238E27FC236}">
                <a16:creationId xmlns:a16="http://schemas.microsoft.com/office/drawing/2014/main" id="{A07DCFE8-4490-4091-A8C8-25A4970AFCF3}"/>
              </a:ext>
            </a:extLst>
          </p:cNvPr>
          <p:cNvSpPr>
            <a:spLocks xmlns:a="http://schemas.openxmlformats.org/drawingml/2006/main" noGrp="1"/>
          </p:cNvSpPr>
          <p:nvPr/>
        </p:nvSpPr>
        <p:spPr>
          <a:xfrm xmlns:a="http://schemas.openxmlformats.org/drawingml/2006/main">
            <a:off x="914019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8" name="Standardized person 344: without endpoint">
            <a:extLst xmlns:a="http://schemas.openxmlformats.org/drawingml/2006/main">
              <a:ext uri="{FF2B5EF4-FFF2-40B4-BE49-F238E27FC236}">
                <a16:creationId xmlns:a16="http://schemas.microsoft.com/office/drawing/2014/main" id="{95892B13-F413-4CA1-8747-55E1932F9837}"/>
              </a:ext>
            </a:extLst>
          </p:cNvPr>
          <p:cNvSpPr>
            <a:spLocks xmlns:a="http://schemas.openxmlformats.org/drawingml/2006/main" noGrp="1"/>
          </p:cNvSpPr>
          <p:nvPr/>
        </p:nvSpPr>
        <p:spPr>
          <a:xfrm xmlns:a="http://schemas.openxmlformats.org/drawingml/2006/main">
            <a:off x="927163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49" name="Standardized person 345: without endpoint">
            <a:extLst xmlns:a="http://schemas.openxmlformats.org/drawingml/2006/main">
              <a:ext uri="{FF2B5EF4-FFF2-40B4-BE49-F238E27FC236}">
                <a16:creationId xmlns:a16="http://schemas.microsoft.com/office/drawing/2014/main" id="{108578A9-7D68-4C35-95D5-0BAF190CC375}"/>
              </a:ext>
            </a:extLst>
          </p:cNvPr>
          <p:cNvSpPr>
            <a:spLocks xmlns:a="http://schemas.openxmlformats.org/drawingml/2006/main" noGrp="1"/>
          </p:cNvSpPr>
          <p:nvPr/>
        </p:nvSpPr>
        <p:spPr>
          <a:xfrm xmlns:a="http://schemas.openxmlformats.org/drawingml/2006/main">
            <a:off x="940308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0" name="Standardized person 346: without endpoint">
            <a:extLst xmlns:a="http://schemas.openxmlformats.org/drawingml/2006/main">
              <a:ext uri="{FF2B5EF4-FFF2-40B4-BE49-F238E27FC236}">
                <a16:creationId xmlns:a16="http://schemas.microsoft.com/office/drawing/2014/main" id="{56D0D72C-76FA-42F0-ACE5-26BD5AE215D3}"/>
              </a:ext>
            </a:extLst>
          </p:cNvPr>
          <p:cNvSpPr>
            <a:spLocks xmlns:a="http://schemas.openxmlformats.org/drawingml/2006/main" noGrp="1"/>
          </p:cNvSpPr>
          <p:nvPr/>
        </p:nvSpPr>
        <p:spPr>
          <a:xfrm xmlns:a="http://schemas.openxmlformats.org/drawingml/2006/main">
            <a:off x="953452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1" name="Standardized person 347: without endpoint">
            <a:extLst xmlns:a="http://schemas.openxmlformats.org/drawingml/2006/main">
              <a:ext uri="{FF2B5EF4-FFF2-40B4-BE49-F238E27FC236}">
                <a16:creationId xmlns:a16="http://schemas.microsoft.com/office/drawing/2014/main" id="{783E7079-59F8-411A-94F4-883F4CB43D7E}"/>
              </a:ext>
            </a:extLst>
          </p:cNvPr>
          <p:cNvSpPr>
            <a:spLocks xmlns:a="http://schemas.openxmlformats.org/drawingml/2006/main" noGrp="1"/>
          </p:cNvSpPr>
          <p:nvPr/>
        </p:nvSpPr>
        <p:spPr>
          <a:xfrm xmlns:a="http://schemas.openxmlformats.org/drawingml/2006/main">
            <a:off x="966597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2" name="Standardized person 348: without endpoint">
            <a:extLst xmlns:a="http://schemas.openxmlformats.org/drawingml/2006/main">
              <a:ext uri="{FF2B5EF4-FFF2-40B4-BE49-F238E27FC236}">
                <a16:creationId xmlns:a16="http://schemas.microsoft.com/office/drawing/2014/main" id="{78188FBF-82E1-41CB-9FE8-EF8686DDD54B}"/>
              </a:ext>
            </a:extLst>
          </p:cNvPr>
          <p:cNvSpPr>
            <a:spLocks xmlns:a="http://schemas.openxmlformats.org/drawingml/2006/main" noGrp="1"/>
          </p:cNvSpPr>
          <p:nvPr/>
        </p:nvSpPr>
        <p:spPr>
          <a:xfrm xmlns:a="http://schemas.openxmlformats.org/drawingml/2006/main">
            <a:off x="979741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3" name="Standardized person 349: without endpoint">
            <a:extLst xmlns:a="http://schemas.openxmlformats.org/drawingml/2006/main">
              <a:ext uri="{FF2B5EF4-FFF2-40B4-BE49-F238E27FC236}">
                <a16:creationId xmlns:a16="http://schemas.microsoft.com/office/drawing/2014/main" id="{6B2BB3EC-FD30-479A-898C-D7CC2454906A}"/>
              </a:ext>
            </a:extLst>
          </p:cNvPr>
          <p:cNvSpPr>
            <a:spLocks xmlns:a="http://schemas.openxmlformats.org/drawingml/2006/main" noGrp="1"/>
          </p:cNvSpPr>
          <p:nvPr/>
        </p:nvSpPr>
        <p:spPr>
          <a:xfrm xmlns:a="http://schemas.openxmlformats.org/drawingml/2006/main">
            <a:off x="992886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4" name="Standardized person 350: without endpoint">
            <a:extLst xmlns:a="http://schemas.openxmlformats.org/drawingml/2006/main">
              <a:ext uri="{FF2B5EF4-FFF2-40B4-BE49-F238E27FC236}">
                <a16:creationId xmlns:a16="http://schemas.microsoft.com/office/drawing/2014/main" id="{0D434B0A-1250-4E2B-B3EA-2CBC1CD57483}"/>
              </a:ext>
            </a:extLst>
          </p:cNvPr>
          <p:cNvSpPr>
            <a:spLocks xmlns:a="http://schemas.openxmlformats.org/drawingml/2006/main" noGrp="1"/>
          </p:cNvSpPr>
          <p:nvPr/>
        </p:nvSpPr>
        <p:spPr>
          <a:xfrm xmlns:a="http://schemas.openxmlformats.org/drawingml/2006/main">
            <a:off x="1006030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5" name="Standardized person 351: without endpoint">
            <a:extLst xmlns:a="http://schemas.openxmlformats.org/drawingml/2006/main">
              <a:ext uri="{FF2B5EF4-FFF2-40B4-BE49-F238E27FC236}">
                <a16:creationId xmlns:a16="http://schemas.microsoft.com/office/drawing/2014/main" id="{3E7BA5A3-45D2-47E2-A3E4-DDE10F27E6EB}"/>
              </a:ext>
            </a:extLst>
          </p:cNvPr>
          <p:cNvSpPr>
            <a:spLocks xmlns:a="http://schemas.openxmlformats.org/drawingml/2006/main" noGrp="1"/>
          </p:cNvSpPr>
          <p:nvPr/>
        </p:nvSpPr>
        <p:spPr>
          <a:xfrm xmlns:a="http://schemas.openxmlformats.org/drawingml/2006/main">
            <a:off x="1019175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6" name="Standardized person 352: without endpoint">
            <a:extLst xmlns:a="http://schemas.openxmlformats.org/drawingml/2006/main">
              <a:ext uri="{FF2B5EF4-FFF2-40B4-BE49-F238E27FC236}">
                <a16:creationId xmlns:a16="http://schemas.microsoft.com/office/drawing/2014/main" id="{B947732F-6173-4455-ABFB-A712049F6492}"/>
              </a:ext>
            </a:extLst>
          </p:cNvPr>
          <p:cNvSpPr>
            <a:spLocks xmlns:a="http://schemas.openxmlformats.org/drawingml/2006/main" noGrp="1"/>
          </p:cNvSpPr>
          <p:nvPr/>
        </p:nvSpPr>
        <p:spPr>
          <a:xfrm xmlns:a="http://schemas.openxmlformats.org/drawingml/2006/main">
            <a:off x="1032319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7" name="Standardized person 353: without endpoint">
            <a:extLst xmlns:a="http://schemas.openxmlformats.org/drawingml/2006/main">
              <a:ext uri="{FF2B5EF4-FFF2-40B4-BE49-F238E27FC236}">
                <a16:creationId xmlns:a16="http://schemas.microsoft.com/office/drawing/2014/main" id="{DFBEE03A-630A-43A9-ACCC-8EDFC22D7AE7}"/>
              </a:ext>
            </a:extLst>
          </p:cNvPr>
          <p:cNvSpPr>
            <a:spLocks xmlns:a="http://schemas.openxmlformats.org/drawingml/2006/main" noGrp="1"/>
          </p:cNvSpPr>
          <p:nvPr/>
        </p:nvSpPr>
        <p:spPr>
          <a:xfrm xmlns:a="http://schemas.openxmlformats.org/drawingml/2006/main">
            <a:off x="1045464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8" name="Standardized person 354: without endpoint">
            <a:extLst xmlns:a="http://schemas.openxmlformats.org/drawingml/2006/main">
              <a:ext uri="{FF2B5EF4-FFF2-40B4-BE49-F238E27FC236}">
                <a16:creationId xmlns:a16="http://schemas.microsoft.com/office/drawing/2014/main" id="{0E2D0FE3-BAA5-46DE-87FA-C0C22A25C619}"/>
              </a:ext>
            </a:extLst>
          </p:cNvPr>
          <p:cNvSpPr>
            <a:spLocks xmlns:a="http://schemas.openxmlformats.org/drawingml/2006/main" noGrp="1"/>
          </p:cNvSpPr>
          <p:nvPr/>
        </p:nvSpPr>
        <p:spPr>
          <a:xfrm xmlns:a="http://schemas.openxmlformats.org/drawingml/2006/main">
            <a:off x="1058608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59" name="Standardized person 355: without endpoint">
            <a:extLst xmlns:a="http://schemas.openxmlformats.org/drawingml/2006/main">
              <a:ext uri="{FF2B5EF4-FFF2-40B4-BE49-F238E27FC236}">
                <a16:creationId xmlns:a16="http://schemas.microsoft.com/office/drawing/2014/main" id="{46C94AF7-F425-4443-AAE3-1144F038E3F3}"/>
              </a:ext>
            </a:extLst>
          </p:cNvPr>
          <p:cNvSpPr>
            <a:spLocks xmlns:a="http://schemas.openxmlformats.org/drawingml/2006/main" noGrp="1"/>
          </p:cNvSpPr>
          <p:nvPr/>
        </p:nvSpPr>
        <p:spPr>
          <a:xfrm xmlns:a="http://schemas.openxmlformats.org/drawingml/2006/main">
            <a:off x="1071753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0" name="Standardized person 356: without endpoint">
            <a:extLst xmlns:a="http://schemas.openxmlformats.org/drawingml/2006/main">
              <a:ext uri="{FF2B5EF4-FFF2-40B4-BE49-F238E27FC236}">
                <a16:creationId xmlns:a16="http://schemas.microsoft.com/office/drawing/2014/main" id="{5A7A0A4C-2B68-43FD-BE20-2167A90FF5F2}"/>
              </a:ext>
            </a:extLst>
          </p:cNvPr>
          <p:cNvSpPr>
            <a:spLocks xmlns:a="http://schemas.openxmlformats.org/drawingml/2006/main" noGrp="1"/>
          </p:cNvSpPr>
          <p:nvPr/>
        </p:nvSpPr>
        <p:spPr>
          <a:xfrm xmlns:a="http://schemas.openxmlformats.org/drawingml/2006/main">
            <a:off x="1084897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1" name="Standardized person 357: without endpoint">
            <a:extLst xmlns:a="http://schemas.openxmlformats.org/drawingml/2006/main">
              <a:ext uri="{FF2B5EF4-FFF2-40B4-BE49-F238E27FC236}">
                <a16:creationId xmlns:a16="http://schemas.microsoft.com/office/drawing/2014/main" id="{C689A64B-DB0B-4202-ACA8-C2DE32479508}"/>
              </a:ext>
            </a:extLst>
          </p:cNvPr>
          <p:cNvSpPr>
            <a:spLocks xmlns:a="http://schemas.openxmlformats.org/drawingml/2006/main" noGrp="1"/>
          </p:cNvSpPr>
          <p:nvPr/>
        </p:nvSpPr>
        <p:spPr>
          <a:xfrm xmlns:a="http://schemas.openxmlformats.org/drawingml/2006/main">
            <a:off x="1098042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2" name="Standardized person 358: without endpoint">
            <a:extLst xmlns:a="http://schemas.openxmlformats.org/drawingml/2006/main">
              <a:ext uri="{FF2B5EF4-FFF2-40B4-BE49-F238E27FC236}">
                <a16:creationId xmlns:a16="http://schemas.microsoft.com/office/drawing/2014/main" id="{5B25670C-B4E0-487F-9F37-9B2CF99CD865}"/>
              </a:ext>
            </a:extLst>
          </p:cNvPr>
          <p:cNvSpPr>
            <a:spLocks xmlns:a="http://schemas.openxmlformats.org/drawingml/2006/main" noGrp="1"/>
          </p:cNvSpPr>
          <p:nvPr/>
        </p:nvSpPr>
        <p:spPr>
          <a:xfrm xmlns:a="http://schemas.openxmlformats.org/drawingml/2006/main">
            <a:off x="1111186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3" name="Standardized person 359: without endpoint">
            <a:extLst xmlns:a="http://schemas.openxmlformats.org/drawingml/2006/main">
              <a:ext uri="{FF2B5EF4-FFF2-40B4-BE49-F238E27FC236}">
                <a16:creationId xmlns:a16="http://schemas.microsoft.com/office/drawing/2014/main" id="{98E3C560-B2EB-4080-8D8F-84F3EAC25AF5}"/>
              </a:ext>
            </a:extLst>
          </p:cNvPr>
          <p:cNvSpPr>
            <a:spLocks xmlns:a="http://schemas.openxmlformats.org/drawingml/2006/main" noGrp="1"/>
          </p:cNvSpPr>
          <p:nvPr/>
        </p:nvSpPr>
        <p:spPr>
          <a:xfrm xmlns:a="http://schemas.openxmlformats.org/drawingml/2006/main">
            <a:off x="11243310"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4" name="Standardized person 360: without endpoint">
            <a:extLst xmlns:a="http://schemas.openxmlformats.org/drawingml/2006/main">
              <a:ext uri="{FF2B5EF4-FFF2-40B4-BE49-F238E27FC236}">
                <a16:creationId xmlns:a16="http://schemas.microsoft.com/office/drawing/2014/main" id="{46FBF292-45F1-4D76-90E3-61FCC438B406}"/>
              </a:ext>
            </a:extLst>
          </p:cNvPr>
          <p:cNvSpPr>
            <a:spLocks xmlns:a="http://schemas.openxmlformats.org/drawingml/2006/main" noGrp="1"/>
          </p:cNvSpPr>
          <p:nvPr/>
        </p:nvSpPr>
        <p:spPr>
          <a:xfrm xmlns:a="http://schemas.openxmlformats.org/drawingml/2006/main">
            <a:off x="11374755" y="347700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5" name="Standardized person 361: without endpoint">
            <a:extLst xmlns:a="http://schemas.openxmlformats.org/drawingml/2006/main">
              <a:ext uri="{FF2B5EF4-FFF2-40B4-BE49-F238E27FC236}">
                <a16:creationId xmlns:a16="http://schemas.microsoft.com/office/drawing/2014/main" id="{D4926A10-08F4-496D-A4BD-750D6A296F95}"/>
              </a:ext>
            </a:extLst>
          </p:cNvPr>
          <p:cNvSpPr>
            <a:spLocks xmlns:a="http://schemas.openxmlformats.org/drawingml/2006/main" noGrp="1"/>
          </p:cNvSpPr>
          <p:nvPr/>
        </p:nvSpPr>
        <p:spPr>
          <a:xfrm xmlns:a="http://schemas.openxmlformats.org/drawingml/2006/main">
            <a:off x="624840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6" name="Standardized person 362: without endpoint">
            <a:extLst xmlns:a="http://schemas.openxmlformats.org/drawingml/2006/main">
              <a:ext uri="{FF2B5EF4-FFF2-40B4-BE49-F238E27FC236}">
                <a16:creationId xmlns:a16="http://schemas.microsoft.com/office/drawing/2014/main" id="{B32DC257-9953-4B92-85C2-9EA7AF62E93E}"/>
              </a:ext>
            </a:extLst>
          </p:cNvPr>
          <p:cNvSpPr>
            <a:spLocks xmlns:a="http://schemas.openxmlformats.org/drawingml/2006/main" noGrp="1"/>
          </p:cNvSpPr>
          <p:nvPr/>
        </p:nvSpPr>
        <p:spPr>
          <a:xfrm xmlns:a="http://schemas.openxmlformats.org/drawingml/2006/main">
            <a:off x="637984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7" name="Standardized person 363: without endpoint">
            <a:extLst xmlns:a="http://schemas.openxmlformats.org/drawingml/2006/main">
              <a:ext uri="{FF2B5EF4-FFF2-40B4-BE49-F238E27FC236}">
                <a16:creationId xmlns:a16="http://schemas.microsoft.com/office/drawing/2014/main" id="{40164D9C-3015-498B-97D1-F94C85D6FA2E}"/>
              </a:ext>
            </a:extLst>
          </p:cNvPr>
          <p:cNvSpPr>
            <a:spLocks xmlns:a="http://schemas.openxmlformats.org/drawingml/2006/main" noGrp="1"/>
          </p:cNvSpPr>
          <p:nvPr/>
        </p:nvSpPr>
        <p:spPr>
          <a:xfrm xmlns:a="http://schemas.openxmlformats.org/drawingml/2006/main">
            <a:off x="651129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8" name="Standardized person 364: without endpoint">
            <a:extLst xmlns:a="http://schemas.openxmlformats.org/drawingml/2006/main">
              <a:ext uri="{FF2B5EF4-FFF2-40B4-BE49-F238E27FC236}">
                <a16:creationId xmlns:a16="http://schemas.microsoft.com/office/drawing/2014/main" id="{2DD62B5F-083C-444C-A0C1-BA7A34AE9F65}"/>
              </a:ext>
            </a:extLst>
          </p:cNvPr>
          <p:cNvSpPr>
            <a:spLocks xmlns:a="http://schemas.openxmlformats.org/drawingml/2006/main" noGrp="1"/>
          </p:cNvSpPr>
          <p:nvPr/>
        </p:nvSpPr>
        <p:spPr>
          <a:xfrm xmlns:a="http://schemas.openxmlformats.org/drawingml/2006/main">
            <a:off x="664273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69" name="Standardized person 365: without endpoint">
            <a:extLst xmlns:a="http://schemas.openxmlformats.org/drawingml/2006/main">
              <a:ext uri="{FF2B5EF4-FFF2-40B4-BE49-F238E27FC236}">
                <a16:creationId xmlns:a16="http://schemas.microsoft.com/office/drawing/2014/main" id="{61C8468B-1DFB-4DD0-870D-564884F4EBA3}"/>
              </a:ext>
            </a:extLst>
          </p:cNvPr>
          <p:cNvSpPr>
            <a:spLocks xmlns:a="http://schemas.openxmlformats.org/drawingml/2006/main" noGrp="1"/>
          </p:cNvSpPr>
          <p:nvPr/>
        </p:nvSpPr>
        <p:spPr>
          <a:xfrm xmlns:a="http://schemas.openxmlformats.org/drawingml/2006/main">
            <a:off x="677418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0" name="Standardized person 366: without endpoint">
            <a:extLst xmlns:a="http://schemas.openxmlformats.org/drawingml/2006/main">
              <a:ext uri="{FF2B5EF4-FFF2-40B4-BE49-F238E27FC236}">
                <a16:creationId xmlns:a16="http://schemas.microsoft.com/office/drawing/2014/main" id="{F92B6AA6-7053-413A-8D45-821E05B98D72}"/>
              </a:ext>
            </a:extLst>
          </p:cNvPr>
          <p:cNvSpPr>
            <a:spLocks xmlns:a="http://schemas.openxmlformats.org/drawingml/2006/main" noGrp="1"/>
          </p:cNvSpPr>
          <p:nvPr/>
        </p:nvSpPr>
        <p:spPr>
          <a:xfrm xmlns:a="http://schemas.openxmlformats.org/drawingml/2006/main">
            <a:off x="690562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1" name="Standardized person 367: without endpoint">
            <a:extLst xmlns:a="http://schemas.openxmlformats.org/drawingml/2006/main">
              <a:ext uri="{FF2B5EF4-FFF2-40B4-BE49-F238E27FC236}">
                <a16:creationId xmlns:a16="http://schemas.microsoft.com/office/drawing/2014/main" id="{9B90AB92-85AA-4873-B334-334DB77786F6}"/>
              </a:ext>
            </a:extLst>
          </p:cNvPr>
          <p:cNvSpPr>
            <a:spLocks xmlns:a="http://schemas.openxmlformats.org/drawingml/2006/main" noGrp="1"/>
          </p:cNvSpPr>
          <p:nvPr/>
        </p:nvSpPr>
        <p:spPr>
          <a:xfrm xmlns:a="http://schemas.openxmlformats.org/drawingml/2006/main">
            <a:off x="703707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2" name="Standardized person 368: without endpoint">
            <a:extLst xmlns:a="http://schemas.openxmlformats.org/drawingml/2006/main">
              <a:ext uri="{FF2B5EF4-FFF2-40B4-BE49-F238E27FC236}">
                <a16:creationId xmlns:a16="http://schemas.microsoft.com/office/drawing/2014/main" id="{75924E8A-95A8-4B50-833F-9E1698ED42F1}"/>
              </a:ext>
            </a:extLst>
          </p:cNvPr>
          <p:cNvSpPr>
            <a:spLocks xmlns:a="http://schemas.openxmlformats.org/drawingml/2006/main" noGrp="1"/>
          </p:cNvSpPr>
          <p:nvPr/>
        </p:nvSpPr>
        <p:spPr>
          <a:xfrm xmlns:a="http://schemas.openxmlformats.org/drawingml/2006/main">
            <a:off x="716851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3" name="Standardized person 369: without endpoint">
            <a:extLst xmlns:a="http://schemas.openxmlformats.org/drawingml/2006/main">
              <a:ext uri="{FF2B5EF4-FFF2-40B4-BE49-F238E27FC236}">
                <a16:creationId xmlns:a16="http://schemas.microsoft.com/office/drawing/2014/main" id="{A1764434-229C-409E-9F36-84AEDBF754CF}"/>
              </a:ext>
            </a:extLst>
          </p:cNvPr>
          <p:cNvSpPr>
            <a:spLocks xmlns:a="http://schemas.openxmlformats.org/drawingml/2006/main" noGrp="1"/>
          </p:cNvSpPr>
          <p:nvPr/>
        </p:nvSpPr>
        <p:spPr>
          <a:xfrm xmlns:a="http://schemas.openxmlformats.org/drawingml/2006/main">
            <a:off x="729996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4" name="Standardized person 370: without endpoint">
            <a:extLst xmlns:a="http://schemas.openxmlformats.org/drawingml/2006/main">
              <a:ext uri="{FF2B5EF4-FFF2-40B4-BE49-F238E27FC236}">
                <a16:creationId xmlns:a16="http://schemas.microsoft.com/office/drawing/2014/main" id="{2363C1BC-4E55-4325-85C0-F6B2DB58CF40}"/>
              </a:ext>
            </a:extLst>
          </p:cNvPr>
          <p:cNvSpPr>
            <a:spLocks xmlns:a="http://schemas.openxmlformats.org/drawingml/2006/main" noGrp="1"/>
          </p:cNvSpPr>
          <p:nvPr/>
        </p:nvSpPr>
        <p:spPr>
          <a:xfrm xmlns:a="http://schemas.openxmlformats.org/drawingml/2006/main">
            <a:off x="743140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5" name="Standardized person 371: without endpoint">
            <a:extLst xmlns:a="http://schemas.openxmlformats.org/drawingml/2006/main">
              <a:ext uri="{FF2B5EF4-FFF2-40B4-BE49-F238E27FC236}">
                <a16:creationId xmlns:a16="http://schemas.microsoft.com/office/drawing/2014/main" id="{96965320-8CAD-47A5-A6FE-7D6B289A7A46}"/>
              </a:ext>
            </a:extLst>
          </p:cNvPr>
          <p:cNvSpPr>
            <a:spLocks xmlns:a="http://schemas.openxmlformats.org/drawingml/2006/main" noGrp="1"/>
          </p:cNvSpPr>
          <p:nvPr/>
        </p:nvSpPr>
        <p:spPr>
          <a:xfrm xmlns:a="http://schemas.openxmlformats.org/drawingml/2006/main">
            <a:off x="756285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6" name="Standardized person 372: without endpoint">
            <a:extLst xmlns:a="http://schemas.openxmlformats.org/drawingml/2006/main">
              <a:ext uri="{FF2B5EF4-FFF2-40B4-BE49-F238E27FC236}">
                <a16:creationId xmlns:a16="http://schemas.microsoft.com/office/drawing/2014/main" id="{3AA7389C-5779-4552-BFB8-9982D8ACE2E9}"/>
              </a:ext>
            </a:extLst>
          </p:cNvPr>
          <p:cNvSpPr>
            <a:spLocks xmlns:a="http://schemas.openxmlformats.org/drawingml/2006/main" noGrp="1"/>
          </p:cNvSpPr>
          <p:nvPr/>
        </p:nvSpPr>
        <p:spPr>
          <a:xfrm xmlns:a="http://schemas.openxmlformats.org/drawingml/2006/main">
            <a:off x="769429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7" name="Standardized person 373: without endpoint">
            <a:extLst xmlns:a="http://schemas.openxmlformats.org/drawingml/2006/main">
              <a:ext uri="{FF2B5EF4-FFF2-40B4-BE49-F238E27FC236}">
                <a16:creationId xmlns:a16="http://schemas.microsoft.com/office/drawing/2014/main" id="{A2B30F23-5A89-4A38-8370-799BA4E53625}"/>
              </a:ext>
            </a:extLst>
          </p:cNvPr>
          <p:cNvSpPr>
            <a:spLocks xmlns:a="http://schemas.openxmlformats.org/drawingml/2006/main" noGrp="1"/>
          </p:cNvSpPr>
          <p:nvPr/>
        </p:nvSpPr>
        <p:spPr>
          <a:xfrm xmlns:a="http://schemas.openxmlformats.org/drawingml/2006/main">
            <a:off x="782574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8" name="Standardized person 374: without endpoint">
            <a:extLst xmlns:a="http://schemas.openxmlformats.org/drawingml/2006/main">
              <a:ext uri="{FF2B5EF4-FFF2-40B4-BE49-F238E27FC236}">
                <a16:creationId xmlns:a16="http://schemas.microsoft.com/office/drawing/2014/main" id="{BDA27903-4749-4D10-88F0-A9C3C48C8EF9}"/>
              </a:ext>
            </a:extLst>
          </p:cNvPr>
          <p:cNvSpPr>
            <a:spLocks xmlns:a="http://schemas.openxmlformats.org/drawingml/2006/main" noGrp="1"/>
          </p:cNvSpPr>
          <p:nvPr/>
        </p:nvSpPr>
        <p:spPr>
          <a:xfrm xmlns:a="http://schemas.openxmlformats.org/drawingml/2006/main">
            <a:off x="795718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79" name="Standardized person 375: without endpoint">
            <a:extLst xmlns:a="http://schemas.openxmlformats.org/drawingml/2006/main">
              <a:ext uri="{FF2B5EF4-FFF2-40B4-BE49-F238E27FC236}">
                <a16:creationId xmlns:a16="http://schemas.microsoft.com/office/drawing/2014/main" id="{99333769-624F-4F7E-9CBD-A348BCCE7E79}"/>
              </a:ext>
            </a:extLst>
          </p:cNvPr>
          <p:cNvSpPr>
            <a:spLocks xmlns:a="http://schemas.openxmlformats.org/drawingml/2006/main" noGrp="1"/>
          </p:cNvSpPr>
          <p:nvPr/>
        </p:nvSpPr>
        <p:spPr>
          <a:xfrm xmlns:a="http://schemas.openxmlformats.org/drawingml/2006/main">
            <a:off x="808863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0" name="Standardized person 376: without endpoint">
            <a:extLst xmlns:a="http://schemas.openxmlformats.org/drawingml/2006/main">
              <a:ext uri="{FF2B5EF4-FFF2-40B4-BE49-F238E27FC236}">
                <a16:creationId xmlns:a16="http://schemas.microsoft.com/office/drawing/2014/main" id="{64C0AEA0-A5A4-46D9-B8B9-CF2166770357}"/>
              </a:ext>
            </a:extLst>
          </p:cNvPr>
          <p:cNvSpPr>
            <a:spLocks xmlns:a="http://schemas.openxmlformats.org/drawingml/2006/main" noGrp="1"/>
          </p:cNvSpPr>
          <p:nvPr/>
        </p:nvSpPr>
        <p:spPr>
          <a:xfrm xmlns:a="http://schemas.openxmlformats.org/drawingml/2006/main">
            <a:off x="822007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1" name="Standardized person 377: without endpoint">
            <a:extLst xmlns:a="http://schemas.openxmlformats.org/drawingml/2006/main">
              <a:ext uri="{FF2B5EF4-FFF2-40B4-BE49-F238E27FC236}">
                <a16:creationId xmlns:a16="http://schemas.microsoft.com/office/drawing/2014/main" id="{E4D603E7-7541-4611-AADC-1FC6DB9D0028}"/>
              </a:ext>
            </a:extLst>
          </p:cNvPr>
          <p:cNvSpPr>
            <a:spLocks xmlns:a="http://schemas.openxmlformats.org/drawingml/2006/main" noGrp="1"/>
          </p:cNvSpPr>
          <p:nvPr/>
        </p:nvSpPr>
        <p:spPr>
          <a:xfrm xmlns:a="http://schemas.openxmlformats.org/drawingml/2006/main">
            <a:off x="835152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2" name="Standardized person 378: without endpoint">
            <a:extLst xmlns:a="http://schemas.openxmlformats.org/drawingml/2006/main">
              <a:ext uri="{FF2B5EF4-FFF2-40B4-BE49-F238E27FC236}">
                <a16:creationId xmlns:a16="http://schemas.microsoft.com/office/drawing/2014/main" id="{9885B0FF-B173-4D2E-9B6C-23FA415B4F3A}"/>
              </a:ext>
            </a:extLst>
          </p:cNvPr>
          <p:cNvSpPr>
            <a:spLocks xmlns:a="http://schemas.openxmlformats.org/drawingml/2006/main" noGrp="1"/>
          </p:cNvSpPr>
          <p:nvPr/>
        </p:nvSpPr>
        <p:spPr>
          <a:xfrm xmlns:a="http://schemas.openxmlformats.org/drawingml/2006/main">
            <a:off x="848296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3" name="Standardized person 379: without endpoint">
            <a:extLst xmlns:a="http://schemas.openxmlformats.org/drawingml/2006/main">
              <a:ext uri="{FF2B5EF4-FFF2-40B4-BE49-F238E27FC236}">
                <a16:creationId xmlns:a16="http://schemas.microsoft.com/office/drawing/2014/main" id="{CD6808DC-4839-4121-9B0A-40044C8E217D}"/>
              </a:ext>
            </a:extLst>
          </p:cNvPr>
          <p:cNvSpPr>
            <a:spLocks xmlns:a="http://schemas.openxmlformats.org/drawingml/2006/main" noGrp="1"/>
          </p:cNvSpPr>
          <p:nvPr/>
        </p:nvSpPr>
        <p:spPr>
          <a:xfrm xmlns:a="http://schemas.openxmlformats.org/drawingml/2006/main">
            <a:off x="861441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4" name="Standardized person 380: without endpoint">
            <a:extLst xmlns:a="http://schemas.openxmlformats.org/drawingml/2006/main">
              <a:ext uri="{FF2B5EF4-FFF2-40B4-BE49-F238E27FC236}">
                <a16:creationId xmlns:a16="http://schemas.microsoft.com/office/drawing/2014/main" id="{5645E3EC-999F-4A26-94D1-FEB99560D699}"/>
              </a:ext>
            </a:extLst>
          </p:cNvPr>
          <p:cNvSpPr>
            <a:spLocks xmlns:a="http://schemas.openxmlformats.org/drawingml/2006/main" noGrp="1"/>
          </p:cNvSpPr>
          <p:nvPr/>
        </p:nvSpPr>
        <p:spPr>
          <a:xfrm xmlns:a="http://schemas.openxmlformats.org/drawingml/2006/main">
            <a:off x="874585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5" name="Standardized person 381: without endpoint">
            <a:extLst xmlns:a="http://schemas.openxmlformats.org/drawingml/2006/main">
              <a:ext uri="{FF2B5EF4-FFF2-40B4-BE49-F238E27FC236}">
                <a16:creationId xmlns:a16="http://schemas.microsoft.com/office/drawing/2014/main" id="{187EC629-7EAF-4F5C-BD5E-2D3CF09E2413}"/>
              </a:ext>
            </a:extLst>
          </p:cNvPr>
          <p:cNvSpPr>
            <a:spLocks xmlns:a="http://schemas.openxmlformats.org/drawingml/2006/main" noGrp="1"/>
          </p:cNvSpPr>
          <p:nvPr/>
        </p:nvSpPr>
        <p:spPr>
          <a:xfrm xmlns:a="http://schemas.openxmlformats.org/drawingml/2006/main">
            <a:off x="887730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6" name="Standardized person 382: without endpoint">
            <a:extLst xmlns:a="http://schemas.openxmlformats.org/drawingml/2006/main">
              <a:ext uri="{FF2B5EF4-FFF2-40B4-BE49-F238E27FC236}">
                <a16:creationId xmlns:a16="http://schemas.microsoft.com/office/drawing/2014/main" id="{F55BEA8E-898A-407F-82B7-913A751D3A46}"/>
              </a:ext>
            </a:extLst>
          </p:cNvPr>
          <p:cNvSpPr>
            <a:spLocks xmlns:a="http://schemas.openxmlformats.org/drawingml/2006/main" noGrp="1"/>
          </p:cNvSpPr>
          <p:nvPr/>
        </p:nvSpPr>
        <p:spPr>
          <a:xfrm xmlns:a="http://schemas.openxmlformats.org/drawingml/2006/main">
            <a:off x="900874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7" name="Standardized person 383: without endpoint">
            <a:extLst xmlns:a="http://schemas.openxmlformats.org/drawingml/2006/main">
              <a:ext uri="{FF2B5EF4-FFF2-40B4-BE49-F238E27FC236}">
                <a16:creationId xmlns:a16="http://schemas.microsoft.com/office/drawing/2014/main" id="{5A3072B6-3C55-4C9F-993E-ED2A48D9B555}"/>
              </a:ext>
            </a:extLst>
          </p:cNvPr>
          <p:cNvSpPr>
            <a:spLocks xmlns:a="http://schemas.openxmlformats.org/drawingml/2006/main" noGrp="1"/>
          </p:cNvSpPr>
          <p:nvPr/>
        </p:nvSpPr>
        <p:spPr>
          <a:xfrm xmlns:a="http://schemas.openxmlformats.org/drawingml/2006/main">
            <a:off x="914019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8" name="Standardized person 384: without endpoint">
            <a:extLst xmlns:a="http://schemas.openxmlformats.org/drawingml/2006/main">
              <a:ext uri="{FF2B5EF4-FFF2-40B4-BE49-F238E27FC236}">
                <a16:creationId xmlns:a16="http://schemas.microsoft.com/office/drawing/2014/main" id="{CC086BB3-E805-43D1-BCBE-1A583EFA7496}"/>
              </a:ext>
            </a:extLst>
          </p:cNvPr>
          <p:cNvSpPr>
            <a:spLocks xmlns:a="http://schemas.openxmlformats.org/drawingml/2006/main" noGrp="1"/>
          </p:cNvSpPr>
          <p:nvPr/>
        </p:nvSpPr>
        <p:spPr>
          <a:xfrm xmlns:a="http://schemas.openxmlformats.org/drawingml/2006/main">
            <a:off x="927163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89" name="Standardized person 385: without endpoint">
            <a:extLst xmlns:a="http://schemas.openxmlformats.org/drawingml/2006/main">
              <a:ext uri="{FF2B5EF4-FFF2-40B4-BE49-F238E27FC236}">
                <a16:creationId xmlns:a16="http://schemas.microsoft.com/office/drawing/2014/main" id="{B69E732B-752B-4580-8CCF-B5EDE987F26A}"/>
              </a:ext>
            </a:extLst>
          </p:cNvPr>
          <p:cNvSpPr>
            <a:spLocks xmlns:a="http://schemas.openxmlformats.org/drawingml/2006/main" noGrp="1"/>
          </p:cNvSpPr>
          <p:nvPr/>
        </p:nvSpPr>
        <p:spPr>
          <a:xfrm xmlns:a="http://schemas.openxmlformats.org/drawingml/2006/main">
            <a:off x="940308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0" name="Standardized person 386: without endpoint">
            <a:extLst xmlns:a="http://schemas.openxmlformats.org/drawingml/2006/main">
              <a:ext uri="{FF2B5EF4-FFF2-40B4-BE49-F238E27FC236}">
                <a16:creationId xmlns:a16="http://schemas.microsoft.com/office/drawing/2014/main" id="{68EE3CD4-3C85-416A-8236-E05FA298A389}"/>
              </a:ext>
            </a:extLst>
          </p:cNvPr>
          <p:cNvSpPr>
            <a:spLocks xmlns:a="http://schemas.openxmlformats.org/drawingml/2006/main" noGrp="1"/>
          </p:cNvSpPr>
          <p:nvPr/>
        </p:nvSpPr>
        <p:spPr>
          <a:xfrm xmlns:a="http://schemas.openxmlformats.org/drawingml/2006/main">
            <a:off x="953452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1" name="Standardized person 387: without endpoint">
            <a:extLst xmlns:a="http://schemas.openxmlformats.org/drawingml/2006/main">
              <a:ext uri="{FF2B5EF4-FFF2-40B4-BE49-F238E27FC236}">
                <a16:creationId xmlns:a16="http://schemas.microsoft.com/office/drawing/2014/main" id="{2F5690C0-34A5-4191-8280-27AF0B59358C}"/>
              </a:ext>
            </a:extLst>
          </p:cNvPr>
          <p:cNvSpPr>
            <a:spLocks xmlns:a="http://schemas.openxmlformats.org/drawingml/2006/main" noGrp="1"/>
          </p:cNvSpPr>
          <p:nvPr/>
        </p:nvSpPr>
        <p:spPr>
          <a:xfrm xmlns:a="http://schemas.openxmlformats.org/drawingml/2006/main">
            <a:off x="966597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2" name="Standardized person 388: without endpoint">
            <a:extLst xmlns:a="http://schemas.openxmlformats.org/drawingml/2006/main">
              <a:ext uri="{FF2B5EF4-FFF2-40B4-BE49-F238E27FC236}">
                <a16:creationId xmlns:a16="http://schemas.microsoft.com/office/drawing/2014/main" id="{268309DA-8FE3-40B4-9612-A7F0996D61F8}"/>
              </a:ext>
            </a:extLst>
          </p:cNvPr>
          <p:cNvSpPr>
            <a:spLocks xmlns:a="http://schemas.openxmlformats.org/drawingml/2006/main" noGrp="1"/>
          </p:cNvSpPr>
          <p:nvPr/>
        </p:nvSpPr>
        <p:spPr>
          <a:xfrm xmlns:a="http://schemas.openxmlformats.org/drawingml/2006/main">
            <a:off x="979741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3" name="Standardized person 389: without endpoint">
            <a:extLst xmlns:a="http://schemas.openxmlformats.org/drawingml/2006/main">
              <a:ext uri="{FF2B5EF4-FFF2-40B4-BE49-F238E27FC236}">
                <a16:creationId xmlns:a16="http://schemas.microsoft.com/office/drawing/2014/main" id="{C6BCD67D-DB80-4A51-A9C2-7924CD71C6A2}"/>
              </a:ext>
            </a:extLst>
          </p:cNvPr>
          <p:cNvSpPr>
            <a:spLocks xmlns:a="http://schemas.openxmlformats.org/drawingml/2006/main" noGrp="1"/>
          </p:cNvSpPr>
          <p:nvPr/>
        </p:nvSpPr>
        <p:spPr>
          <a:xfrm xmlns:a="http://schemas.openxmlformats.org/drawingml/2006/main">
            <a:off x="992886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4" name="Standardized person 390: without endpoint">
            <a:extLst xmlns:a="http://schemas.openxmlformats.org/drawingml/2006/main">
              <a:ext uri="{FF2B5EF4-FFF2-40B4-BE49-F238E27FC236}">
                <a16:creationId xmlns:a16="http://schemas.microsoft.com/office/drawing/2014/main" id="{0C77D949-FA4A-4C76-8103-355BA3424750}"/>
              </a:ext>
            </a:extLst>
          </p:cNvPr>
          <p:cNvSpPr>
            <a:spLocks xmlns:a="http://schemas.openxmlformats.org/drawingml/2006/main" noGrp="1"/>
          </p:cNvSpPr>
          <p:nvPr/>
        </p:nvSpPr>
        <p:spPr>
          <a:xfrm xmlns:a="http://schemas.openxmlformats.org/drawingml/2006/main">
            <a:off x="1006030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5" name="Standardized person 391: without endpoint">
            <a:extLst xmlns:a="http://schemas.openxmlformats.org/drawingml/2006/main">
              <a:ext uri="{FF2B5EF4-FFF2-40B4-BE49-F238E27FC236}">
                <a16:creationId xmlns:a16="http://schemas.microsoft.com/office/drawing/2014/main" id="{81828EC2-DEB9-4EEB-BF25-6E7E0E460ECB}"/>
              </a:ext>
            </a:extLst>
          </p:cNvPr>
          <p:cNvSpPr>
            <a:spLocks xmlns:a="http://schemas.openxmlformats.org/drawingml/2006/main" noGrp="1"/>
          </p:cNvSpPr>
          <p:nvPr/>
        </p:nvSpPr>
        <p:spPr>
          <a:xfrm xmlns:a="http://schemas.openxmlformats.org/drawingml/2006/main">
            <a:off x="1019175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6" name="Standardized person 392: without endpoint">
            <a:extLst xmlns:a="http://schemas.openxmlformats.org/drawingml/2006/main">
              <a:ext uri="{FF2B5EF4-FFF2-40B4-BE49-F238E27FC236}">
                <a16:creationId xmlns:a16="http://schemas.microsoft.com/office/drawing/2014/main" id="{F71427FF-FF42-48F5-9CA8-E60286F8D17F}"/>
              </a:ext>
            </a:extLst>
          </p:cNvPr>
          <p:cNvSpPr>
            <a:spLocks xmlns:a="http://schemas.openxmlformats.org/drawingml/2006/main" noGrp="1"/>
          </p:cNvSpPr>
          <p:nvPr/>
        </p:nvSpPr>
        <p:spPr>
          <a:xfrm xmlns:a="http://schemas.openxmlformats.org/drawingml/2006/main">
            <a:off x="1032319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7" name="Standardized person 393: without endpoint">
            <a:extLst xmlns:a="http://schemas.openxmlformats.org/drawingml/2006/main">
              <a:ext uri="{FF2B5EF4-FFF2-40B4-BE49-F238E27FC236}">
                <a16:creationId xmlns:a16="http://schemas.microsoft.com/office/drawing/2014/main" id="{8E781BA5-0494-4B13-9E41-49EFAD69E528}"/>
              </a:ext>
            </a:extLst>
          </p:cNvPr>
          <p:cNvSpPr>
            <a:spLocks xmlns:a="http://schemas.openxmlformats.org/drawingml/2006/main" noGrp="1"/>
          </p:cNvSpPr>
          <p:nvPr/>
        </p:nvSpPr>
        <p:spPr>
          <a:xfrm xmlns:a="http://schemas.openxmlformats.org/drawingml/2006/main">
            <a:off x="1045464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8" name="Standardized person 394: without endpoint">
            <a:extLst xmlns:a="http://schemas.openxmlformats.org/drawingml/2006/main">
              <a:ext uri="{FF2B5EF4-FFF2-40B4-BE49-F238E27FC236}">
                <a16:creationId xmlns:a16="http://schemas.microsoft.com/office/drawing/2014/main" id="{514E3388-30AB-4BC6-B6E4-23143C1AD0CD}"/>
              </a:ext>
            </a:extLst>
          </p:cNvPr>
          <p:cNvSpPr>
            <a:spLocks xmlns:a="http://schemas.openxmlformats.org/drawingml/2006/main" noGrp="1"/>
          </p:cNvSpPr>
          <p:nvPr/>
        </p:nvSpPr>
        <p:spPr>
          <a:xfrm xmlns:a="http://schemas.openxmlformats.org/drawingml/2006/main">
            <a:off x="1058608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399" name="Standardized person 395: without endpoint">
            <a:extLst xmlns:a="http://schemas.openxmlformats.org/drawingml/2006/main">
              <a:ext uri="{FF2B5EF4-FFF2-40B4-BE49-F238E27FC236}">
                <a16:creationId xmlns:a16="http://schemas.microsoft.com/office/drawing/2014/main" id="{8EA4A592-AE22-483C-A4D1-1B48EDBAF531}"/>
              </a:ext>
            </a:extLst>
          </p:cNvPr>
          <p:cNvSpPr>
            <a:spLocks xmlns:a="http://schemas.openxmlformats.org/drawingml/2006/main" noGrp="1"/>
          </p:cNvSpPr>
          <p:nvPr/>
        </p:nvSpPr>
        <p:spPr>
          <a:xfrm xmlns:a="http://schemas.openxmlformats.org/drawingml/2006/main">
            <a:off x="1071753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0" name="Standardized person 396: without endpoint">
            <a:extLst xmlns:a="http://schemas.openxmlformats.org/drawingml/2006/main">
              <a:ext uri="{FF2B5EF4-FFF2-40B4-BE49-F238E27FC236}">
                <a16:creationId xmlns:a16="http://schemas.microsoft.com/office/drawing/2014/main" id="{8FC34CC4-CADF-4481-8E3C-4910ACA43282}"/>
              </a:ext>
            </a:extLst>
          </p:cNvPr>
          <p:cNvSpPr>
            <a:spLocks xmlns:a="http://schemas.openxmlformats.org/drawingml/2006/main" noGrp="1"/>
          </p:cNvSpPr>
          <p:nvPr/>
        </p:nvSpPr>
        <p:spPr>
          <a:xfrm xmlns:a="http://schemas.openxmlformats.org/drawingml/2006/main">
            <a:off x="1084897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1" name="Standardized person 397: without endpoint">
            <a:extLst xmlns:a="http://schemas.openxmlformats.org/drawingml/2006/main">
              <a:ext uri="{FF2B5EF4-FFF2-40B4-BE49-F238E27FC236}">
                <a16:creationId xmlns:a16="http://schemas.microsoft.com/office/drawing/2014/main" id="{E00C9DFE-0BCF-48E6-89B0-EFD55407FEC8}"/>
              </a:ext>
            </a:extLst>
          </p:cNvPr>
          <p:cNvSpPr>
            <a:spLocks xmlns:a="http://schemas.openxmlformats.org/drawingml/2006/main" noGrp="1"/>
          </p:cNvSpPr>
          <p:nvPr/>
        </p:nvSpPr>
        <p:spPr>
          <a:xfrm xmlns:a="http://schemas.openxmlformats.org/drawingml/2006/main">
            <a:off x="1098042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2" name="Standardized person 398: without endpoint">
            <a:extLst xmlns:a="http://schemas.openxmlformats.org/drawingml/2006/main">
              <a:ext uri="{FF2B5EF4-FFF2-40B4-BE49-F238E27FC236}">
                <a16:creationId xmlns:a16="http://schemas.microsoft.com/office/drawing/2014/main" id="{152F764A-AD5E-4D6B-AE92-F2389CD45837}"/>
              </a:ext>
            </a:extLst>
          </p:cNvPr>
          <p:cNvSpPr>
            <a:spLocks xmlns:a="http://schemas.openxmlformats.org/drawingml/2006/main" noGrp="1"/>
          </p:cNvSpPr>
          <p:nvPr/>
        </p:nvSpPr>
        <p:spPr>
          <a:xfrm xmlns:a="http://schemas.openxmlformats.org/drawingml/2006/main">
            <a:off x="1111186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3" name="Standardized person 399: without endpoint">
            <a:extLst xmlns:a="http://schemas.openxmlformats.org/drawingml/2006/main">
              <a:ext uri="{FF2B5EF4-FFF2-40B4-BE49-F238E27FC236}">
                <a16:creationId xmlns:a16="http://schemas.microsoft.com/office/drawing/2014/main" id="{87330A1D-B25C-456D-B847-0B930752257E}"/>
              </a:ext>
            </a:extLst>
          </p:cNvPr>
          <p:cNvSpPr>
            <a:spLocks xmlns:a="http://schemas.openxmlformats.org/drawingml/2006/main" noGrp="1"/>
          </p:cNvSpPr>
          <p:nvPr/>
        </p:nvSpPr>
        <p:spPr>
          <a:xfrm xmlns:a="http://schemas.openxmlformats.org/drawingml/2006/main">
            <a:off x="11243310"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4" name="Standardized person 400: without endpoint">
            <a:extLst xmlns:a="http://schemas.openxmlformats.org/drawingml/2006/main">
              <a:ext uri="{FF2B5EF4-FFF2-40B4-BE49-F238E27FC236}">
                <a16:creationId xmlns:a16="http://schemas.microsoft.com/office/drawing/2014/main" id="{617876BA-3F7C-4BB6-BB82-C3FF5E7E5266}"/>
              </a:ext>
            </a:extLst>
          </p:cNvPr>
          <p:cNvSpPr>
            <a:spLocks xmlns:a="http://schemas.openxmlformats.org/drawingml/2006/main" noGrp="1"/>
          </p:cNvSpPr>
          <p:nvPr/>
        </p:nvSpPr>
        <p:spPr>
          <a:xfrm xmlns:a="http://schemas.openxmlformats.org/drawingml/2006/main">
            <a:off x="11374755" y="358063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5" name="Standardized person 401: without endpoint">
            <a:extLst xmlns:a="http://schemas.openxmlformats.org/drawingml/2006/main">
              <a:ext uri="{FF2B5EF4-FFF2-40B4-BE49-F238E27FC236}">
                <a16:creationId xmlns:a16="http://schemas.microsoft.com/office/drawing/2014/main" id="{CE730C38-1547-4D26-B03A-D97FD18C5857}"/>
              </a:ext>
            </a:extLst>
          </p:cNvPr>
          <p:cNvSpPr>
            <a:spLocks xmlns:a="http://schemas.openxmlformats.org/drawingml/2006/main" noGrp="1"/>
          </p:cNvSpPr>
          <p:nvPr/>
        </p:nvSpPr>
        <p:spPr>
          <a:xfrm xmlns:a="http://schemas.openxmlformats.org/drawingml/2006/main">
            <a:off x="624840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6" name="Standardized person 402: without endpoint">
            <a:extLst xmlns:a="http://schemas.openxmlformats.org/drawingml/2006/main">
              <a:ext uri="{FF2B5EF4-FFF2-40B4-BE49-F238E27FC236}">
                <a16:creationId xmlns:a16="http://schemas.microsoft.com/office/drawing/2014/main" id="{7A845272-89DC-48FF-84CF-593E4D895DDC}"/>
              </a:ext>
            </a:extLst>
          </p:cNvPr>
          <p:cNvSpPr>
            <a:spLocks xmlns:a="http://schemas.openxmlformats.org/drawingml/2006/main" noGrp="1"/>
          </p:cNvSpPr>
          <p:nvPr/>
        </p:nvSpPr>
        <p:spPr>
          <a:xfrm xmlns:a="http://schemas.openxmlformats.org/drawingml/2006/main">
            <a:off x="637984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7" name="Standardized person 403: without endpoint">
            <a:extLst xmlns:a="http://schemas.openxmlformats.org/drawingml/2006/main">
              <a:ext uri="{FF2B5EF4-FFF2-40B4-BE49-F238E27FC236}">
                <a16:creationId xmlns:a16="http://schemas.microsoft.com/office/drawing/2014/main" id="{166DDCB4-09F5-4AE2-A5A5-1A7A2E08CC87}"/>
              </a:ext>
            </a:extLst>
          </p:cNvPr>
          <p:cNvSpPr>
            <a:spLocks xmlns:a="http://schemas.openxmlformats.org/drawingml/2006/main" noGrp="1"/>
          </p:cNvSpPr>
          <p:nvPr/>
        </p:nvSpPr>
        <p:spPr>
          <a:xfrm xmlns:a="http://schemas.openxmlformats.org/drawingml/2006/main">
            <a:off x="651129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8" name="Standardized person 404: without endpoint">
            <a:extLst xmlns:a="http://schemas.openxmlformats.org/drawingml/2006/main">
              <a:ext uri="{FF2B5EF4-FFF2-40B4-BE49-F238E27FC236}">
                <a16:creationId xmlns:a16="http://schemas.microsoft.com/office/drawing/2014/main" id="{BCD3BBD1-6B5E-4504-97D7-E01EAA5D2503}"/>
              </a:ext>
            </a:extLst>
          </p:cNvPr>
          <p:cNvSpPr>
            <a:spLocks xmlns:a="http://schemas.openxmlformats.org/drawingml/2006/main" noGrp="1"/>
          </p:cNvSpPr>
          <p:nvPr/>
        </p:nvSpPr>
        <p:spPr>
          <a:xfrm xmlns:a="http://schemas.openxmlformats.org/drawingml/2006/main">
            <a:off x="664273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09" name="Standardized person 405: without endpoint">
            <a:extLst xmlns:a="http://schemas.openxmlformats.org/drawingml/2006/main">
              <a:ext uri="{FF2B5EF4-FFF2-40B4-BE49-F238E27FC236}">
                <a16:creationId xmlns:a16="http://schemas.microsoft.com/office/drawing/2014/main" id="{A11FB308-215A-4C7F-A55D-03EAA204E8F4}"/>
              </a:ext>
            </a:extLst>
          </p:cNvPr>
          <p:cNvSpPr>
            <a:spLocks xmlns:a="http://schemas.openxmlformats.org/drawingml/2006/main" noGrp="1"/>
          </p:cNvSpPr>
          <p:nvPr/>
        </p:nvSpPr>
        <p:spPr>
          <a:xfrm xmlns:a="http://schemas.openxmlformats.org/drawingml/2006/main">
            <a:off x="677418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0" name="Standardized person 406: without endpoint">
            <a:extLst xmlns:a="http://schemas.openxmlformats.org/drawingml/2006/main">
              <a:ext uri="{FF2B5EF4-FFF2-40B4-BE49-F238E27FC236}">
                <a16:creationId xmlns:a16="http://schemas.microsoft.com/office/drawing/2014/main" id="{D27D87E9-E39D-4CAF-B9D4-561A3D19BB62}"/>
              </a:ext>
            </a:extLst>
          </p:cNvPr>
          <p:cNvSpPr>
            <a:spLocks xmlns:a="http://schemas.openxmlformats.org/drawingml/2006/main" noGrp="1"/>
          </p:cNvSpPr>
          <p:nvPr/>
        </p:nvSpPr>
        <p:spPr>
          <a:xfrm xmlns:a="http://schemas.openxmlformats.org/drawingml/2006/main">
            <a:off x="690562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1" name="Standardized person 407: without endpoint">
            <a:extLst xmlns:a="http://schemas.openxmlformats.org/drawingml/2006/main">
              <a:ext uri="{FF2B5EF4-FFF2-40B4-BE49-F238E27FC236}">
                <a16:creationId xmlns:a16="http://schemas.microsoft.com/office/drawing/2014/main" id="{B217EA0A-33E9-4C0F-B0F5-173049D01672}"/>
              </a:ext>
            </a:extLst>
          </p:cNvPr>
          <p:cNvSpPr>
            <a:spLocks xmlns:a="http://schemas.openxmlformats.org/drawingml/2006/main" noGrp="1"/>
          </p:cNvSpPr>
          <p:nvPr/>
        </p:nvSpPr>
        <p:spPr>
          <a:xfrm xmlns:a="http://schemas.openxmlformats.org/drawingml/2006/main">
            <a:off x="703707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2" name="Standardized person 408: without endpoint">
            <a:extLst xmlns:a="http://schemas.openxmlformats.org/drawingml/2006/main">
              <a:ext uri="{FF2B5EF4-FFF2-40B4-BE49-F238E27FC236}">
                <a16:creationId xmlns:a16="http://schemas.microsoft.com/office/drawing/2014/main" id="{FA035D98-C165-4556-A957-402E5867E196}"/>
              </a:ext>
            </a:extLst>
          </p:cNvPr>
          <p:cNvSpPr>
            <a:spLocks xmlns:a="http://schemas.openxmlformats.org/drawingml/2006/main" noGrp="1"/>
          </p:cNvSpPr>
          <p:nvPr/>
        </p:nvSpPr>
        <p:spPr>
          <a:xfrm xmlns:a="http://schemas.openxmlformats.org/drawingml/2006/main">
            <a:off x="716851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3" name="Standardized person 409: without endpoint">
            <a:extLst xmlns:a="http://schemas.openxmlformats.org/drawingml/2006/main">
              <a:ext uri="{FF2B5EF4-FFF2-40B4-BE49-F238E27FC236}">
                <a16:creationId xmlns:a16="http://schemas.microsoft.com/office/drawing/2014/main" id="{B6D97545-E0C7-4051-B2AB-C13A50C8C05C}"/>
              </a:ext>
            </a:extLst>
          </p:cNvPr>
          <p:cNvSpPr>
            <a:spLocks xmlns:a="http://schemas.openxmlformats.org/drawingml/2006/main" noGrp="1"/>
          </p:cNvSpPr>
          <p:nvPr/>
        </p:nvSpPr>
        <p:spPr>
          <a:xfrm xmlns:a="http://schemas.openxmlformats.org/drawingml/2006/main">
            <a:off x="729996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4" name="Standardized person 410: without endpoint">
            <a:extLst xmlns:a="http://schemas.openxmlformats.org/drawingml/2006/main">
              <a:ext uri="{FF2B5EF4-FFF2-40B4-BE49-F238E27FC236}">
                <a16:creationId xmlns:a16="http://schemas.microsoft.com/office/drawing/2014/main" id="{85F31177-1573-44FC-B604-345FCC9813C4}"/>
              </a:ext>
            </a:extLst>
          </p:cNvPr>
          <p:cNvSpPr>
            <a:spLocks xmlns:a="http://schemas.openxmlformats.org/drawingml/2006/main" noGrp="1"/>
          </p:cNvSpPr>
          <p:nvPr/>
        </p:nvSpPr>
        <p:spPr>
          <a:xfrm xmlns:a="http://schemas.openxmlformats.org/drawingml/2006/main">
            <a:off x="743140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5" name="Standardized person 411: without endpoint">
            <a:extLst xmlns:a="http://schemas.openxmlformats.org/drawingml/2006/main">
              <a:ext uri="{FF2B5EF4-FFF2-40B4-BE49-F238E27FC236}">
                <a16:creationId xmlns:a16="http://schemas.microsoft.com/office/drawing/2014/main" id="{5BC17E6A-B5A3-446E-9967-7C35B10FB208}"/>
              </a:ext>
            </a:extLst>
          </p:cNvPr>
          <p:cNvSpPr>
            <a:spLocks xmlns:a="http://schemas.openxmlformats.org/drawingml/2006/main" noGrp="1"/>
          </p:cNvSpPr>
          <p:nvPr/>
        </p:nvSpPr>
        <p:spPr>
          <a:xfrm xmlns:a="http://schemas.openxmlformats.org/drawingml/2006/main">
            <a:off x="756285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6" name="Standardized person 412: without endpoint">
            <a:extLst xmlns:a="http://schemas.openxmlformats.org/drawingml/2006/main">
              <a:ext uri="{FF2B5EF4-FFF2-40B4-BE49-F238E27FC236}">
                <a16:creationId xmlns:a16="http://schemas.microsoft.com/office/drawing/2014/main" id="{EC6ED53D-DBBB-417B-92E1-3D0149D1AA28}"/>
              </a:ext>
            </a:extLst>
          </p:cNvPr>
          <p:cNvSpPr>
            <a:spLocks xmlns:a="http://schemas.openxmlformats.org/drawingml/2006/main" noGrp="1"/>
          </p:cNvSpPr>
          <p:nvPr/>
        </p:nvSpPr>
        <p:spPr>
          <a:xfrm xmlns:a="http://schemas.openxmlformats.org/drawingml/2006/main">
            <a:off x="769429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7" name="Standardized person 413: without endpoint">
            <a:extLst xmlns:a="http://schemas.openxmlformats.org/drawingml/2006/main">
              <a:ext uri="{FF2B5EF4-FFF2-40B4-BE49-F238E27FC236}">
                <a16:creationId xmlns:a16="http://schemas.microsoft.com/office/drawing/2014/main" id="{8160C4B9-711C-46B5-AE8C-8FF48C36EB14}"/>
              </a:ext>
            </a:extLst>
          </p:cNvPr>
          <p:cNvSpPr>
            <a:spLocks xmlns:a="http://schemas.openxmlformats.org/drawingml/2006/main" noGrp="1"/>
          </p:cNvSpPr>
          <p:nvPr/>
        </p:nvSpPr>
        <p:spPr>
          <a:xfrm xmlns:a="http://schemas.openxmlformats.org/drawingml/2006/main">
            <a:off x="782574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8" name="Standardized person 414: without endpoint">
            <a:extLst xmlns:a="http://schemas.openxmlformats.org/drawingml/2006/main">
              <a:ext uri="{FF2B5EF4-FFF2-40B4-BE49-F238E27FC236}">
                <a16:creationId xmlns:a16="http://schemas.microsoft.com/office/drawing/2014/main" id="{B0000EFD-97CC-4384-BFA5-98397BC13C5C}"/>
              </a:ext>
            </a:extLst>
          </p:cNvPr>
          <p:cNvSpPr>
            <a:spLocks xmlns:a="http://schemas.openxmlformats.org/drawingml/2006/main" noGrp="1"/>
          </p:cNvSpPr>
          <p:nvPr/>
        </p:nvSpPr>
        <p:spPr>
          <a:xfrm xmlns:a="http://schemas.openxmlformats.org/drawingml/2006/main">
            <a:off x="795718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19" name="Standardized person 415: without endpoint">
            <a:extLst xmlns:a="http://schemas.openxmlformats.org/drawingml/2006/main">
              <a:ext uri="{FF2B5EF4-FFF2-40B4-BE49-F238E27FC236}">
                <a16:creationId xmlns:a16="http://schemas.microsoft.com/office/drawing/2014/main" id="{C1F1B996-C669-4F1B-9DDE-D1A615563DB1}"/>
              </a:ext>
            </a:extLst>
          </p:cNvPr>
          <p:cNvSpPr>
            <a:spLocks xmlns:a="http://schemas.openxmlformats.org/drawingml/2006/main" noGrp="1"/>
          </p:cNvSpPr>
          <p:nvPr/>
        </p:nvSpPr>
        <p:spPr>
          <a:xfrm xmlns:a="http://schemas.openxmlformats.org/drawingml/2006/main">
            <a:off x="808863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0" name="Standardized person 416: without endpoint">
            <a:extLst xmlns:a="http://schemas.openxmlformats.org/drawingml/2006/main">
              <a:ext uri="{FF2B5EF4-FFF2-40B4-BE49-F238E27FC236}">
                <a16:creationId xmlns:a16="http://schemas.microsoft.com/office/drawing/2014/main" id="{78FA2855-662B-4087-9B2A-58E61451A1E2}"/>
              </a:ext>
            </a:extLst>
          </p:cNvPr>
          <p:cNvSpPr>
            <a:spLocks xmlns:a="http://schemas.openxmlformats.org/drawingml/2006/main" noGrp="1"/>
          </p:cNvSpPr>
          <p:nvPr/>
        </p:nvSpPr>
        <p:spPr>
          <a:xfrm xmlns:a="http://schemas.openxmlformats.org/drawingml/2006/main">
            <a:off x="822007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1" name="Standardized person 417: without endpoint">
            <a:extLst xmlns:a="http://schemas.openxmlformats.org/drawingml/2006/main">
              <a:ext uri="{FF2B5EF4-FFF2-40B4-BE49-F238E27FC236}">
                <a16:creationId xmlns:a16="http://schemas.microsoft.com/office/drawing/2014/main" id="{D9C23CCD-8926-4B87-A80F-9B0FBAF4CB70}"/>
              </a:ext>
            </a:extLst>
          </p:cNvPr>
          <p:cNvSpPr>
            <a:spLocks xmlns:a="http://schemas.openxmlformats.org/drawingml/2006/main" noGrp="1"/>
          </p:cNvSpPr>
          <p:nvPr/>
        </p:nvSpPr>
        <p:spPr>
          <a:xfrm xmlns:a="http://schemas.openxmlformats.org/drawingml/2006/main">
            <a:off x="835152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2" name="Standardized person 418: without endpoint">
            <a:extLst xmlns:a="http://schemas.openxmlformats.org/drawingml/2006/main">
              <a:ext uri="{FF2B5EF4-FFF2-40B4-BE49-F238E27FC236}">
                <a16:creationId xmlns:a16="http://schemas.microsoft.com/office/drawing/2014/main" id="{01ECCA92-7B36-4F17-BDE9-0911C8CB4C19}"/>
              </a:ext>
            </a:extLst>
          </p:cNvPr>
          <p:cNvSpPr>
            <a:spLocks xmlns:a="http://schemas.openxmlformats.org/drawingml/2006/main" noGrp="1"/>
          </p:cNvSpPr>
          <p:nvPr/>
        </p:nvSpPr>
        <p:spPr>
          <a:xfrm xmlns:a="http://schemas.openxmlformats.org/drawingml/2006/main">
            <a:off x="848296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3" name="Standardized person 419: without endpoint">
            <a:extLst xmlns:a="http://schemas.openxmlformats.org/drawingml/2006/main">
              <a:ext uri="{FF2B5EF4-FFF2-40B4-BE49-F238E27FC236}">
                <a16:creationId xmlns:a16="http://schemas.microsoft.com/office/drawing/2014/main" id="{3706B8EF-3990-4D7B-9F14-3F75125DBC5E}"/>
              </a:ext>
            </a:extLst>
          </p:cNvPr>
          <p:cNvSpPr>
            <a:spLocks xmlns:a="http://schemas.openxmlformats.org/drawingml/2006/main" noGrp="1"/>
          </p:cNvSpPr>
          <p:nvPr/>
        </p:nvSpPr>
        <p:spPr>
          <a:xfrm xmlns:a="http://schemas.openxmlformats.org/drawingml/2006/main">
            <a:off x="861441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4" name="Standardized person 420: without endpoint">
            <a:extLst xmlns:a="http://schemas.openxmlformats.org/drawingml/2006/main">
              <a:ext uri="{FF2B5EF4-FFF2-40B4-BE49-F238E27FC236}">
                <a16:creationId xmlns:a16="http://schemas.microsoft.com/office/drawing/2014/main" id="{26E0D7D2-D7A0-458B-B7A6-9958CC583B59}"/>
              </a:ext>
            </a:extLst>
          </p:cNvPr>
          <p:cNvSpPr>
            <a:spLocks xmlns:a="http://schemas.openxmlformats.org/drawingml/2006/main" noGrp="1"/>
          </p:cNvSpPr>
          <p:nvPr/>
        </p:nvSpPr>
        <p:spPr>
          <a:xfrm xmlns:a="http://schemas.openxmlformats.org/drawingml/2006/main">
            <a:off x="874585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5" name="Standardized person 421: without endpoint">
            <a:extLst xmlns:a="http://schemas.openxmlformats.org/drawingml/2006/main">
              <a:ext uri="{FF2B5EF4-FFF2-40B4-BE49-F238E27FC236}">
                <a16:creationId xmlns:a16="http://schemas.microsoft.com/office/drawing/2014/main" id="{9D208622-8160-4C8A-B03D-DF30524F1B2A}"/>
              </a:ext>
            </a:extLst>
          </p:cNvPr>
          <p:cNvSpPr>
            <a:spLocks xmlns:a="http://schemas.openxmlformats.org/drawingml/2006/main" noGrp="1"/>
          </p:cNvSpPr>
          <p:nvPr/>
        </p:nvSpPr>
        <p:spPr>
          <a:xfrm xmlns:a="http://schemas.openxmlformats.org/drawingml/2006/main">
            <a:off x="887730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6" name="Standardized person 422: without endpoint">
            <a:extLst xmlns:a="http://schemas.openxmlformats.org/drawingml/2006/main">
              <a:ext uri="{FF2B5EF4-FFF2-40B4-BE49-F238E27FC236}">
                <a16:creationId xmlns:a16="http://schemas.microsoft.com/office/drawing/2014/main" id="{878EAD25-6BE7-4F60-924E-3EFA429F8C31}"/>
              </a:ext>
            </a:extLst>
          </p:cNvPr>
          <p:cNvSpPr>
            <a:spLocks xmlns:a="http://schemas.openxmlformats.org/drawingml/2006/main" noGrp="1"/>
          </p:cNvSpPr>
          <p:nvPr/>
        </p:nvSpPr>
        <p:spPr>
          <a:xfrm xmlns:a="http://schemas.openxmlformats.org/drawingml/2006/main">
            <a:off x="900874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7" name="Standardized person 423: without endpoint">
            <a:extLst xmlns:a="http://schemas.openxmlformats.org/drawingml/2006/main">
              <a:ext uri="{FF2B5EF4-FFF2-40B4-BE49-F238E27FC236}">
                <a16:creationId xmlns:a16="http://schemas.microsoft.com/office/drawing/2014/main" id="{2C9BE4AA-5E84-4EDA-AC92-907C41EC162D}"/>
              </a:ext>
            </a:extLst>
          </p:cNvPr>
          <p:cNvSpPr>
            <a:spLocks xmlns:a="http://schemas.openxmlformats.org/drawingml/2006/main" noGrp="1"/>
          </p:cNvSpPr>
          <p:nvPr/>
        </p:nvSpPr>
        <p:spPr>
          <a:xfrm xmlns:a="http://schemas.openxmlformats.org/drawingml/2006/main">
            <a:off x="914019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8" name="Standardized person 424: without endpoint">
            <a:extLst xmlns:a="http://schemas.openxmlformats.org/drawingml/2006/main">
              <a:ext uri="{FF2B5EF4-FFF2-40B4-BE49-F238E27FC236}">
                <a16:creationId xmlns:a16="http://schemas.microsoft.com/office/drawing/2014/main" id="{531AEA54-564F-4A2B-AD1E-8241A2930CA6}"/>
              </a:ext>
            </a:extLst>
          </p:cNvPr>
          <p:cNvSpPr>
            <a:spLocks xmlns:a="http://schemas.openxmlformats.org/drawingml/2006/main" noGrp="1"/>
          </p:cNvSpPr>
          <p:nvPr/>
        </p:nvSpPr>
        <p:spPr>
          <a:xfrm xmlns:a="http://schemas.openxmlformats.org/drawingml/2006/main">
            <a:off x="927163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29" name="Standardized person 425: without endpoint">
            <a:extLst xmlns:a="http://schemas.openxmlformats.org/drawingml/2006/main">
              <a:ext uri="{FF2B5EF4-FFF2-40B4-BE49-F238E27FC236}">
                <a16:creationId xmlns:a16="http://schemas.microsoft.com/office/drawing/2014/main" id="{DF53EECC-7611-4C33-8251-6A0366C4D8A9}"/>
              </a:ext>
            </a:extLst>
          </p:cNvPr>
          <p:cNvSpPr>
            <a:spLocks xmlns:a="http://schemas.openxmlformats.org/drawingml/2006/main" noGrp="1"/>
          </p:cNvSpPr>
          <p:nvPr/>
        </p:nvSpPr>
        <p:spPr>
          <a:xfrm xmlns:a="http://schemas.openxmlformats.org/drawingml/2006/main">
            <a:off x="940308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0" name="Standardized person 426: without endpoint">
            <a:extLst xmlns:a="http://schemas.openxmlformats.org/drawingml/2006/main">
              <a:ext uri="{FF2B5EF4-FFF2-40B4-BE49-F238E27FC236}">
                <a16:creationId xmlns:a16="http://schemas.microsoft.com/office/drawing/2014/main" id="{5E0B8BAD-C2A1-4DD8-B014-C6B67181EE4D}"/>
              </a:ext>
            </a:extLst>
          </p:cNvPr>
          <p:cNvSpPr>
            <a:spLocks xmlns:a="http://schemas.openxmlformats.org/drawingml/2006/main" noGrp="1"/>
          </p:cNvSpPr>
          <p:nvPr/>
        </p:nvSpPr>
        <p:spPr>
          <a:xfrm xmlns:a="http://schemas.openxmlformats.org/drawingml/2006/main">
            <a:off x="953452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1" name="Standardized person 427: without endpoint">
            <a:extLst xmlns:a="http://schemas.openxmlformats.org/drawingml/2006/main">
              <a:ext uri="{FF2B5EF4-FFF2-40B4-BE49-F238E27FC236}">
                <a16:creationId xmlns:a16="http://schemas.microsoft.com/office/drawing/2014/main" id="{C60B3783-EC62-4A83-AFDB-330E4AD81310}"/>
              </a:ext>
            </a:extLst>
          </p:cNvPr>
          <p:cNvSpPr>
            <a:spLocks xmlns:a="http://schemas.openxmlformats.org/drawingml/2006/main" noGrp="1"/>
          </p:cNvSpPr>
          <p:nvPr/>
        </p:nvSpPr>
        <p:spPr>
          <a:xfrm xmlns:a="http://schemas.openxmlformats.org/drawingml/2006/main">
            <a:off x="966597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2" name="Standardized person 428: without endpoint">
            <a:extLst xmlns:a="http://schemas.openxmlformats.org/drawingml/2006/main">
              <a:ext uri="{FF2B5EF4-FFF2-40B4-BE49-F238E27FC236}">
                <a16:creationId xmlns:a16="http://schemas.microsoft.com/office/drawing/2014/main" id="{B6B7AD98-B2B4-423A-A809-BC8A897757CC}"/>
              </a:ext>
            </a:extLst>
          </p:cNvPr>
          <p:cNvSpPr>
            <a:spLocks xmlns:a="http://schemas.openxmlformats.org/drawingml/2006/main" noGrp="1"/>
          </p:cNvSpPr>
          <p:nvPr/>
        </p:nvSpPr>
        <p:spPr>
          <a:xfrm xmlns:a="http://schemas.openxmlformats.org/drawingml/2006/main">
            <a:off x="979741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3" name="Standardized person 429: without endpoint">
            <a:extLst xmlns:a="http://schemas.openxmlformats.org/drawingml/2006/main">
              <a:ext uri="{FF2B5EF4-FFF2-40B4-BE49-F238E27FC236}">
                <a16:creationId xmlns:a16="http://schemas.microsoft.com/office/drawing/2014/main" id="{6BA24470-8028-4A99-8D72-A811999804A0}"/>
              </a:ext>
            </a:extLst>
          </p:cNvPr>
          <p:cNvSpPr>
            <a:spLocks xmlns:a="http://schemas.openxmlformats.org/drawingml/2006/main" noGrp="1"/>
          </p:cNvSpPr>
          <p:nvPr/>
        </p:nvSpPr>
        <p:spPr>
          <a:xfrm xmlns:a="http://schemas.openxmlformats.org/drawingml/2006/main">
            <a:off x="992886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4" name="Standardized person 430: without endpoint">
            <a:extLst xmlns:a="http://schemas.openxmlformats.org/drawingml/2006/main">
              <a:ext uri="{FF2B5EF4-FFF2-40B4-BE49-F238E27FC236}">
                <a16:creationId xmlns:a16="http://schemas.microsoft.com/office/drawing/2014/main" id="{AC80EEC8-5196-47BD-9331-549A1A71E3A5}"/>
              </a:ext>
            </a:extLst>
          </p:cNvPr>
          <p:cNvSpPr>
            <a:spLocks xmlns:a="http://schemas.openxmlformats.org/drawingml/2006/main" noGrp="1"/>
          </p:cNvSpPr>
          <p:nvPr/>
        </p:nvSpPr>
        <p:spPr>
          <a:xfrm xmlns:a="http://schemas.openxmlformats.org/drawingml/2006/main">
            <a:off x="1006030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5" name="Standardized person 431: without endpoint">
            <a:extLst xmlns:a="http://schemas.openxmlformats.org/drawingml/2006/main">
              <a:ext uri="{FF2B5EF4-FFF2-40B4-BE49-F238E27FC236}">
                <a16:creationId xmlns:a16="http://schemas.microsoft.com/office/drawing/2014/main" id="{9C224602-D6F1-42A7-ABCC-B69A78788164}"/>
              </a:ext>
            </a:extLst>
          </p:cNvPr>
          <p:cNvSpPr>
            <a:spLocks xmlns:a="http://schemas.openxmlformats.org/drawingml/2006/main" noGrp="1"/>
          </p:cNvSpPr>
          <p:nvPr/>
        </p:nvSpPr>
        <p:spPr>
          <a:xfrm xmlns:a="http://schemas.openxmlformats.org/drawingml/2006/main">
            <a:off x="1019175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6" name="Standardized person 432: without endpoint">
            <a:extLst xmlns:a="http://schemas.openxmlformats.org/drawingml/2006/main">
              <a:ext uri="{FF2B5EF4-FFF2-40B4-BE49-F238E27FC236}">
                <a16:creationId xmlns:a16="http://schemas.microsoft.com/office/drawing/2014/main" id="{4467A9A2-7753-44F7-BF3F-B28CAAB1B8BF}"/>
              </a:ext>
            </a:extLst>
          </p:cNvPr>
          <p:cNvSpPr>
            <a:spLocks xmlns:a="http://schemas.openxmlformats.org/drawingml/2006/main" noGrp="1"/>
          </p:cNvSpPr>
          <p:nvPr/>
        </p:nvSpPr>
        <p:spPr>
          <a:xfrm xmlns:a="http://schemas.openxmlformats.org/drawingml/2006/main">
            <a:off x="1032319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7" name="Standardized person 433: without endpoint">
            <a:extLst xmlns:a="http://schemas.openxmlformats.org/drawingml/2006/main">
              <a:ext uri="{FF2B5EF4-FFF2-40B4-BE49-F238E27FC236}">
                <a16:creationId xmlns:a16="http://schemas.microsoft.com/office/drawing/2014/main" id="{BBFFFD8D-6713-4AB2-8A14-C5E993DBECBC}"/>
              </a:ext>
            </a:extLst>
          </p:cNvPr>
          <p:cNvSpPr>
            <a:spLocks xmlns:a="http://schemas.openxmlformats.org/drawingml/2006/main" noGrp="1"/>
          </p:cNvSpPr>
          <p:nvPr/>
        </p:nvSpPr>
        <p:spPr>
          <a:xfrm xmlns:a="http://schemas.openxmlformats.org/drawingml/2006/main">
            <a:off x="1045464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8" name="Standardized person 434: without endpoint">
            <a:extLst xmlns:a="http://schemas.openxmlformats.org/drawingml/2006/main">
              <a:ext uri="{FF2B5EF4-FFF2-40B4-BE49-F238E27FC236}">
                <a16:creationId xmlns:a16="http://schemas.microsoft.com/office/drawing/2014/main" id="{57A9B0A0-A9A1-4E25-ADF4-E03C890A110D}"/>
              </a:ext>
            </a:extLst>
          </p:cNvPr>
          <p:cNvSpPr>
            <a:spLocks xmlns:a="http://schemas.openxmlformats.org/drawingml/2006/main" noGrp="1"/>
          </p:cNvSpPr>
          <p:nvPr/>
        </p:nvSpPr>
        <p:spPr>
          <a:xfrm xmlns:a="http://schemas.openxmlformats.org/drawingml/2006/main">
            <a:off x="1058608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39" name="Standardized person 435: without endpoint">
            <a:extLst xmlns:a="http://schemas.openxmlformats.org/drawingml/2006/main">
              <a:ext uri="{FF2B5EF4-FFF2-40B4-BE49-F238E27FC236}">
                <a16:creationId xmlns:a16="http://schemas.microsoft.com/office/drawing/2014/main" id="{F4844262-15AF-4833-9BFA-44A809AB7E58}"/>
              </a:ext>
            </a:extLst>
          </p:cNvPr>
          <p:cNvSpPr>
            <a:spLocks xmlns:a="http://schemas.openxmlformats.org/drawingml/2006/main" noGrp="1"/>
          </p:cNvSpPr>
          <p:nvPr/>
        </p:nvSpPr>
        <p:spPr>
          <a:xfrm xmlns:a="http://schemas.openxmlformats.org/drawingml/2006/main">
            <a:off x="1071753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0" name="Standardized person 436: without endpoint">
            <a:extLst xmlns:a="http://schemas.openxmlformats.org/drawingml/2006/main">
              <a:ext uri="{FF2B5EF4-FFF2-40B4-BE49-F238E27FC236}">
                <a16:creationId xmlns:a16="http://schemas.microsoft.com/office/drawing/2014/main" id="{295CDF22-4AD7-4A24-9F0B-452D2ADF6A70}"/>
              </a:ext>
            </a:extLst>
          </p:cNvPr>
          <p:cNvSpPr>
            <a:spLocks xmlns:a="http://schemas.openxmlformats.org/drawingml/2006/main" noGrp="1"/>
          </p:cNvSpPr>
          <p:nvPr/>
        </p:nvSpPr>
        <p:spPr>
          <a:xfrm xmlns:a="http://schemas.openxmlformats.org/drawingml/2006/main">
            <a:off x="1084897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1" name="Standardized person 437: without endpoint">
            <a:extLst xmlns:a="http://schemas.openxmlformats.org/drawingml/2006/main">
              <a:ext uri="{FF2B5EF4-FFF2-40B4-BE49-F238E27FC236}">
                <a16:creationId xmlns:a16="http://schemas.microsoft.com/office/drawing/2014/main" id="{450E8C92-52F6-426E-80DB-0BA7FBBD667B}"/>
              </a:ext>
            </a:extLst>
          </p:cNvPr>
          <p:cNvSpPr>
            <a:spLocks xmlns:a="http://schemas.openxmlformats.org/drawingml/2006/main" noGrp="1"/>
          </p:cNvSpPr>
          <p:nvPr/>
        </p:nvSpPr>
        <p:spPr>
          <a:xfrm xmlns:a="http://schemas.openxmlformats.org/drawingml/2006/main">
            <a:off x="1098042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2" name="Standardized person 438: without endpoint">
            <a:extLst xmlns:a="http://schemas.openxmlformats.org/drawingml/2006/main">
              <a:ext uri="{FF2B5EF4-FFF2-40B4-BE49-F238E27FC236}">
                <a16:creationId xmlns:a16="http://schemas.microsoft.com/office/drawing/2014/main" id="{97B87BA8-909B-4CC8-A8FB-53B90A4E840E}"/>
              </a:ext>
            </a:extLst>
          </p:cNvPr>
          <p:cNvSpPr>
            <a:spLocks xmlns:a="http://schemas.openxmlformats.org/drawingml/2006/main" noGrp="1"/>
          </p:cNvSpPr>
          <p:nvPr/>
        </p:nvSpPr>
        <p:spPr>
          <a:xfrm xmlns:a="http://schemas.openxmlformats.org/drawingml/2006/main">
            <a:off x="1111186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3" name="Standardized person 439: without endpoint">
            <a:extLst xmlns:a="http://schemas.openxmlformats.org/drawingml/2006/main">
              <a:ext uri="{FF2B5EF4-FFF2-40B4-BE49-F238E27FC236}">
                <a16:creationId xmlns:a16="http://schemas.microsoft.com/office/drawing/2014/main" id="{52470EB7-DF5F-4D48-B88E-E5AEDF403ECD}"/>
              </a:ext>
            </a:extLst>
          </p:cNvPr>
          <p:cNvSpPr>
            <a:spLocks xmlns:a="http://schemas.openxmlformats.org/drawingml/2006/main" noGrp="1"/>
          </p:cNvSpPr>
          <p:nvPr/>
        </p:nvSpPr>
        <p:spPr>
          <a:xfrm xmlns:a="http://schemas.openxmlformats.org/drawingml/2006/main">
            <a:off x="11243310"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4" name="Standardized person 440: without endpoint">
            <a:extLst xmlns:a="http://schemas.openxmlformats.org/drawingml/2006/main">
              <a:ext uri="{FF2B5EF4-FFF2-40B4-BE49-F238E27FC236}">
                <a16:creationId xmlns:a16="http://schemas.microsoft.com/office/drawing/2014/main" id="{A68E514B-8F6E-4306-897E-5EB3EE529673}"/>
              </a:ext>
            </a:extLst>
          </p:cNvPr>
          <p:cNvSpPr>
            <a:spLocks xmlns:a="http://schemas.openxmlformats.org/drawingml/2006/main" noGrp="1"/>
          </p:cNvSpPr>
          <p:nvPr/>
        </p:nvSpPr>
        <p:spPr>
          <a:xfrm xmlns:a="http://schemas.openxmlformats.org/drawingml/2006/main">
            <a:off x="11374755" y="368427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5" name="Standardized person 441: without endpoint">
            <a:extLst xmlns:a="http://schemas.openxmlformats.org/drawingml/2006/main">
              <a:ext uri="{FF2B5EF4-FFF2-40B4-BE49-F238E27FC236}">
                <a16:creationId xmlns:a16="http://schemas.microsoft.com/office/drawing/2014/main" id="{2869DB1C-9FA4-4F90-81FB-BF493DCB4B03}"/>
              </a:ext>
            </a:extLst>
          </p:cNvPr>
          <p:cNvSpPr>
            <a:spLocks xmlns:a="http://schemas.openxmlformats.org/drawingml/2006/main" noGrp="1"/>
          </p:cNvSpPr>
          <p:nvPr/>
        </p:nvSpPr>
        <p:spPr>
          <a:xfrm xmlns:a="http://schemas.openxmlformats.org/drawingml/2006/main">
            <a:off x="624840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6" name="Standardized person 442: without endpoint">
            <a:extLst xmlns:a="http://schemas.openxmlformats.org/drawingml/2006/main">
              <a:ext uri="{FF2B5EF4-FFF2-40B4-BE49-F238E27FC236}">
                <a16:creationId xmlns:a16="http://schemas.microsoft.com/office/drawing/2014/main" id="{5E34464C-4F75-4634-B42B-749DBC367E79}"/>
              </a:ext>
            </a:extLst>
          </p:cNvPr>
          <p:cNvSpPr>
            <a:spLocks xmlns:a="http://schemas.openxmlformats.org/drawingml/2006/main" noGrp="1"/>
          </p:cNvSpPr>
          <p:nvPr/>
        </p:nvSpPr>
        <p:spPr>
          <a:xfrm xmlns:a="http://schemas.openxmlformats.org/drawingml/2006/main">
            <a:off x="637984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7" name="Standardized person 443: without endpoint">
            <a:extLst xmlns:a="http://schemas.openxmlformats.org/drawingml/2006/main">
              <a:ext uri="{FF2B5EF4-FFF2-40B4-BE49-F238E27FC236}">
                <a16:creationId xmlns:a16="http://schemas.microsoft.com/office/drawing/2014/main" id="{BA1F6EC0-9C04-4956-AC2D-6E2EC8CF7B66}"/>
              </a:ext>
            </a:extLst>
          </p:cNvPr>
          <p:cNvSpPr>
            <a:spLocks xmlns:a="http://schemas.openxmlformats.org/drawingml/2006/main" noGrp="1"/>
          </p:cNvSpPr>
          <p:nvPr/>
        </p:nvSpPr>
        <p:spPr>
          <a:xfrm xmlns:a="http://schemas.openxmlformats.org/drawingml/2006/main">
            <a:off x="651129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8" name="Standardized person 444: without endpoint">
            <a:extLst xmlns:a="http://schemas.openxmlformats.org/drawingml/2006/main">
              <a:ext uri="{FF2B5EF4-FFF2-40B4-BE49-F238E27FC236}">
                <a16:creationId xmlns:a16="http://schemas.microsoft.com/office/drawing/2014/main" id="{013EED46-291E-402F-BD15-AF5D34CD06AD}"/>
              </a:ext>
            </a:extLst>
          </p:cNvPr>
          <p:cNvSpPr>
            <a:spLocks xmlns:a="http://schemas.openxmlformats.org/drawingml/2006/main" noGrp="1"/>
          </p:cNvSpPr>
          <p:nvPr/>
        </p:nvSpPr>
        <p:spPr>
          <a:xfrm xmlns:a="http://schemas.openxmlformats.org/drawingml/2006/main">
            <a:off x="664273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49" name="Standardized person 445: without endpoint">
            <a:extLst xmlns:a="http://schemas.openxmlformats.org/drawingml/2006/main">
              <a:ext uri="{FF2B5EF4-FFF2-40B4-BE49-F238E27FC236}">
                <a16:creationId xmlns:a16="http://schemas.microsoft.com/office/drawing/2014/main" id="{3A3E5476-E703-468E-A81B-44D5B68FF564}"/>
              </a:ext>
            </a:extLst>
          </p:cNvPr>
          <p:cNvSpPr>
            <a:spLocks xmlns:a="http://schemas.openxmlformats.org/drawingml/2006/main" noGrp="1"/>
          </p:cNvSpPr>
          <p:nvPr/>
        </p:nvSpPr>
        <p:spPr>
          <a:xfrm xmlns:a="http://schemas.openxmlformats.org/drawingml/2006/main">
            <a:off x="677418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0" name="Standardized person 446: without endpoint">
            <a:extLst xmlns:a="http://schemas.openxmlformats.org/drawingml/2006/main">
              <a:ext uri="{FF2B5EF4-FFF2-40B4-BE49-F238E27FC236}">
                <a16:creationId xmlns:a16="http://schemas.microsoft.com/office/drawing/2014/main" id="{C118BFFC-C91C-4BB5-9E10-897654A283AA}"/>
              </a:ext>
            </a:extLst>
          </p:cNvPr>
          <p:cNvSpPr>
            <a:spLocks xmlns:a="http://schemas.openxmlformats.org/drawingml/2006/main" noGrp="1"/>
          </p:cNvSpPr>
          <p:nvPr/>
        </p:nvSpPr>
        <p:spPr>
          <a:xfrm xmlns:a="http://schemas.openxmlformats.org/drawingml/2006/main">
            <a:off x="690562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1" name="Standardized person 447: without endpoint">
            <a:extLst xmlns:a="http://schemas.openxmlformats.org/drawingml/2006/main">
              <a:ext uri="{FF2B5EF4-FFF2-40B4-BE49-F238E27FC236}">
                <a16:creationId xmlns:a16="http://schemas.microsoft.com/office/drawing/2014/main" id="{0F3A65C0-D615-4317-B344-9D61CEB8100C}"/>
              </a:ext>
            </a:extLst>
          </p:cNvPr>
          <p:cNvSpPr>
            <a:spLocks xmlns:a="http://schemas.openxmlformats.org/drawingml/2006/main" noGrp="1"/>
          </p:cNvSpPr>
          <p:nvPr/>
        </p:nvSpPr>
        <p:spPr>
          <a:xfrm xmlns:a="http://schemas.openxmlformats.org/drawingml/2006/main">
            <a:off x="703707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2" name="Standardized person 448: without endpoint">
            <a:extLst xmlns:a="http://schemas.openxmlformats.org/drawingml/2006/main">
              <a:ext uri="{FF2B5EF4-FFF2-40B4-BE49-F238E27FC236}">
                <a16:creationId xmlns:a16="http://schemas.microsoft.com/office/drawing/2014/main" id="{F91DA431-2091-404B-B8A7-081B53B075C3}"/>
              </a:ext>
            </a:extLst>
          </p:cNvPr>
          <p:cNvSpPr>
            <a:spLocks xmlns:a="http://schemas.openxmlformats.org/drawingml/2006/main" noGrp="1"/>
          </p:cNvSpPr>
          <p:nvPr/>
        </p:nvSpPr>
        <p:spPr>
          <a:xfrm xmlns:a="http://schemas.openxmlformats.org/drawingml/2006/main">
            <a:off x="716851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3" name="Standardized person 449: without endpoint">
            <a:extLst xmlns:a="http://schemas.openxmlformats.org/drawingml/2006/main">
              <a:ext uri="{FF2B5EF4-FFF2-40B4-BE49-F238E27FC236}">
                <a16:creationId xmlns:a16="http://schemas.microsoft.com/office/drawing/2014/main" id="{D8188901-8073-440F-986F-A422F7F21417}"/>
              </a:ext>
            </a:extLst>
          </p:cNvPr>
          <p:cNvSpPr>
            <a:spLocks xmlns:a="http://schemas.openxmlformats.org/drawingml/2006/main" noGrp="1"/>
          </p:cNvSpPr>
          <p:nvPr/>
        </p:nvSpPr>
        <p:spPr>
          <a:xfrm xmlns:a="http://schemas.openxmlformats.org/drawingml/2006/main">
            <a:off x="729996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4" name="Standardized person 450: without endpoint">
            <a:extLst xmlns:a="http://schemas.openxmlformats.org/drawingml/2006/main">
              <a:ext uri="{FF2B5EF4-FFF2-40B4-BE49-F238E27FC236}">
                <a16:creationId xmlns:a16="http://schemas.microsoft.com/office/drawing/2014/main" id="{BB0752C9-1B65-48D5-ADF0-99AC7DF3F6D4}"/>
              </a:ext>
            </a:extLst>
          </p:cNvPr>
          <p:cNvSpPr>
            <a:spLocks xmlns:a="http://schemas.openxmlformats.org/drawingml/2006/main" noGrp="1"/>
          </p:cNvSpPr>
          <p:nvPr/>
        </p:nvSpPr>
        <p:spPr>
          <a:xfrm xmlns:a="http://schemas.openxmlformats.org/drawingml/2006/main">
            <a:off x="743140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5" name="Standardized person 451: without endpoint">
            <a:extLst xmlns:a="http://schemas.openxmlformats.org/drawingml/2006/main">
              <a:ext uri="{FF2B5EF4-FFF2-40B4-BE49-F238E27FC236}">
                <a16:creationId xmlns:a16="http://schemas.microsoft.com/office/drawing/2014/main" id="{43C644DB-E081-479E-ADB0-65FB1BF0BD1B}"/>
              </a:ext>
            </a:extLst>
          </p:cNvPr>
          <p:cNvSpPr>
            <a:spLocks xmlns:a="http://schemas.openxmlformats.org/drawingml/2006/main" noGrp="1"/>
          </p:cNvSpPr>
          <p:nvPr/>
        </p:nvSpPr>
        <p:spPr>
          <a:xfrm xmlns:a="http://schemas.openxmlformats.org/drawingml/2006/main">
            <a:off x="756285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6" name="Standardized person 452: without endpoint">
            <a:extLst xmlns:a="http://schemas.openxmlformats.org/drawingml/2006/main">
              <a:ext uri="{FF2B5EF4-FFF2-40B4-BE49-F238E27FC236}">
                <a16:creationId xmlns:a16="http://schemas.microsoft.com/office/drawing/2014/main" id="{8391583A-4B7C-4723-BC76-D2DB99B2C84D}"/>
              </a:ext>
            </a:extLst>
          </p:cNvPr>
          <p:cNvSpPr>
            <a:spLocks xmlns:a="http://schemas.openxmlformats.org/drawingml/2006/main" noGrp="1"/>
          </p:cNvSpPr>
          <p:nvPr/>
        </p:nvSpPr>
        <p:spPr>
          <a:xfrm xmlns:a="http://schemas.openxmlformats.org/drawingml/2006/main">
            <a:off x="769429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7" name="Standardized person 453: without endpoint">
            <a:extLst xmlns:a="http://schemas.openxmlformats.org/drawingml/2006/main">
              <a:ext uri="{FF2B5EF4-FFF2-40B4-BE49-F238E27FC236}">
                <a16:creationId xmlns:a16="http://schemas.microsoft.com/office/drawing/2014/main" id="{4C82A842-560B-47FB-B611-428B5A1E77E0}"/>
              </a:ext>
            </a:extLst>
          </p:cNvPr>
          <p:cNvSpPr>
            <a:spLocks xmlns:a="http://schemas.openxmlformats.org/drawingml/2006/main" noGrp="1"/>
          </p:cNvSpPr>
          <p:nvPr/>
        </p:nvSpPr>
        <p:spPr>
          <a:xfrm xmlns:a="http://schemas.openxmlformats.org/drawingml/2006/main">
            <a:off x="782574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8" name="Standardized person 454: without endpoint">
            <a:extLst xmlns:a="http://schemas.openxmlformats.org/drawingml/2006/main">
              <a:ext uri="{FF2B5EF4-FFF2-40B4-BE49-F238E27FC236}">
                <a16:creationId xmlns:a16="http://schemas.microsoft.com/office/drawing/2014/main" id="{0144393C-E327-488D-B94C-57012044DDD5}"/>
              </a:ext>
            </a:extLst>
          </p:cNvPr>
          <p:cNvSpPr>
            <a:spLocks xmlns:a="http://schemas.openxmlformats.org/drawingml/2006/main" noGrp="1"/>
          </p:cNvSpPr>
          <p:nvPr/>
        </p:nvSpPr>
        <p:spPr>
          <a:xfrm xmlns:a="http://schemas.openxmlformats.org/drawingml/2006/main">
            <a:off x="795718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59" name="Standardized person 455: without endpoint">
            <a:extLst xmlns:a="http://schemas.openxmlformats.org/drawingml/2006/main">
              <a:ext uri="{FF2B5EF4-FFF2-40B4-BE49-F238E27FC236}">
                <a16:creationId xmlns:a16="http://schemas.microsoft.com/office/drawing/2014/main" id="{7AC30B4B-4403-477D-B45B-5B4E447DBA5C}"/>
              </a:ext>
            </a:extLst>
          </p:cNvPr>
          <p:cNvSpPr>
            <a:spLocks xmlns:a="http://schemas.openxmlformats.org/drawingml/2006/main" noGrp="1"/>
          </p:cNvSpPr>
          <p:nvPr/>
        </p:nvSpPr>
        <p:spPr>
          <a:xfrm xmlns:a="http://schemas.openxmlformats.org/drawingml/2006/main">
            <a:off x="808863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0" name="Standardized person 456: without endpoint">
            <a:extLst xmlns:a="http://schemas.openxmlformats.org/drawingml/2006/main">
              <a:ext uri="{FF2B5EF4-FFF2-40B4-BE49-F238E27FC236}">
                <a16:creationId xmlns:a16="http://schemas.microsoft.com/office/drawing/2014/main" id="{8D506936-7031-4E68-AAB9-21E57F49E6E8}"/>
              </a:ext>
            </a:extLst>
          </p:cNvPr>
          <p:cNvSpPr>
            <a:spLocks xmlns:a="http://schemas.openxmlformats.org/drawingml/2006/main" noGrp="1"/>
          </p:cNvSpPr>
          <p:nvPr/>
        </p:nvSpPr>
        <p:spPr>
          <a:xfrm xmlns:a="http://schemas.openxmlformats.org/drawingml/2006/main">
            <a:off x="822007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1" name="Standardized person 457: without endpoint">
            <a:extLst xmlns:a="http://schemas.openxmlformats.org/drawingml/2006/main">
              <a:ext uri="{FF2B5EF4-FFF2-40B4-BE49-F238E27FC236}">
                <a16:creationId xmlns:a16="http://schemas.microsoft.com/office/drawing/2014/main" id="{8CDD8E15-67C3-4028-8170-16D7E26B6067}"/>
              </a:ext>
            </a:extLst>
          </p:cNvPr>
          <p:cNvSpPr>
            <a:spLocks xmlns:a="http://schemas.openxmlformats.org/drawingml/2006/main" noGrp="1"/>
          </p:cNvSpPr>
          <p:nvPr/>
        </p:nvSpPr>
        <p:spPr>
          <a:xfrm xmlns:a="http://schemas.openxmlformats.org/drawingml/2006/main">
            <a:off x="835152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2" name="Standardized person 458: without endpoint">
            <a:extLst xmlns:a="http://schemas.openxmlformats.org/drawingml/2006/main">
              <a:ext uri="{FF2B5EF4-FFF2-40B4-BE49-F238E27FC236}">
                <a16:creationId xmlns:a16="http://schemas.microsoft.com/office/drawing/2014/main" id="{E8F9F7D9-E2CC-4956-AE03-302AB4463931}"/>
              </a:ext>
            </a:extLst>
          </p:cNvPr>
          <p:cNvSpPr>
            <a:spLocks xmlns:a="http://schemas.openxmlformats.org/drawingml/2006/main" noGrp="1"/>
          </p:cNvSpPr>
          <p:nvPr/>
        </p:nvSpPr>
        <p:spPr>
          <a:xfrm xmlns:a="http://schemas.openxmlformats.org/drawingml/2006/main">
            <a:off x="848296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3" name="Standardized person 459: without endpoint">
            <a:extLst xmlns:a="http://schemas.openxmlformats.org/drawingml/2006/main">
              <a:ext uri="{FF2B5EF4-FFF2-40B4-BE49-F238E27FC236}">
                <a16:creationId xmlns:a16="http://schemas.microsoft.com/office/drawing/2014/main" id="{34118B23-CDB0-45FB-ADE9-D9BDCB4C507D}"/>
              </a:ext>
            </a:extLst>
          </p:cNvPr>
          <p:cNvSpPr>
            <a:spLocks xmlns:a="http://schemas.openxmlformats.org/drawingml/2006/main" noGrp="1"/>
          </p:cNvSpPr>
          <p:nvPr/>
        </p:nvSpPr>
        <p:spPr>
          <a:xfrm xmlns:a="http://schemas.openxmlformats.org/drawingml/2006/main">
            <a:off x="861441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4" name="Standardized person 460: without endpoint">
            <a:extLst xmlns:a="http://schemas.openxmlformats.org/drawingml/2006/main">
              <a:ext uri="{FF2B5EF4-FFF2-40B4-BE49-F238E27FC236}">
                <a16:creationId xmlns:a16="http://schemas.microsoft.com/office/drawing/2014/main" id="{4BB8C9E1-3C73-4B2A-B617-D85D198D966C}"/>
              </a:ext>
            </a:extLst>
          </p:cNvPr>
          <p:cNvSpPr>
            <a:spLocks xmlns:a="http://schemas.openxmlformats.org/drawingml/2006/main" noGrp="1"/>
          </p:cNvSpPr>
          <p:nvPr/>
        </p:nvSpPr>
        <p:spPr>
          <a:xfrm xmlns:a="http://schemas.openxmlformats.org/drawingml/2006/main">
            <a:off x="874585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5" name="Standardized person 461: without endpoint">
            <a:extLst xmlns:a="http://schemas.openxmlformats.org/drawingml/2006/main">
              <a:ext uri="{FF2B5EF4-FFF2-40B4-BE49-F238E27FC236}">
                <a16:creationId xmlns:a16="http://schemas.microsoft.com/office/drawing/2014/main" id="{4790168D-D82D-4C4A-85E2-5EF473FBCBF6}"/>
              </a:ext>
            </a:extLst>
          </p:cNvPr>
          <p:cNvSpPr>
            <a:spLocks xmlns:a="http://schemas.openxmlformats.org/drawingml/2006/main" noGrp="1"/>
          </p:cNvSpPr>
          <p:nvPr/>
        </p:nvSpPr>
        <p:spPr>
          <a:xfrm xmlns:a="http://schemas.openxmlformats.org/drawingml/2006/main">
            <a:off x="887730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6" name="Standardized person 462: without endpoint">
            <a:extLst xmlns:a="http://schemas.openxmlformats.org/drawingml/2006/main">
              <a:ext uri="{FF2B5EF4-FFF2-40B4-BE49-F238E27FC236}">
                <a16:creationId xmlns:a16="http://schemas.microsoft.com/office/drawing/2014/main" id="{AC63D039-D195-453E-AAFA-8258424F1109}"/>
              </a:ext>
            </a:extLst>
          </p:cNvPr>
          <p:cNvSpPr>
            <a:spLocks xmlns:a="http://schemas.openxmlformats.org/drawingml/2006/main" noGrp="1"/>
          </p:cNvSpPr>
          <p:nvPr/>
        </p:nvSpPr>
        <p:spPr>
          <a:xfrm xmlns:a="http://schemas.openxmlformats.org/drawingml/2006/main">
            <a:off x="900874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7" name="Standardized person 463: without endpoint">
            <a:extLst xmlns:a="http://schemas.openxmlformats.org/drawingml/2006/main">
              <a:ext uri="{FF2B5EF4-FFF2-40B4-BE49-F238E27FC236}">
                <a16:creationId xmlns:a16="http://schemas.microsoft.com/office/drawing/2014/main" id="{D6A99415-1521-4397-9D17-F825CE38CBEC}"/>
              </a:ext>
            </a:extLst>
          </p:cNvPr>
          <p:cNvSpPr>
            <a:spLocks xmlns:a="http://schemas.openxmlformats.org/drawingml/2006/main" noGrp="1"/>
          </p:cNvSpPr>
          <p:nvPr/>
        </p:nvSpPr>
        <p:spPr>
          <a:xfrm xmlns:a="http://schemas.openxmlformats.org/drawingml/2006/main">
            <a:off x="914019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8" name="Standardized person 464: without endpoint">
            <a:extLst xmlns:a="http://schemas.openxmlformats.org/drawingml/2006/main">
              <a:ext uri="{FF2B5EF4-FFF2-40B4-BE49-F238E27FC236}">
                <a16:creationId xmlns:a16="http://schemas.microsoft.com/office/drawing/2014/main" id="{52F856DC-1B3C-4AD6-B22B-8E0DABD4D52E}"/>
              </a:ext>
            </a:extLst>
          </p:cNvPr>
          <p:cNvSpPr>
            <a:spLocks xmlns:a="http://schemas.openxmlformats.org/drawingml/2006/main" noGrp="1"/>
          </p:cNvSpPr>
          <p:nvPr/>
        </p:nvSpPr>
        <p:spPr>
          <a:xfrm xmlns:a="http://schemas.openxmlformats.org/drawingml/2006/main">
            <a:off x="927163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69" name="Standardized person 465: without endpoint">
            <a:extLst xmlns:a="http://schemas.openxmlformats.org/drawingml/2006/main">
              <a:ext uri="{FF2B5EF4-FFF2-40B4-BE49-F238E27FC236}">
                <a16:creationId xmlns:a16="http://schemas.microsoft.com/office/drawing/2014/main" id="{9E212895-8D89-438F-9E45-F151B7AA1E95}"/>
              </a:ext>
            </a:extLst>
          </p:cNvPr>
          <p:cNvSpPr>
            <a:spLocks xmlns:a="http://schemas.openxmlformats.org/drawingml/2006/main" noGrp="1"/>
          </p:cNvSpPr>
          <p:nvPr/>
        </p:nvSpPr>
        <p:spPr>
          <a:xfrm xmlns:a="http://schemas.openxmlformats.org/drawingml/2006/main">
            <a:off x="940308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0" name="Standardized person 466: without endpoint">
            <a:extLst xmlns:a="http://schemas.openxmlformats.org/drawingml/2006/main">
              <a:ext uri="{FF2B5EF4-FFF2-40B4-BE49-F238E27FC236}">
                <a16:creationId xmlns:a16="http://schemas.microsoft.com/office/drawing/2014/main" id="{EB31C0C4-AECD-42AF-BA14-6176C1F1E888}"/>
              </a:ext>
            </a:extLst>
          </p:cNvPr>
          <p:cNvSpPr>
            <a:spLocks xmlns:a="http://schemas.openxmlformats.org/drawingml/2006/main" noGrp="1"/>
          </p:cNvSpPr>
          <p:nvPr/>
        </p:nvSpPr>
        <p:spPr>
          <a:xfrm xmlns:a="http://schemas.openxmlformats.org/drawingml/2006/main">
            <a:off x="953452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1" name="Standardized person 467: without endpoint">
            <a:extLst xmlns:a="http://schemas.openxmlformats.org/drawingml/2006/main">
              <a:ext uri="{FF2B5EF4-FFF2-40B4-BE49-F238E27FC236}">
                <a16:creationId xmlns:a16="http://schemas.microsoft.com/office/drawing/2014/main" id="{9E38C8A2-B0D3-4F48-A060-886F37FCC1ED}"/>
              </a:ext>
            </a:extLst>
          </p:cNvPr>
          <p:cNvSpPr>
            <a:spLocks xmlns:a="http://schemas.openxmlformats.org/drawingml/2006/main" noGrp="1"/>
          </p:cNvSpPr>
          <p:nvPr/>
        </p:nvSpPr>
        <p:spPr>
          <a:xfrm xmlns:a="http://schemas.openxmlformats.org/drawingml/2006/main">
            <a:off x="966597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2" name="Standardized person 468: without endpoint">
            <a:extLst xmlns:a="http://schemas.openxmlformats.org/drawingml/2006/main">
              <a:ext uri="{FF2B5EF4-FFF2-40B4-BE49-F238E27FC236}">
                <a16:creationId xmlns:a16="http://schemas.microsoft.com/office/drawing/2014/main" id="{DE6C2D3E-6D18-4362-85B0-AFB72E2BC45B}"/>
              </a:ext>
            </a:extLst>
          </p:cNvPr>
          <p:cNvSpPr>
            <a:spLocks xmlns:a="http://schemas.openxmlformats.org/drawingml/2006/main" noGrp="1"/>
          </p:cNvSpPr>
          <p:nvPr/>
        </p:nvSpPr>
        <p:spPr>
          <a:xfrm xmlns:a="http://schemas.openxmlformats.org/drawingml/2006/main">
            <a:off x="979741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3" name="Standardized person 469: without endpoint">
            <a:extLst xmlns:a="http://schemas.openxmlformats.org/drawingml/2006/main">
              <a:ext uri="{FF2B5EF4-FFF2-40B4-BE49-F238E27FC236}">
                <a16:creationId xmlns:a16="http://schemas.microsoft.com/office/drawing/2014/main" id="{5C65A048-7A1C-4031-A92E-897E2A3F892D}"/>
              </a:ext>
            </a:extLst>
          </p:cNvPr>
          <p:cNvSpPr>
            <a:spLocks xmlns:a="http://schemas.openxmlformats.org/drawingml/2006/main" noGrp="1"/>
          </p:cNvSpPr>
          <p:nvPr/>
        </p:nvSpPr>
        <p:spPr>
          <a:xfrm xmlns:a="http://schemas.openxmlformats.org/drawingml/2006/main">
            <a:off x="992886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4" name="Standardized person 470: without endpoint">
            <a:extLst xmlns:a="http://schemas.openxmlformats.org/drawingml/2006/main">
              <a:ext uri="{FF2B5EF4-FFF2-40B4-BE49-F238E27FC236}">
                <a16:creationId xmlns:a16="http://schemas.microsoft.com/office/drawing/2014/main" id="{7DC2C062-91ED-4068-B53E-E8DF999B9B25}"/>
              </a:ext>
            </a:extLst>
          </p:cNvPr>
          <p:cNvSpPr>
            <a:spLocks xmlns:a="http://schemas.openxmlformats.org/drawingml/2006/main" noGrp="1"/>
          </p:cNvSpPr>
          <p:nvPr/>
        </p:nvSpPr>
        <p:spPr>
          <a:xfrm xmlns:a="http://schemas.openxmlformats.org/drawingml/2006/main">
            <a:off x="1006030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5" name="Standardized person 471: without endpoint">
            <a:extLst xmlns:a="http://schemas.openxmlformats.org/drawingml/2006/main">
              <a:ext uri="{FF2B5EF4-FFF2-40B4-BE49-F238E27FC236}">
                <a16:creationId xmlns:a16="http://schemas.microsoft.com/office/drawing/2014/main" id="{FE9C622B-D269-47A5-BD8E-73020DDD6A47}"/>
              </a:ext>
            </a:extLst>
          </p:cNvPr>
          <p:cNvSpPr>
            <a:spLocks xmlns:a="http://schemas.openxmlformats.org/drawingml/2006/main" noGrp="1"/>
          </p:cNvSpPr>
          <p:nvPr/>
        </p:nvSpPr>
        <p:spPr>
          <a:xfrm xmlns:a="http://schemas.openxmlformats.org/drawingml/2006/main">
            <a:off x="1019175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6" name="Standardized person 472: without endpoint">
            <a:extLst xmlns:a="http://schemas.openxmlformats.org/drawingml/2006/main">
              <a:ext uri="{FF2B5EF4-FFF2-40B4-BE49-F238E27FC236}">
                <a16:creationId xmlns:a16="http://schemas.microsoft.com/office/drawing/2014/main" id="{9FEA8D64-A95E-47C5-8CC2-B48DE8F8D2ED}"/>
              </a:ext>
            </a:extLst>
          </p:cNvPr>
          <p:cNvSpPr>
            <a:spLocks xmlns:a="http://schemas.openxmlformats.org/drawingml/2006/main" noGrp="1"/>
          </p:cNvSpPr>
          <p:nvPr/>
        </p:nvSpPr>
        <p:spPr>
          <a:xfrm xmlns:a="http://schemas.openxmlformats.org/drawingml/2006/main">
            <a:off x="1032319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7" name="Standardized person 473: without endpoint">
            <a:extLst xmlns:a="http://schemas.openxmlformats.org/drawingml/2006/main">
              <a:ext uri="{FF2B5EF4-FFF2-40B4-BE49-F238E27FC236}">
                <a16:creationId xmlns:a16="http://schemas.microsoft.com/office/drawing/2014/main" id="{761BD806-789F-4C49-865E-3DD48CDAB1AF}"/>
              </a:ext>
            </a:extLst>
          </p:cNvPr>
          <p:cNvSpPr>
            <a:spLocks xmlns:a="http://schemas.openxmlformats.org/drawingml/2006/main" noGrp="1"/>
          </p:cNvSpPr>
          <p:nvPr/>
        </p:nvSpPr>
        <p:spPr>
          <a:xfrm xmlns:a="http://schemas.openxmlformats.org/drawingml/2006/main">
            <a:off x="1045464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8" name="Standardized person 474: without endpoint">
            <a:extLst xmlns:a="http://schemas.openxmlformats.org/drawingml/2006/main">
              <a:ext uri="{FF2B5EF4-FFF2-40B4-BE49-F238E27FC236}">
                <a16:creationId xmlns:a16="http://schemas.microsoft.com/office/drawing/2014/main" id="{4437D687-9569-44F2-A1B7-2C7F1CDAF8F7}"/>
              </a:ext>
            </a:extLst>
          </p:cNvPr>
          <p:cNvSpPr>
            <a:spLocks xmlns:a="http://schemas.openxmlformats.org/drawingml/2006/main" noGrp="1"/>
          </p:cNvSpPr>
          <p:nvPr/>
        </p:nvSpPr>
        <p:spPr>
          <a:xfrm xmlns:a="http://schemas.openxmlformats.org/drawingml/2006/main">
            <a:off x="1058608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79" name="Standardized person 475: without endpoint">
            <a:extLst xmlns:a="http://schemas.openxmlformats.org/drawingml/2006/main">
              <a:ext uri="{FF2B5EF4-FFF2-40B4-BE49-F238E27FC236}">
                <a16:creationId xmlns:a16="http://schemas.microsoft.com/office/drawing/2014/main" id="{EDEA2606-48ED-42B0-ADC5-06E43DC8D5EB}"/>
              </a:ext>
            </a:extLst>
          </p:cNvPr>
          <p:cNvSpPr>
            <a:spLocks xmlns:a="http://schemas.openxmlformats.org/drawingml/2006/main" noGrp="1"/>
          </p:cNvSpPr>
          <p:nvPr/>
        </p:nvSpPr>
        <p:spPr>
          <a:xfrm xmlns:a="http://schemas.openxmlformats.org/drawingml/2006/main">
            <a:off x="1071753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0" name="Standardized person 476: without endpoint">
            <a:extLst xmlns:a="http://schemas.openxmlformats.org/drawingml/2006/main">
              <a:ext uri="{FF2B5EF4-FFF2-40B4-BE49-F238E27FC236}">
                <a16:creationId xmlns:a16="http://schemas.microsoft.com/office/drawing/2014/main" id="{ABC669FF-07D6-4EBF-8F39-34A317225161}"/>
              </a:ext>
            </a:extLst>
          </p:cNvPr>
          <p:cNvSpPr>
            <a:spLocks xmlns:a="http://schemas.openxmlformats.org/drawingml/2006/main" noGrp="1"/>
          </p:cNvSpPr>
          <p:nvPr/>
        </p:nvSpPr>
        <p:spPr>
          <a:xfrm xmlns:a="http://schemas.openxmlformats.org/drawingml/2006/main">
            <a:off x="1084897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1" name="Standardized person 477: without endpoint">
            <a:extLst xmlns:a="http://schemas.openxmlformats.org/drawingml/2006/main">
              <a:ext uri="{FF2B5EF4-FFF2-40B4-BE49-F238E27FC236}">
                <a16:creationId xmlns:a16="http://schemas.microsoft.com/office/drawing/2014/main" id="{8F9CD69F-95B4-4095-B69F-E7342BAEBDBA}"/>
              </a:ext>
            </a:extLst>
          </p:cNvPr>
          <p:cNvSpPr>
            <a:spLocks xmlns:a="http://schemas.openxmlformats.org/drawingml/2006/main" noGrp="1"/>
          </p:cNvSpPr>
          <p:nvPr/>
        </p:nvSpPr>
        <p:spPr>
          <a:xfrm xmlns:a="http://schemas.openxmlformats.org/drawingml/2006/main">
            <a:off x="1098042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2" name="Standardized person 478: without endpoint">
            <a:extLst xmlns:a="http://schemas.openxmlformats.org/drawingml/2006/main">
              <a:ext uri="{FF2B5EF4-FFF2-40B4-BE49-F238E27FC236}">
                <a16:creationId xmlns:a16="http://schemas.microsoft.com/office/drawing/2014/main" id="{DCCCEB96-84FB-438F-A367-787A0A51AD16}"/>
              </a:ext>
            </a:extLst>
          </p:cNvPr>
          <p:cNvSpPr>
            <a:spLocks xmlns:a="http://schemas.openxmlformats.org/drawingml/2006/main" noGrp="1"/>
          </p:cNvSpPr>
          <p:nvPr/>
        </p:nvSpPr>
        <p:spPr>
          <a:xfrm xmlns:a="http://schemas.openxmlformats.org/drawingml/2006/main">
            <a:off x="1111186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3" name="Standardized person 479: without endpoint">
            <a:extLst xmlns:a="http://schemas.openxmlformats.org/drawingml/2006/main">
              <a:ext uri="{FF2B5EF4-FFF2-40B4-BE49-F238E27FC236}">
                <a16:creationId xmlns:a16="http://schemas.microsoft.com/office/drawing/2014/main" id="{72C6EDE7-C569-41CB-B03B-7D8D571F90EB}"/>
              </a:ext>
            </a:extLst>
          </p:cNvPr>
          <p:cNvSpPr>
            <a:spLocks xmlns:a="http://schemas.openxmlformats.org/drawingml/2006/main" noGrp="1"/>
          </p:cNvSpPr>
          <p:nvPr/>
        </p:nvSpPr>
        <p:spPr>
          <a:xfrm xmlns:a="http://schemas.openxmlformats.org/drawingml/2006/main">
            <a:off x="11243310"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4" name="Standardized person 480: without endpoint">
            <a:extLst xmlns:a="http://schemas.openxmlformats.org/drawingml/2006/main">
              <a:ext uri="{FF2B5EF4-FFF2-40B4-BE49-F238E27FC236}">
                <a16:creationId xmlns:a16="http://schemas.microsoft.com/office/drawing/2014/main" id="{F7CCAA3F-6E00-42B9-9574-A35E14130FB5}"/>
              </a:ext>
            </a:extLst>
          </p:cNvPr>
          <p:cNvSpPr>
            <a:spLocks xmlns:a="http://schemas.openxmlformats.org/drawingml/2006/main" noGrp="1"/>
          </p:cNvSpPr>
          <p:nvPr/>
        </p:nvSpPr>
        <p:spPr>
          <a:xfrm xmlns:a="http://schemas.openxmlformats.org/drawingml/2006/main">
            <a:off x="11374755" y="378790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5" name="Standardized person 481: without endpoint">
            <a:extLst xmlns:a="http://schemas.openxmlformats.org/drawingml/2006/main">
              <a:ext uri="{FF2B5EF4-FFF2-40B4-BE49-F238E27FC236}">
                <a16:creationId xmlns:a16="http://schemas.microsoft.com/office/drawing/2014/main" id="{E5E601C2-78FC-4BA5-9D54-D677F7B70615}"/>
              </a:ext>
            </a:extLst>
          </p:cNvPr>
          <p:cNvSpPr>
            <a:spLocks xmlns:a="http://schemas.openxmlformats.org/drawingml/2006/main" noGrp="1"/>
          </p:cNvSpPr>
          <p:nvPr/>
        </p:nvSpPr>
        <p:spPr>
          <a:xfrm xmlns:a="http://schemas.openxmlformats.org/drawingml/2006/main">
            <a:off x="624840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6" name="Standardized person 482: without endpoint">
            <a:extLst xmlns:a="http://schemas.openxmlformats.org/drawingml/2006/main">
              <a:ext uri="{FF2B5EF4-FFF2-40B4-BE49-F238E27FC236}">
                <a16:creationId xmlns:a16="http://schemas.microsoft.com/office/drawing/2014/main" id="{25BCB464-1E00-4DCF-9C53-9908AA6880F7}"/>
              </a:ext>
            </a:extLst>
          </p:cNvPr>
          <p:cNvSpPr>
            <a:spLocks xmlns:a="http://schemas.openxmlformats.org/drawingml/2006/main" noGrp="1"/>
          </p:cNvSpPr>
          <p:nvPr/>
        </p:nvSpPr>
        <p:spPr>
          <a:xfrm xmlns:a="http://schemas.openxmlformats.org/drawingml/2006/main">
            <a:off x="637984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7" name="Standardized person 483: without endpoint">
            <a:extLst xmlns:a="http://schemas.openxmlformats.org/drawingml/2006/main">
              <a:ext uri="{FF2B5EF4-FFF2-40B4-BE49-F238E27FC236}">
                <a16:creationId xmlns:a16="http://schemas.microsoft.com/office/drawing/2014/main" id="{F49915D7-EC22-4ADA-83EA-17F000A641CA}"/>
              </a:ext>
            </a:extLst>
          </p:cNvPr>
          <p:cNvSpPr>
            <a:spLocks xmlns:a="http://schemas.openxmlformats.org/drawingml/2006/main" noGrp="1"/>
          </p:cNvSpPr>
          <p:nvPr/>
        </p:nvSpPr>
        <p:spPr>
          <a:xfrm xmlns:a="http://schemas.openxmlformats.org/drawingml/2006/main">
            <a:off x="651129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8" name="Standardized person 484: without endpoint">
            <a:extLst xmlns:a="http://schemas.openxmlformats.org/drawingml/2006/main">
              <a:ext uri="{FF2B5EF4-FFF2-40B4-BE49-F238E27FC236}">
                <a16:creationId xmlns:a16="http://schemas.microsoft.com/office/drawing/2014/main" id="{9E205FB9-9411-4C30-BB7D-1D63D6C8FA47}"/>
              </a:ext>
            </a:extLst>
          </p:cNvPr>
          <p:cNvSpPr>
            <a:spLocks xmlns:a="http://schemas.openxmlformats.org/drawingml/2006/main" noGrp="1"/>
          </p:cNvSpPr>
          <p:nvPr/>
        </p:nvSpPr>
        <p:spPr>
          <a:xfrm xmlns:a="http://schemas.openxmlformats.org/drawingml/2006/main">
            <a:off x="664273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89" name="Standardized person 485: without endpoint">
            <a:extLst xmlns:a="http://schemas.openxmlformats.org/drawingml/2006/main">
              <a:ext uri="{FF2B5EF4-FFF2-40B4-BE49-F238E27FC236}">
                <a16:creationId xmlns:a16="http://schemas.microsoft.com/office/drawing/2014/main" id="{9D3D1761-91F4-4206-A892-B2FE1B39F700}"/>
              </a:ext>
            </a:extLst>
          </p:cNvPr>
          <p:cNvSpPr>
            <a:spLocks xmlns:a="http://schemas.openxmlformats.org/drawingml/2006/main" noGrp="1"/>
          </p:cNvSpPr>
          <p:nvPr/>
        </p:nvSpPr>
        <p:spPr>
          <a:xfrm xmlns:a="http://schemas.openxmlformats.org/drawingml/2006/main">
            <a:off x="677418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0" name="Standardized person 486: without endpoint">
            <a:extLst xmlns:a="http://schemas.openxmlformats.org/drawingml/2006/main">
              <a:ext uri="{FF2B5EF4-FFF2-40B4-BE49-F238E27FC236}">
                <a16:creationId xmlns:a16="http://schemas.microsoft.com/office/drawing/2014/main" id="{B2E252FD-1618-4278-993E-1E15757CE7B9}"/>
              </a:ext>
            </a:extLst>
          </p:cNvPr>
          <p:cNvSpPr>
            <a:spLocks xmlns:a="http://schemas.openxmlformats.org/drawingml/2006/main" noGrp="1"/>
          </p:cNvSpPr>
          <p:nvPr/>
        </p:nvSpPr>
        <p:spPr>
          <a:xfrm xmlns:a="http://schemas.openxmlformats.org/drawingml/2006/main">
            <a:off x="690562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1" name="Standardized person 487: without endpoint">
            <a:extLst xmlns:a="http://schemas.openxmlformats.org/drawingml/2006/main">
              <a:ext uri="{FF2B5EF4-FFF2-40B4-BE49-F238E27FC236}">
                <a16:creationId xmlns:a16="http://schemas.microsoft.com/office/drawing/2014/main" id="{A9A0D18A-7812-428E-A58E-695E6440CECF}"/>
              </a:ext>
            </a:extLst>
          </p:cNvPr>
          <p:cNvSpPr>
            <a:spLocks xmlns:a="http://schemas.openxmlformats.org/drawingml/2006/main" noGrp="1"/>
          </p:cNvSpPr>
          <p:nvPr/>
        </p:nvSpPr>
        <p:spPr>
          <a:xfrm xmlns:a="http://schemas.openxmlformats.org/drawingml/2006/main">
            <a:off x="703707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2" name="Standardized person 488: without endpoint">
            <a:extLst xmlns:a="http://schemas.openxmlformats.org/drawingml/2006/main">
              <a:ext uri="{FF2B5EF4-FFF2-40B4-BE49-F238E27FC236}">
                <a16:creationId xmlns:a16="http://schemas.microsoft.com/office/drawing/2014/main" id="{93AE7B8C-15D9-4BB4-B74F-E03B5EC6FFF8}"/>
              </a:ext>
            </a:extLst>
          </p:cNvPr>
          <p:cNvSpPr>
            <a:spLocks xmlns:a="http://schemas.openxmlformats.org/drawingml/2006/main" noGrp="1"/>
          </p:cNvSpPr>
          <p:nvPr/>
        </p:nvSpPr>
        <p:spPr>
          <a:xfrm xmlns:a="http://schemas.openxmlformats.org/drawingml/2006/main">
            <a:off x="716851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3" name="Standardized person 489: without endpoint">
            <a:extLst xmlns:a="http://schemas.openxmlformats.org/drawingml/2006/main">
              <a:ext uri="{FF2B5EF4-FFF2-40B4-BE49-F238E27FC236}">
                <a16:creationId xmlns:a16="http://schemas.microsoft.com/office/drawing/2014/main" id="{75F2C082-9EAA-41C4-98E2-A01F8770CA29}"/>
              </a:ext>
            </a:extLst>
          </p:cNvPr>
          <p:cNvSpPr>
            <a:spLocks xmlns:a="http://schemas.openxmlformats.org/drawingml/2006/main" noGrp="1"/>
          </p:cNvSpPr>
          <p:nvPr/>
        </p:nvSpPr>
        <p:spPr>
          <a:xfrm xmlns:a="http://schemas.openxmlformats.org/drawingml/2006/main">
            <a:off x="729996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4" name="Standardized person 490: without endpoint">
            <a:extLst xmlns:a="http://schemas.openxmlformats.org/drawingml/2006/main">
              <a:ext uri="{FF2B5EF4-FFF2-40B4-BE49-F238E27FC236}">
                <a16:creationId xmlns:a16="http://schemas.microsoft.com/office/drawing/2014/main" id="{48CFCC59-51C9-4823-B60F-9472EED1F0A2}"/>
              </a:ext>
            </a:extLst>
          </p:cNvPr>
          <p:cNvSpPr>
            <a:spLocks xmlns:a="http://schemas.openxmlformats.org/drawingml/2006/main" noGrp="1"/>
          </p:cNvSpPr>
          <p:nvPr/>
        </p:nvSpPr>
        <p:spPr>
          <a:xfrm xmlns:a="http://schemas.openxmlformats.org/drawingml/2006/main">
            <a:off x="743140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5" name="Standardized person 491: without endpoint">
            <a:extLst xmlns:a="http://schemas.openxmlformats.org/drawingml/2006/main">
              <a:ext uri="{FF2B5EF4-FFF2-40B4-BE49-F238E27FC236}">
                <a16:creationId xmlns:a16="http://schemas.microsoft.com/office/drawing/2014/main" id="{99AE7C7B-C383-4171-B61C-534A43EB3BA4}"/>
              </a:ext>
            </a:extLst>
          </p:cNvPr>
          <p:cNvSpPr>
            <a:spLocks xmlns:a="http://schemas.openxmlformats.org/drawingml/2006/main" noGrp="1"/>
          </p:cNvSpPr>
          <p:nvPr/>
        </p:nvSpPr>
        <p:spPr>
          <a:xfrm xmlns:a="http://schemas.openxmlformats.org/drawingml/2006/main">
            <a:off x="756285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6" name="Standardized person 492: without endpoint">
            <a:extLst xmlns:a="http://schemas.openxmlformats.org/drawingml/2006/main">
              <a:ext uri="{FF2B5EF4-FFF2-40B4-BE49-F238E27FC236}">
                <a16:creationId xmlns:a16="http://schemas.microsoft.com/office/drawing/2014/main" id="{F3FD0C88-A39E-40C9-9257-4EC138465531}"/>
              </a:ext>
            </a:extLst>
          </p:cNvPr>
          <p:cNvSpPr>
            <a:spLocks xmlns:a="http://schemas.openxmlformats.org/drawingml/2006/main" noGrp="1"/>
          </p:cNvSpPr>
          <p:nvPr/>
        </p:nvSpPr>
        <p:spPr>
          <a:xfrm xmlns:a="http://schemas.openxmlformats.org/drawingml/2006/main">
            <a:off x="769429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7" name="Standardized person 493: without endpoint">
            <a:extLst xmlns:a="http://schemas.openxmlformats.org/drawingml/2006/main">
              <a:ext uri="{FF2B5EF4-FFF2-40B4-BE49-F238E27FC236}">
                <a16:creationId xmlns:a16="http://schemas.microsoft.com/office/drawing/2014/main" id="{4141E58A-C13F-4BD7-A6DB-72FD614D9B5A}"/>
              </a:ext>
            </a:extLst>
          </p:cNvPr>
          <p:cNvSpPr>
            <a:spLocks xmlns:a="http://schemas.openxmlformats.org/drawingml/2006/main" noGrp="1"/>
          </p:cNvSpPr>
          <p:nvPr/>
        </p:nvSpPr>
        <p:spPr>
          <a:xfrm xmlns:a="http://schemas.openxmlformats.org/drawingml/2006/main">
            <a:off x="782574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8" name="Standardized person 494: without endpoint">
            <a:extLst xmlns:a="http://schemas.openxmlformats.org/drawingml/2006/main">
              <a:ext uri="{FF2B5EF4-FFF2-40B4-BE49-F238E27FC236}">
                <a16:creationId xmlns:a16="http://schemas.microsoft.com/office/drawing/2014/main" id="{83663570-47D1-4B01-ADC1-10E18122ADD1}"/>
              </a:ext>
            </a:extLst>
          </p:cNvPr>
          <p:cNvSpPr>
            <a:spLocks xmlns:a="http://schemas.openxmlformats.org/drawingml/2006/main" noGrp="1"/>
          </p:cNvSpPr>
          <p:nvPr/>
        </p:nvSpPr>
        <p:spPr>
          <a:xfrm xmlns:a="http://schemas.openxmlformats.org/drawingml/2006/main">
            <a:off x="795718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499" name="Standardized person 495: without endpoint">
            <a:extLst xmlns:a="http://schemas.openxmlformats.org/drawingml/2006/main">
              <a:ext uri="{FF2B5EF4-FFF2-40B4-BE49-F238E27FC236}">
                <a16:creationId xmlns:a16="http://schemas.microsoft.com/office/drawing/2014/main" id="{207E4105-8F1C-49F0-844B-24D0BD159F2C}"/>
              </a:ext>
            </a:extLst>
          </p:cNvPr>
          <p:cNvSpPr>
            <a:spLocks xmlns:a="http://schemas.openxmlformats.org/drawingml/2006/main" noGrp="1"/>
          </p:cNvSpPr>
          <p:nvPr/>
        </p:nvSpPr>
        <p:spPr>
          <a:xfrm xmlns:a="http://schemas.openxmlformats.org/drawingml/2006/main">
            <a:off x="808863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0" name="Standardized person 496: without endpoint">
            <a:extLst xmlns:a="http://schemas.openxmlformats.org/drawingml/2006/main">
              <a:ext uri="{FF2B5EF4-FFF2-40B4-BE49-F238E27FC236}">
                <a16:creationId xmlns:a16="http://schemas.microsoft.com/office/drawing/2014/main" id="{4C3CE610-0E58-47C4-A66A-F142E28EAC4D}"/>
              </a:ext>
            </a:extLst>
          </p:cNvPr>
          <p:cNvSpPr>
            <a:spLocks xmlns:a="http://schemas.openxmlformats.org/drawingml/2006/main" noGrp="1"/>
          </p:cNvSpPr>
          <p:nvPr/>
        </p:nvSpPr>
        <p:spPr>
          <a:xfrm xmlns:a="http://schemas.openxmlformats.org/drawingml/2006/main">
            <a:off x="822007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1" name="Standardized person 497: without endpoint">
            <a:extLst xmlns:a="http://schemas.openxmlformats.org/drawingml/2006/main">
              <a:ext uri="{FF2B5EF4-FFF2-40B4-BE49-F238E27FC236}">
                <a16:creationId xmlns:a16="http://schemas.microsoft.com/office/drawing/2014/main" id="{B6BFD62B-53C5-4E99-A12B-909E1D35A389}"/>
              </a:ext>
            </a:extLst>
          </p:cNvPr>
          <p:cNvSpPr>
            <a:spLocks xmlns:a="http://schemas.openxmlformats.org/drawingml/2006/main" noGrp="1"/>
          </p:cNvSpPr>
          <p:nvPr/>
        </p:nvSpPr>
        <p:spPr>
          <a:xfrm xmlns:a="http://schemas.openxmlformats.org/drawingml/2006/main">
            <a:off x="835152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2" name="Standardized person 498: without endpoint">
            <a:extLst xmlns:a="http://schemas.openxmlformats.org/drawingml/2006/main">
              <a:ext uri="{FF2B5EF4-FFF2-40B4-BE49-F238E27FC236}">
                <a16:creationId xmlns:a16="http://schemas.microsoft.com/office/drawing/2014/main" id="{EAD541E8-FFF9-47B7-BB65-CEF7A2DB745A}"/>
              </a:ext>
            </a:extLst>
          </p:cNvPr>
          <p:cNvSpPr>
            <a:spLocks xmlns:a="http://schemas.openxmlformats.org/drawingml/2006/main" noGrp="1"/>
          </p:cNvSpPr>
          <p:nvPr/>
        </p:nvSpPr>
        <p:spPr>
          <a:xfrm xmlns:a="http://schemas.openxmlformats.org/drawingml/2006/main">
            <a:off x="848296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3" name="Standardized person 499: without endpoint">
            <a:extLst xmlns:a="http://schemas.openxmlformats.org/drawingml/2006/main">
              <a:ext uri="{FF2B5EF4-FFF2-40B4-BE49-F238E27FC236}">
                <a16:creationId xmlns:a16="http://schemas.microsoft.com/office/drawing/2014/main" id="{413939A3-048B-477F-8BFA-405E2B67B800}"/>
              </a:ext>
            </a:extLst>
          </p:cNvPr>
          <p:cNvSpPr>
            <a:spLocks xmlns:a="http://schemas.openxmlformats.org/drawingml/2006/main" noGrp="1"/>
          </p:cNvSpPr>
          <p:nvPr/>
        </p:nvSpPr>
        <p:spPr>
          <a:xfrm xmlns:a="http://schemas.openxmlformats.org/drawingml/2006/main">
            <a:off x="861441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4" name="Standardized person 500: without endpoint">
            <a:extLst xmlns:a="http://schemas.openxmlformats.org/drawingml/2006/main">
              <a:ext uri="{FF2B5EF4-FFF2-40B4-BE49-F238E27FC236}">
                <a16:creationId xmlns:a16="http://schemas.microsoft.com/office/drawing/2014/main" id="{D0447505-3343-4117-BEF1-EDC5D0974226}"/>
              </a:ext>
            </a:extLst>
          </p:cNvPr>
          <p:cNvSpPr>
            <a:spLocks xmlns:a="http://schemas.openxmlformats.org/drawingml/2006/main" noGrp="1"/>
          </p:cNvSpPr>
          <p:nvPr/>
        </p:nvSpPr>
        <p:spPr>
          <a:xfrm xmlns:a="http://schemas.openxmlformats.org/drawingml/2006/main">
            <a:off x="874585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5" name="Standardized person 501: without endpoint">
            <a:extLst xmlns:a="http://schemas.openxmlformats.org/drawingml/2006/main">
              <a:ext uri="{FF2B5EF4-FFF2-40B4-BE49-F238E27FC236}">
                <a16:creationId xmlns:a16="http://schemas.microsoft.com/office/drawing/2014/main" id="{0283D65B-4454-439A-B5D6-F288737946A5}"/>
              </a:ext>
            </a:extLst>
          </p:cNvPr>
          <p:cNvSpPr>
            <a:spLocks xmlns:a="http://schemas.openxmlformats.org/drawingml/2006/main" noGrp="1"/>
          </p:cNvSpPr>
          <p:nvPr/>
        </p:nvSpPr>
        <p:spPr>
          <a:xfrm xmlns:a="http://schemas.openxmlformats.org/drawingml/2006/main">
            <a:off x="887730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6" name="Standardized person 502: without endpoint">
            <a:extLst xmlns:a="http://schemas.openxmlformats.org/drawingml/2006/main">
              <a:ext uri="{FF2B5EF4-FFF2-40B4-BE49-F238E27FC236}">
                <a16:creationId xmlns:a16="http://schemas.microsoft.com/office/drawing/2014/main" id="{E5E30A25-4BC3-4E14-9AE9-E7D3F90A6C15}"/>
              </a:ext>
            </a:extLst>
          </p:cNvPr>
          <p:cNvSpPr>
            <a:spLocks xmlns:a="http://schemas.openxmlformats.org/drawingml/2006/main" noGrp="1"/>
          </p:cNvSpPr>
          <p:nvPr/>
        </p:nvSpPr>
        <p:spPr>
          <a:xfrm xmlns:a="http://schemas.openxmlformats.org/drawingml/2006/main">
            <a:off x="900874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7" name="Standardized person 503: without endpoint">
            <a:extLst xmlns:a="http://schemas.openxmlformats.org/drawingml/2006/main">
              <a:ext uri="{FF2B5EF4-FFF2-40B4-BE49-F238E27FC236}">
                <a16:creationId xmlns:a16="http://schemas.microsoft.com/office/drawing/2014/main" id="{0FEFBDF8-3F4F-45B5-B2EF-64E000DA901B}"/>
              </a:ext>
            </a:extLst>
          </p:cNvPr>
          <p:cNvSpPr>
            <a:spLocks xmlns:a="http://schemas.openxmlformats.org/drawingml/2006/main" noGrp="1"/>
          </p:cNvSpPr>
          <p:nvPr/>
        </p:nvSpPr>
        <p:spPr>
          <a:xfrm xmlns:a="http://schemas.openxmlformats.org/drawingml/2006/main">
            <a:off x="914019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8" name="Standardized person 504: without endpoint">
            <a:extLst xmlns:a="http://schemas.openxmlformats.org/drawingml/2006/main">
              <a:ext uri="{FF2B5EF4-FFF2-40B4-BE49-F238E27FC236}">
                <a16:creationId xmlns:a16="http://schemas.microsoft.com/office/drawing/2014/main" id="{18797E4B-95E4-4872-92D7-C23A80329603}"/>
              </a:ext>
            </a:extLst>
          </p:cNvPr>
          <p:cNvSpPr>
            <a:spLocks xmlns:a="http://schemas.openxmlformats.org/drawingml/2006/main" noGrp="1"/>
          </p:cNvSpPr>
          <p:nvPr/>
        </p:nvSpPr>
        <p:spPr>
          <a:xfrm xmlns:a="http://schemas.openxmlformats.org/drawingml/2006/main">
            <a:off x="927163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09" name="Standardized person 505: without endpoint">
            <a:extLst xmlns:a="http://schemas.openxmlformats.org/drawingml/2006/main">
              <a:ext uri="{FF2B5EF4-FFF2-40B4-BE49-F238E27FC236}">
                <a16:creationId xmlns:a16="http://schemas.microsoft.com/office/drawing/2014/main" id="{FE0E703C-B4BF-4A11-AEF0-323A26DDED77}"/>
              </a:ext>
            </a:extLst>
          </p:cNvPr>
          <p:cNvSpPr>
            <a:spLocks xmlns:a="http://schemas.openxmlformats.org/drawingml/2006/main" noGrp="1"/>
          </p:cNvSpPr>
          <p:nvPr/>
        </p:nvSpPr>
        <p:spPr>
          <a:xfrm xmlns:a="http://schemas.openxmlformats.org/drawingml/2006/main">
            <a:off x="940308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0" name="Standardized person 506: without endpoint">
            <a:extLst xmlns:a="http://schemas.openxmlformats.org/drawingml/2006/main">
              <a:ext uri="{FF2B5EF4-FFF2-40B4-BE49-F238E27FC236}">
                <a16:creationId xmlns:a16="http://schemas.microsoft.com/office/drawing/2014/main" id="{31EB4F08-3B53-4E3D-AEEF-06FDC5BAD4B0}"/>
              </a:ext>
            </a:extLst>
          </p:cNvPr>
          <p:cNvSpPr>
            <a:spLocks xmlns:a="http://schemas.openxmlformats.org/drawingml/2006/main" noGrp="1"/>
          </p:cNvSpPr>
          <p:nvPr/>
        </p:nvSpPr>
        <p:spPr>
          <a:xfrm xmlns:a="http://schemas.openxmlformats.org/drawingml/2006/main">
            <a:off x="953452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1" name="Standardized person 507: without endpoint">
            <a:extLst xmlns:a="http://schemas.openxmlformats.org/drawingml/2006/main">
              <a:ext uri="{FF2B5EF4-FFF2-40B4-BE49-F238E27FC236}">
                <a16:creationId xmlns:a16="http://schemas.microsoft.com/office/drawing/2014/main" id="{495CF280-53FF-4DC9-BAEB-CC9CF29BF20F}"/>
              </a:ext>
            </a:extLst>
          </p:cNvPr>
          <p:cNvSpPr>
            <a:spLocks xmlns:a="http://schemas.openxmlformats.org/drawingml/2006/main" noGrp="1"/>
          </p:cNvSpPr>
          <p:nvPr/>
        </p:nvSpPr>
        <p:spPr>
          <a:xfrm xmlns:a="http://schemas.openxmlformats.org/drawingml/2006/main">
            <a:off x="966597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2" name="Standardized person 508: without endpoint">
            <a:extLst xmlns:a="http://schemas.openxmlformats.org/drawingml/2006/main">
              <a:ext uri="{FF2B5EF4-FFF2-40B4-BE49-F238E27FC236}">
                <a16:creationId xmlns:a16="http://schemas.microsoft.com/office/drawing/2014/main" id="{905B7998-CB56-4DFE-A4B7-B21F5B8E2590}"/>
              </a:ext>
            </a:extLst>
          </p:cNvPr>
          <p:cNvSpPr>
            <a:spLocks xmlns:a="http://schemas.openxmlformats.org/drawingml/2006/main" noGrp="1"/>
          </p:cNvSpPr>
          <p:nvPr/>
        </p:nvSpPr>
        <p:spPr>
          <a:xfrm xmlns:a="http://schemas.openxmlformats.org/drawingml/2006/main">
            <a:off x="979741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3" name="Standardized person 509: without endpoint">
            <a:extLst xmlns:a="http://schemas.openxmlformats.org/drawingml/2006/main">
              <a:ext uri="{FF2B5EF4-FFF2-40B4-BE49-F238E27FC236}">
                <a16:creationId xmlns:a16="http://schemas.microsoft.com/office/drawing/2014/main" id="{69A92C98-C867-42AB-B3EB-C005E2487761}"/>
              </a:ext>
            </a:extLst>
          </p:cNvPr>
          <p:cNvSpPr>
            <a:spLocks xmlns:a="http://schemas.openxmlformats.org/drawingml/2006/main" noGrp="1"/>
          </p:cNvSpPr>
          <p:nvPr/>
        </p:nvSpPr>
        <p:spPr>
          <a:xfrm xmlns:a="http://schemas.openxmlformats.org/drawingml/2006/main">
            <a:off x="992886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4" name="Standardized person 510: without endpoint">
            <a:extLst xmlns:a="http://schemas.openxmlformats.org/drawingml/2006/main">
              <a:ext uri="{FF2B5EF4-FFF2-40B4-BE49-F238E27FC236}">
                <a16:creationId xmlns:a16="http://schemas.microsoft.com/office/drawing/2014/main" id="{C6D28CAB-6439-475B-A580-E38C481FDA18}"/>
              </a:ext>
            </a:extLst>
          </p:cNvPr>
          <p:cNvSpPr>
            <a:spLocks xmlns:a="http://schemas.openxmlformats.org/drawingml/2006/main" noGrp="1"/>
          </p:cNvSpPr>
          <p:nvPr/>
        </p:nvSpPr>
        <p:spPr>
          <a:xfrm xmlns:a="http://schemas.openxmlformats.org/drawingml/2006/main">
            <a:off x="1006030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5" name="Standardized person 511: without endpoint">
            <a:extLst xmlns:a="http://schemas.openxmlformats.org/drawingml/2006/main">
              <a:ext uri="{FF2B5EF4-FFF2-40B4-BE49-F238E27FC236}">
                <a16:creationId xmlns:a16="http://schemas.microsoft.com/office/drawing/2014/main" id="{971691CB-80AD-4F14-9DA7-D9DE5054372B}"/>
              </a:ext>
            </a:extLst>
          </p:cNvPr>
          <p:cNvSpPr>
            <a:spLocks xmlns:a="http://schemas.openxmlformats.org/drawingml/2006/main" noGrp="1"/>
          </p:cNvSpPr>
          <p:nvPr/>
        </p:nvSpPr>
        <p:spPr>
          <a:xfrm xmlns:a="http://schemas.openxmlformats.org/drawingml/2006/main">
            <a:off x="1019175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6" name="Standardized person 512: without endpoint">
            <a:extLst xmlns:a="http://schemas.openxmlformats.org/drawingml/2006/main">
              <a:ext uri="{FF2B5EF4-FFF2-40B4-BE49-F238E27FC236}">
                <a16:creationId xmlns:a16="http://schemas.microsoft.com/office/drawing/2014/main" id="{4DC4B9C5-3775-4F25-9FE3-13DA9C7BFBAD}"/>
              </a:ext>
            </a:extLst>
          </p:cNvPr>
          <p:cNvSpPr>
            <a:spLocks xmlns:a="http://schemas.openxmlformats.org/drawingml/2006/main" noGrp="1"/>
          </p:cNvSpPr>
          <p:nvPr/>
        </p:nvSpPr>
        <p:spPr>
          <a:xfrm xmlns:a="http://schemas.openxmlformats.org/drawingml/2006/main">
            <a:off x="1032319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7" name="Standardized person 513: without endpoint">
            <a:extLst xmlns:a="http://schemas.openxmlformats.org/drawingml/2006/main">
              <a:ext uri="{FF2B5EF4-FFF2-40B4-BE49-F238E27FC236}">
                <a16:creationId xmlns:a16="http://schemas.microsoft.com/office/drawing/2014/main" id="{0CA52257-21AB-4D7A-BCE5-098A6ECF4B3F}"/>
              </a:ext>
            </a:extLst>
          </p:cNvPr>
          <p:cNvSpPr>
            <a:spLocks xmlns:a="http://schemas.openxmlformats.org/drawingml/2006/main" noGrp="1"/>
          </p:cNvSpPr>
          <p:nvPr/>
        </p:nvSpPr>
        <p:spPr>
          <a:xfrm xmlns:a="http://schemas.openxmlformats.org/drawingml/2006/main">
            <a:off x="1045464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8" name="Standardized person 514: without endpoint">
            <a:extLst xmlns:a="http://schemas.openxmlformats.org/drawingml/2006/main">
              <a:ext uri="{FF2B5EF4-FFF2-40B4-BE49-F238E27FC236}">
                <a16:creationId xmlns:a16="http://schemas.microsoft.com/office/drawing/2014/main" id="{BC70D1C7-B0A8-48BA-B478-0B314AC2AD92}"/>
              </a:ext>
            </a:extLst>
          </p:cNvPr>
          <p:cNvSpPr>
            <a:spLocks xmlns:a="http://schemas.openxmlformats.org/drawingml/2006/main" noGrp="1"/>
          </p:cNvSpPr>
          <p:nvPr/>
        </p:nvSpPr>
        <p:spPr>
          <a:xfrm xmlns:a="http://schemas.openxmlformats.org/drawingml/2006/main">
            <a:off x="1058608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19" name="Standardized person 515: without endpoint">
            <a:extLst xmlns:a="http://schemas.openxmlformats.org/drawingml/2006/main">
              <a:ext uri="{FF2B5EF4-FFF2-40B4-BE49-F238E27FC236}">
                <a16:creationId xmlns:a16="http://schemas.microsoft.com/office/drawing/2014/main" id="{26A5F3D3-0E7E-4B1D-8355-E51B5245D70A}"/>
              </a:ext>
            </a:extLst>
          </p:cNvPr>
          <p:cNvSpPr>
            <a:spLocks xmlns:a="http://schemas.openxmlformats.org/drawingml/2006/main" noGrp="1"/>
          </p:cNvSpPr>
          <p:nvPr/>
        </p:nvSpPr>
        <p:spPr>
          <a:xfrm xmlns:a="http://schemas.openxmlformats.org/drawingml/2006/main">
            <a:off x="1071753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0" name="Standardized person 516: without endpoint">
            <a:extLst xmlns:a="http://schemas.openxmlformats.org/drawingml/2006/main">
              <a:ext uri="{FF2B5EF4-FFF2-40B4-BE49-F238E27FC236}">
                <a16:creationId xmlns:a16="http://schemas.microsoft.com/office/drawing/2014/main" id="{761A083D-9ED1-47AB-8C77-F1858B78C19B}"/>
              </a:ext>
            </a:extLst>
          </p:cNvPr>
          <p:cNvSpPr>
            <a:spLocks xmlns:a="http://schemas.openxmlformats.org/drawingml/2006/main" noGrp="1"/>
          </p:cNvSpPr>
          <p:nvPr/>
        </p:nvSpPr>
        <p:spPr>
          <a:xfrm xmlns:a="http://schemas.openxmlformats.org/drawingml/2006/main">
            <a:off x="1084897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1" name="Standardized person 517: without endpoint">
            <a:extLst xmlns:a="http://schemas.openxmlformats.org/drawingml/2006/main">
              <a:ext uri="{FF2B5EF4-FFF2-40B4-BE49-F238E27FC236}">
                <a16:creationId xmlns:a16="http://schemas.microsoft.com/office/drawing/2014/main" id="{F7E97B47-B811-4062-9342-40EEB0676002}"/>
              </a:ext>
            </a:extLst>
          </p:cNvPr>
          <p:cNvSpPr>
            <a:spLocks xmlns:a="http://schemas.openxmlformats.org/drawingml/2006/main" noGrp="1"/>
          </p:cNvSpPr>
          <p:nvPr/>
        </p:nvSpPr>
        <p:spPr>
          <a:xfrm xmlns:a="http://schemas.openxmlformats.org/drawingml/2006/main">
            <a:off x="1098042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2" name="Standardized person 518: without endpoint">
            <a:extLst xmlns:a="http://schemas.openxmlformats.org/drawingml/2006/main">
              <a:ext uri="{FF2B5EF4-FFF2-40B4-BE49-F238E27FC236}">
                <a16:creationId xmlns:a16="http://schemas.microsoft.com/office/drawing/2014/main" id="{352C5BFB-ED49-4CE3-AA00-ADF0139CC18A}"/>
              </a:ext>
            </a:extLst>
          </p:cNvPr>
          <p:cNvSpPr>
            <a:spLocks xmlns:a="http://schemas.openxmlformats.org/drawingml/2006/main" noGrp="1"/>
          </p:cNvSpPr>
          <p:nvPr/>
        </p:nvSpPr>
        <p:spPr>
          <a:xfrm xmlns:a="http://schemas.openxmlformats.org/drawingml/2006/main">
            <a:off x="1111186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3" name="Standardized person 519: without endpoint">
            <a:extLst xmlns:a="http://schemas.openxmlformats.org/drawingml/2006/main">
              <a:ext uri="{FF2B5EF4-FFF2-40B4-BE49-F238E27FC236}">
                <a16:creationId xmlns:a16="http://schemas.microsoft.com/office/drawing/2014/main" id="{C191D5D2-191B-4F8E-BB67-C2409B75762F}"/>
              </a:ext>
            </a:extLst>
          </p:cNvPr>
          <p:cNvSpPr>
            <a:spLocks xmlns:a="http://schemas.openxmlformats.org/drawingml/2006/main" noGrp="1"/>
          </p:cNvSpPr>
          <p:nvPr/>
        </p:nvSpPr>
        <p:spPr>
          <a:xfrm xmlns:a="http://schemas.openxmlformats.org/drawingml/2006/main">
            <a:off x="11243310"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4" name="Standardized person 520: without endpoint">
            <a:extLst xmlns:a="http://schemas.openxmlformats.org/drawingml/2006/main">
              <a:ext uri="{FF2B5EF4-FFF2-40B4-BE49-F238E27FC236}">
                <a16:creationId xmlns:a16="http://schemas.microsoft.com/office/drawing/2014/main" id="{902D5C76-7322-4883-923D-96D677D12599}"/>
              </a:ext>
            </a:extLst>
          </p:cNvPr>
          <p:cNvSpPr>
            <a:spLocks xmlns:a="http://schemas.openxmlformats.org/drawingml/2006/main" noGrp="1"/>
          </p:cNvSpPr>
          <p:nvPr/>
        </p:nvSpPr>
        <p:spPr>
          <a:xfrm xmlns:a="http://schemas.openxmlformats.org/drawingml/2006/main">
            <a:off x="11374755" y="389153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5" name="Standardized person 521: without endpoint">
            <a:extLst xmlns:a="http://schemas.openxmlformats.org/drawingml/2006/main">
              <a:ext uri="{FF2B5EF4-FFF2-40B4-BE49-F238E27FC236}">
                <a16:creationId xmlns:a16="http://schemas.microsoft.com/office/drawing/2014/main" id="{9FB4E1BD-B3D0-41BF-89C5-98D683B3C3F7}"/>
              </a:ext>
            </a:extLst>
          </p:cNvPr>
          <p:cNvSpPr>
            <a:spLocks xmlns:a="http://schemas.openxmlformats.org/drawingml/2006/main" noGrp="1"/>
          </p:cNvSpPr>
          <p:nvPr/>
        </p:nvSpPr>
        <p:spPr>
          <a:xfrm xmlns:a="http://schemas.openxmlformats.org/drawingml/2006/main">
            <a:off x="624840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6" name="Standardized person 522: without endpoint">
            <a:extLst xmlns:a="http://schemas.openxmlformats.org/drawingml/2006/main">
              <a:ext uri="{FF2B5EF4-FFF2-40B4-BE49-F238E27FC236}">
                <a16:creationId xmlns:a16="http://schemas.microsoft.com/office/drawing/2014/main" id="{B1F65D4F-3BAD-4C7D-98DE-895EE7EEA4A1}"/>
              </a:ext>
            </a:extLst>
          </p:cNvPr>
          <p:cNvSpPr>
            <a:spLocks xmlns:a="http://schemas.openxmlformats.org/drawingml/2006/main" noGrp="1"/>
          </p:cNvSpPr>
          <p:nvPr/>
        </p:nvSpPr>
        <p:spPr>
          <a:xfrm xmlns:a="http://schemas.openxmlformats.org/drawingml/2006/main">
            <a:off x="637984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7" name="Standardized person 523: without endpoint">
            <a:extLst xmlns:a="http://schemas.openxmlformats.org/drawingml/2006/main">
              <a:ext uri="{FF2B5EF4-FFF2-40B4-BE49-F238E27FC236}">
                <a16:creationId xmlns:a16="http://schemas.microsoft.com/office/drawing/2014/main" id="{5D0798AF-759A-40C3-AF23-F9F0E7A7EE27}"/>
              </a:ext>
            </a:extLst>
          </p:cNvPr>
          <p:cNvSpPr>
            <a:spLocks xmlns:a="http://schemas.openxmlformats.org/drawingml/2006/main" noGrp="1"/>
          </p:cNvSpPr>
          <p:nvPr/>
        </p:nvSpPr>
        <p:spPr>
          <a:xfrm xmlns:a="http://schemas.openxmlformats.org/drawingml/2006/main">
            <a:off x="651129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8" name="Standardized person 524: without endpoint">
            <a:extLst xmlns:a="http://schemas.openxmlformats.org/drawingml/2006/main">
              <a:ext uri="{FF2B5EF4-FFF2-40B4-BE49-F238E27FC236}">
                <a16:creationId xmlns:a16="http://schemas.microsoft.com/office/drawing/2014/main" id="{EB18E09C-28CF-4ACD-A156-DF5D7B23C5B4}"/>
              </a:ext>
            </a:extLst>
          </p:cNvPr>
          <p:cNvSpPr>
            <a:spLocks xmlns:a="http://schemas.openxmlformats.org/drawingml/2006/main" noGrp="1"/>
          </p:cNvSpPr>
          <p:nvPr/>
        </p:nvSpPr>
        <p:spPr>
          <a:xfrm xmlns:a="http://schemas.openxmlformats.org/drawingml/2006/main">
            <a:off x="664273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29" name="Standardized person 525: without endpoint">
            <a:extLst xmlns:a="http://schemas.openxmlformats.org/drawingml/2006/main">
              <a:ext uri="{FF2B5EF4-FFF2-40B4-BE49-F238E27FC236}">
                <a16:creationId xmlns:a16="http://schemas.microsoft.com/office/drawing/2014/main" id="{2F02715E-01E9-482A-978E-61818EB538BA}"/>
              </a:ext>
            </a:extLst>
          </p:cNvPr>
          <p:cNvSpPr>
            <a:spLocks xmlns:a="http://schemas.openxmlformats.org/drawingml/2006/main" noGrp="1"/>
          </p:cNvSpPr>
          <p:nvPr/>
        </p:nvSpPr>
        <p:spPr>
          <a:xfrm xmlns:a="http://schemas.openxmlformats.org/drawingml/2006/main">
            <a:off x="677418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0" name="Standardized person 526: without endpoint">
            <a:extLst xmlns:a="http://schemas.openxmlformats.org/drawingml/2006/main">
              <a:ext uri="{FF2B5EF4-FFF2-40B4-BE49-F238E27FC236}">
                <a16:creationId xmlns:a16="http://schemas.microsoft.com/office/drawing/2014/main" id="{25C2A512-097C-4573-93CD-2764AF972E30}"/>
              </a:ext>
            </a:extLst>
          </p:cNvPr>
          <p:cNvSpPr>
            <a:spLocks xmlns:a="http://schemas.openxmlformats.org/drawingml/2006/main" noGrp="1"/>
          </p:cNvSpPr>
          <p:nvPr/>
        </p:nvSpPr>
        <p:spPr>
          <a:xfrm xmlns:a="http://schemas.openxmlformats.org/drawingml/2006/main">
            <a:off x="690562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1" name="Standardized person 527: without endpoint">
            <a:extLst xmlns:a="http://schemas.openxmlformats.org/drawingml/2006/main">
              <a:ext uri="{FF2B5EF4-FFF2-40B4-BE49-F238E27FC236}">
                <a16:creationId xmlns:a16="http://schemas.microsoft.com/office/drawing/2014/main" id="{36B43A4B-7B70-4C76-87A3-214D92CF9F70}"/>
              </a:ext>
            </a:extLst>
          </p:cNvPr>
          <p:cNvSpPr>
            <a:spLocks xmlns:a="http://schemas.openxmlformats.org/drawingml/2006/main" noGrp="1"/>
          </p:cNvSpPr>
          <p:nvPr/>
        </p:nvSpPr>
        <p:spPr>
          <a:xfrm xmlns:a="http://schemas.openxmlformats.org/drawingml/2006/main">
            <a:off x="703707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2" name="Standardized person 528: without endpoint">
            <a:extLst xmlns:a="http://schemas.openxmlformats.org/drawingml/2006/main">
              <a:ext uri="{FF2B5EF4-FFF2-40B4-BE49-F238E27FC236}">
                <a16:creationId xmlns:a16="http://schemas.microsoft.com/office/drawing/2014/main" id="{EC88F23B-EE96-4029-AB84-E96F6D8E24CE}"/>
              </a:ext>
            </a:extLst>
          </p:cNvPr>
          <p:cNvSpPr>
            <a:spLocks xmlns:a="http://schemas.openxmlformats.org/drawingml/2006/main" noGrp="1"/>
          </p:cNvSpPr>
          <p:nvPr/>
        </p:nvSpPr>
        <p:spPr>
          <a:xfrm xmlns:a="http://schemas.openxmlformats.org/drawingml/2006/main">
            <a:off x="716851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3" name="Standardized person 529: without endpoint">
            <a:extLst xmlns:a="http://schemas.openxmlformats.org/drawingml/2006/main">
              <a:ext uri="{FF2B5EF4-FFF2-40B4-BE49-F238E27FC236}">
                <a16:creationId xmlns:a16="http://schemas.microsoft.com/office/drawing/2014/main" id="{9E04CFCB-8BB6-402A-9269-EA6D627D7431}"/>
              </a:ext>
            </a:extLst>
          </p:cNvPr>
          <p:cNvSpPr>
            <a:spLocks xmlns:a="http://schemas.openxmlformats.org/drawingml/2006/main" noGrp="1"/>
          </p:cNvSpPr>
          <p:nvPr/>
        </p:nvSpPr>
        <p:spPr>
          <a:xfrm xmlns:a="http://schemas.openxmlformats.org/drawingml/2006/main">
            <a:off x="729996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4" name="Standardized person 530: without endpoint">
            <a:extLst xmlns:a="http://schemas.openxmlformats.org/drawingml/2006/main">
              <a:ext uri="{FF2B5EF4-FFF2-40B4-BE49-F238E27FC236}">
                <a16:creationId xmlns:a16="http://schemas.microsoft.com/office/drawing/2014/main" id="{0AA5F5AF-C9EF-410F-92A0-8020BDD847EF}"/>
              </a:ext>
            </a:extLst>
          </p:cNvPr>
          <p:cNvSpPr>
            <a:spLocks xmlns:a="http://schemas.openxmlformats.org/drawingml/2006/main" noGrp="1"/>
          </p:cNvSpPr>
          <p:nvPr/>
        </p:nvSpPr>
        <p:spPr>
          <a:xfrm xmlns:a="http://schemas.openxmlformats.org/drawingml/2006/main">
            <a:off x="743140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5" name="Standardized person 531: without endpoint">
            <a:extLst xmlns:a="http://schemas.openxmlformats.org/drawingml/2006/main">
              <a:ext uri="{FF2B5EF4-FFF2-40B4-BE49-F238E27FC236}">
                <a16:creationId xmlns:a16="http://schemas.microsoft.com/office/drawing/2014/main" id="{1FF33D2A-1ED2-4859-8320-5F7DD2E801EE}"/>
              </a:ext>
            </a:extLst>
          </p:cNvPr>
          <p:cNvSpPr>
            <a:spLocks xmlns:a="http://schemas.openxmlformats.org/drawingml/2006/main" noGrp="1"/>
          </p:cNvSpPr>
          <p:nvPr/>
        </p:nvSpPr>
        <p:spPr>
          <a:xfrm xmlns:a="http://schemas.openxmlformats.org/drawingml/2006/main">
            <a:off x="756285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6" name="Standardized person 532: without endpoint">
            <a:extLst xmlns:a="http://schemas.openxmlformats.org/drawingml/2006/main">
              <a:ext uri="{FF2B5EF4-FFF2-40B4-BE49-F238E27FC236}">
                <a16:creationId xmlns:a16="http://schemas.microsoft.com/office/drawing/2014/main" id="{062D72EA-F9CA-4054-A955-35A9161E40E5}"/>
              </a:ext>
            </a:extLst>
          </p:cNvPr>
          <p:cNvSpPr>
            <a:spLocks xmlns:a="http://schemas.openxmlformats.org/drawingml/2006/main" noGrp="1"/>
          </p:cNvSpPr>
          <p:nvPr/>
        </p:nvSpPr>
        <p:spPr>
          <a:xfrm xmlns:a="http://schemas.openxmlformats.org/drawingml/2006/main">
            <a:off x="769429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7" name="Standardized person 533: without endpoint">
            <a:extLst xmlns:a="http://schemas.openxmlformats.org/drawingml/2006/main">
              <a:ext uri="{FF2B5EF4-FFF2-40B4-BE49-F238E27FC236}">
                <a16:creationId xmlns:a16="http://schemas.microsoft.com/office/drawing/2014/main" id="{30D57E15-13F2-4A7A-A5D9-83A21006758A}"/>
              </a:ext>
            </a:extLst>
          </p:cNvPr>
          <p:cNvSpPr>
            <a:spLocks xmlns:a="http://schemas.openxmlformats.org/drawingml/2006/main" noGrp="1"/>
          </p:cNvSpPr>
          <p:nvPr/>
        </p:nvSpPr>
        <p:spPr>
          <a:xfrm xmlns:a="http://schemas.openxmlformats.org/drawingml/2006/main">
            <a:off x="782574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8" name="Standardized person 534: without endpoint">
            <a:extLst xmlns:a="http://schemas.openxmlformats.org/drawingml/2006/main">
              <a:ext uri="{FF2B5EF4-FFF2-40B4-BE49-F238E27FC236}">
                <a16:creationId xmlns:a16="http://schemas.microsoft.com/office/drawing/2014/main" id="{A985F096-8B78-4301-A4E8-2AD05A78A449}"/>
              </a:ext>
            </a:extLst>
          </p:cNvPr>
          <p:cNvSpPr>
            <a:spLocks xmlns:a="http://schemas.openxmlformats.org/drawingml/2006/main" noGrp="1"/>
          </p:cNvSpPr>
          <p:nvPr/>
        </p:nvSpPr>
        <p:spPr>
          <a:xfrm xmlns:a="http://schemas.openxmlformats.org/drawingml/2006/main">
            <a:off x="795718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39" name="Standardized person 535: without endpoint">
            <a:extLst xmlns:a="http://schemas.openxmlformats.org/drawingml/2006/main">
              <a:ext uri="{FF2B5EF4-FFF2-40B4-BE49-F238E27FC236}">
                <a16:creationId xmlns:a16="http://schemas.microsoft.com/office/drawing/2014/main" id="{274FE338-EC1F-4A63-AE98-457EE6D2A68B}"/>
              </a:ext>
            </a:extLst>
          </p:cNvPr>
          <p:cNvSpPr>
            <a:spLocks xmlns:a="http://schemas.openxmlformats.org/drawingml/2006/main" noGrp="1"/>
          </p:cNvSpPr>
          <p:nvPr/>
        </p:nvSpPr>
        <p:spPr>
          <a:xfrm xmlns:a="http://schemas.openxmlformats.org/drawingml/2006/main">
            <a:off x="808863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0" name="Standardized person 536: without endpoint">
            <a:extLst xmlns:a="http://schemas.openxmlformats.org/drawingml/2006/main">
              <a:ext uri="{FF2B5EF4-FFF2-40B4-BE49-F238E27FC236}">
                <a16:creationId xmlns:a16="http://schemas.microsoft.com/office/drawing/2014/main" id="{D508AE93-0BF7-489D-B793-BBB29A4001B6}"/>
              </a:ext>
            </a:extLst>
          </p:cNvPr>
          <p:cNvSpPr>
            <a:spLocks xmlns:a="http://schemas.openxmlformats.org/drawingml/2006/main" noGrp="1"/>
          </p:cNvSpPr>
          <p:nvPr/>
        </p:nvSpPr>
        <p:spPr>
          <a:xfrm xmlns:a="http://schemas.openxmlformats.org/drawingml/2006/main">
            <a:off x="822007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1" name="Standardized person 537: without endpoint">
            <a:extLst xmlns:a="http://schemas.openxmlformats.org/drawingml/2006/main">
              <a:ext uri="{FF2B5EF4-FFF2-40B4-BE49-F238E27FC236}">
                <a16:creationId xmlns:a16="http://schemas.microsoft.com/office/drawing/2014/main" id="{F12E3B60-549C-4B41-B50B-6BC9AB844962}"/>
              </a:ext>
            </a:extLst>
          </p:cNvPr>
          <p:cNvSpPr>
            <a:spLocks xmlns:a="http://schemas.openxmlformats.org/drawingml/2006/main" noGrp="1"/>
          </p:cNvSpPr>
          <p:nvPr/>
        </p:nvSpPr>
        <p:spPr>
          <a:xfrm xmlns:a="http://schemas.openxmlformats.org/drawingml/2006/main">
            <a:off x="835152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2" name="Standardized person 538: without endpoint">
            <a:extLst xmlns:a="http://schemas.openxmlformats.org/drawingml/2006/main">
              <a:ext uri="{FF2B5EF4-FFF2-40B4-BE49-F238E27FC236}">
                <a16:creationId xmlns:a16="http://schemas.microsoft.com/office/drawing/2014/main" id="{52D2D76A-047B-44B1-A70D-F8D50A190762}"/>
              </a:ext>
            </a:extLst>
          </p:cNvPr>
          <p:cNvSpPr>
            <a:spLocks xmlns:a="http://schemas.openxmlformats.org/drawingml/2006/main" noGrp="1"/>
          </p:cNvSpPr>
          <p:nvPr/>
        </p:nvSpPr>
        <p:spPr>
          <a:xfrm xmlns:a="http://schemas.openxmlformats.org/drawingml/2006/main">
            <a:off x="848296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3" name="Standardized person 539: without endpoint">
            <a:extLst xmlns:a="http://schemas.openxmlformats.org/drawingml/2006/main">
              <a:ext uri="{FF2B5EF4-FFF2-40B4-BE49-F238E27FC236}">
                <a16:creationId xmlns:a16="http://schemas.microsoft.com/office/drawing/2014/main" id="{AFCB40BC-E2FB-464B-82F0-9E2BF32439C0}"/>
              </a:ext>
            </a:extLst>
          </p:cNvPr>
          <p:cNvSpPr>
            <a:spLocks xmlns:a="http://schemas.openxmlformats.org/drawingml/2006/main" noGrp="1"/>
          </p:cNvSpPr>
          <p:nvPr/>
        </p:nvSpPr>
        <p:spPr>
          <a:xfrm xmlns:a="http://schemas.openxmlformats.org/drawingml/2006/main">
            <a:off x="861441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4" name="Standardized person 540: without endpoint">
            <a:extLst xmlns:a="http://schemas.openxmlformats.org/drawingml/2006/main">
              <a:ext uri="{FF2B5EF4-FFF2-40B4-BE49-F238E27FC236}">
                <a16:creationId xmlns:a16="http://schemas.microsoft.com/office/drawing/2014/main" id="{E9194D96-843B-4532-BAF7-8B277F6E0E7A}"/>
              </a:ext>
            </a:extLst>
          </p:cNvPr>
          <p:cNvSpPr>
            <a:spLocks xmlns:a="http://schemas.openxmlformats.org/drawingml/2006/main" noGrp="1"/>
          </p:cNvSpPr>
          <p:nvPr/>
        </p:nvSpPr>
        <p:spPr>
          <a:xfrm xmlns:a="http://schemas.openxmlformats.org/drawingml/2006/main">
            <a:off x="874585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5" name="Standardized person 541: without endpoint">
            <a:extLst xmlns:a="http://schemas.openxmlformats.org/drawingml/2006/main">
              <a:ext uri="{FF2B5EF4-FFF2-40B4-BE49-F238E27FC236}">
                <a16:creationId xmlns:a16="http://schemas.microsoft.com/office/drawing/2014/main" id="{EEDBE094-EB6A-4A51-9463-6D748C257EE7}"/>
              </a:ext>
            </a:extLst>
          </p:cNvPr>
          <p:cNvSpPr>
            <a:spLocks xmlns:a="http://schemas.openxmlformats.org/drawingml/2006/main" noGrp="1"/>
          </p:cNvSpPr>
          <p:nvPr/>
        </p:nvSpPr>
        <p:spPr>
          <a:xfrm xmlns:a="http://schemas.openxmlformats.org/drawingml/2006/main">
            <a:off x="887730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6" name="Standardized person 542: without endpoint">
            <a:extLst xmlns:a="http://schemas.openxmlformats.org/drawingml/2006/main">
              <a:ext uri="{FF2B5EF4-FFF2-40B4-BE49-F238E27FC236}">
                <a16:creationId xmlns:a16="http://schemas.microsoft.com/office/drawing/2014/main" id="{E74A8CBA-4549-4DD4-AC31-5A0E4BA1A5FD}"/>
              </a:ext>
            </a:extLst>
          </p:cNvPr>
          <p:cNvSpPr>
            <a:spLocks xmlns:a="http://schemas.openxmlformats.org/drawingml/2006/main" noGrp="1"/>
          </p:cNvSpPr>
          <p:nvPr/>
        </p:nvSpPr>
        <p:spPr>
          <a:xfrm xmlns:a="http://schemas.openxmlformats.org/drawingml/2006/main">
            <a:off x="900874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7" name="Standardized person 543: without endpoint">
            <a:extLst xmlns:a="http://schemas.openxmlformats.org/drawingml/2006/main">
              <a:ext uri="{FF2B5EF4-FFF2-40B4-BE49-F238E27FC236}">
                <a16:creationId xmlns:a16="http://schemas.microsoft.com/office/drawing/2014/main" id="{CF782BCB-DBB5-4DEB-BA1B-57DC2E6E92A7}"/>
              </a:ext>
            </a:extLst>
          </p:cNvPr>
          <p:cNvSpPr>
            <a:spLocks xmlns:a="http://schemas.openxmlformats.org/drawingml/2006/main" noGrp="1"/>
          </p:cNvSpPr>
          <p:nvPr/>
        </p:nvSpPr>
        <p:spPr>
          <a:xfrm xmlns:a="http://schemas.openxmlformats.org/drawingml/2006/main">
            <a:off x="914019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8" name="Standardized person 544: without endpoint">
            <a:extLst xmlns:a="http://schemas.openxmlformats.org/drawingml/2006/main">
              <a:ext uri="{FF2B5EF4-FFF2-40B4-BE49-F238E27FC236}">
                <a16:creationId xmlns:a16="http://schemas.microsoft.com/office/drawing/2014/main" id="{86466ACE-E9C1-4AFD-A499-85CF5848FB0A}"/>
              </a:ext>
            </a:extLst>
          </p:cNvPr>
          <p:cNvSpPr>
            <a:spLocks xmlns:a="http://schemas.openxmlformats.org/drawingml/2006/main" noGrp="1"/>
          </p:cNvSpPr>
          <p:nvPr/>
        </p:nvSpPr>
        <p:spPr>
          <a:xfrm xmlns:a="http://schemas.openxmlformats.org/drawingml/2006/main">
            <a:off x="927163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49" name="Standardized person 545: without endpoint">
            <a:extLst xmlns:a="http://schemas.openxmlformats.org/drawingml/2006/main">
              <a:ext uri="{FF2B5EF4-FFF2-40B4-BE49-F238E27FC236}">
                <a16:creationId xmlns:a16="http://schemas.microsoft.com/office/drawing/2014/main" id="{EDEB0277-8145-4A0E-A5DB-AAE2C9F22DCF}"/>
              </a:ext>
            </a:extLst>
          </p:cNvPr>
          <p:cNvSpPr>
            <a:spLocks xmlns:a="http://schemas.openxmlformats.org/drawingml/2006/main" noGrp="1"/>
          </p:cNvSpPr>
          <p:nvPr/>
        </p:nvSpPr>
        <p:spPr>
          <a:xfrm xmlns:a="http://schemas.openxmlformats.org/drawingml/2006/main">
            <a:off x="940308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0" name="Standardized person 546: without endpoint">
            <a:extLst xmlns:a="http://schemas.openxmlformats.org/drawingml/2006/main">
              <a:ext uri="{FF2B5EF4-FFF2-40B4-BE49-F238E27FC236}">
                <a16:creationId xmlns:a16="http://schemas.microsoft.com/office/drawing/2014/main" id="{68684627-06E7-46FC-A491-D3AB8255B688}"/>
              </a:ext>
            </a:extLst>
          </p:cNvPr>
          <p:cNvSpPr>
            <a:spLocks xmlns:a="http://schemas.openxmlformats.org/drawingml/2006/main" noGrp="1"/>
          </p:cNvSpPr>
          <p:nvPr/>
        </p:nvSpPr>
        <p:spPr>
          <a:xfrm xmlns:a="http://schemas.openxmlformats.org/drawingml/2006/main">
            <a:off x="953452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1" name="Standardized person 547: without endpoint">
            <a:extLst xmlns:a="http://schemas.openxmlformats.org/drawingml/2006/main">
              <a:ext uri="{FF2B5EF4-FFF2-40B4-BE49-F238E27FC236}">
                <a16:creationId xmlns:a16="http://schemas.microsoft.com/office/drawing/2014/main" id="{94FBF6C9-6DE3-463B-8F2E-554C4E83E09D}"/>
              </a:ext>
            </a:extLst>
          </p:cNvPr>
          <p:cNvSpPr>
            <a:spLocks xmlns:a="http://schemas.openxmlformats.org/drawingml/2006/main" noGrp="1"/>
          </p:cNvSpPr>
          <p:nvPr/>
        </p:nvSpPr>
        <p:spPr>
          <a:xfrm xmlns:a="http://schemas.openxmlformats.org/drawingml/2006/main">
            <a:off x="966597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2" name="Standardized person 548: without endpoint">
            <a:extLst xmlns:a="http://schemas.openxmlformats.org/drawingml/2006/main">
              <a:ext uri="{FF2B5EF4-FFF2-40B4-BE49-F238E27FC236}">
                <a16:creationId xmlns:a16="http://schemas.microsoft.com/office/drawing/2014/main" id="{3DAF76D8-1DF7-4E95-9205-28DC51FAB942}"/>
              </a:ext>
            </a:extLst>
          </p:cNvPr>
          <p:cNvSpPr>
            <a:spLocks xmlns:a="http://schemas.openxmlformats.org/drawingml/2006/main" noGrp="1"/>
          </p:cNvSpPr>
          <p:nvPr/>
        </p:nvSpPr>
        <p:spPr>
          <a:xfrm xmlns:a="http://schemas.openxmlformats.org/drawingml/2006/main">
            <a:off x="979741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3" name="Standardized person 549: without endpoint">
            <a:extLst xmlns:a="http://schemas.openxmlformats.org/drawingml/2006/main">
              <a:ext uri="{FF2B5EF4-FFF2-40B4-BE49-F238E27FC236}">
                <a16:creationId xmlns:a16="http://schemas.microsoft.com/office/drawing/2014/main" id="{F02F6D0D-A240-4EEA-9C24-942ACBD117FD}"/>
              </a:ext>
            </a:extLst>
          </p:cNvPr>
          <p:cNvSpPr>
            <a:spLocks xmlns:a="http://schemas.openxmlformats.org/drawingml/2006/main" noGrp="1"/>
          </p:cNvSpPr>
          <p:nvPr/>
        </p:nvSpPr>
        <p:spPr>
          <a:xfrm xmlns:a="http://schemas.openxmlformats.org/drawingml/2006/main">
            <a:off x="992886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4" name="Standardized person 550: without endpoint">
            <a:extLst xmlns:a="http://schemas.openxmlformats.org/drawingml/2006/main">
              <a:ext uri="{FF2B5EF4-FFF2-40B4-BE49-F238E27FC236}">
                <a16:creationId xmlns:a16="http://schemas.microsoft.com/office/drawing/2014/main" id="{AB6E4C4D-6888-4151-AAF8-1FB87FD1CCD1}"/>
              </a:ext>
            </a:extLst>
          </p:cNvPr>
          <p:cNvSpPr>
            <a:spLocks xmlns:a="http://schemas.openxmlformats.org/drawingml/2006/main" noGrp="1"/>
          </p:cNvSpPr>
          <p:nvPr/>
        </p:nvSpPr>
        <p:spPr>
          <a:xfrm xmlns:a="http://schemas.openxmlformats.org/drawingml/2006/main">
            <a:off x="1006030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5" name="Standardized person 551: without endpoint">
            <a:extLst xmlns:a="http://schemas.openxmlformats.org/drawingml/2006/main">
              <a:ext uri="{FF2B5EF4-FFF2-40B4-BE49-F238E27FC236}">
                <a16:creationId xmlns:a16="http://schemas.microsoft.com/office/drawing/2014/main" id="{BF783D0E-BEA4-4A88-BA90-C1F213ACF125}"/>
              </a:ext>
            </a:extLst>
          </p:cNvPr>
          <p:cNvSpPr>
            <a:spLocks xmlns:a="http://schemas.openxmlformats.org/drawingml/2006/main" noGrp="1"/>
          </p:cNvSpPr>
          <p:nvPr/>
        </p:nvSpPr>
        <p:spPr>
          <a:xfrm xmlns:a="http://schemas.openxmlformats.org/drawingml/2006/main">
            <a:off x="1019175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6" name="Standardized person 552: without endpoint">
            <a:extLst xmlns:a="http://schemas.openxmlformats.org/drawingml/2006/main">
              <a:ext uri="{FF2B5EF4-FFF2-40B4-BE49-F238E27FC236}">
                <a16:creationId xmlns:a16="http://schemas.microsoft.com/office/drawing/2014/main" id="{9A15DE4B-3BBC-453A-B3BA-516953647552}"/>
              </a:ext>
            </a:extLst>
          </p:cNvPr>
          <p:cNvSpPr>
            <a:spLocks xmlns:a="http://schemas.openxmlformats.org/drawingml/2006/main" noGrp="1"/>
          </p:cNvSpPr>
          <p:nvPr/>
        </p:nvSpPr>
        <p:spPr>
          <a:xfrm xmlns:a="http://schemas.openxmlformats.org/drawingml/2006/main">
            <a:off x="1032319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7" name="Standardized person 553: without endpoint">
            <a:extLst xmlns:a="http://schemas.openxmlformats.org/drawingml/2006/main">
              <a:ext uri="{FF2B5EF4-FFF2-40B4-BE49-F238E27FC236}">
                <a16:creationId xmlns:a16="http://schemas.microsoft.com/office/drawing/2014/main" id="{DEE69ED8-C863-4FD4-9576-F3C6C89AC785}"/>
              </a:ext>
            </a:extLst>
          </p:cNvPr>
          <p:cNvSpPr>
            <a:spLocks xmlns:a="http://schemas.openxmlformats.org/drawingml/2006/main" noGrp="1"/>
          </p:cNvSpPr>
          <p:nvPr/>
        </p:nvSpPr>
        <p:spPr>
          <a:xfrm xmlns:a="http://schemas.openxmlformats.org/drawingml/2006/main">
            <a:off x="1045464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8" name="Standardized person 554: without endpoint">
            <a:extLst xmlns:a="http://schemas.openxmlformats.org/drawingml/2006/main">
              <a:ext uri="{FF2B5EF4-FFF2-40B4-BE49-F238E27FC236}">
                <a16:creationId xmlns:a16="http://schemas.microsoft.com/office/drawing/2014/main" id="{7C17A9B4-0469-4FB4-8B47-F1853ABD7C1C}"/>
              </a:ext>
            </a:extLst>
          </p:cNvPr>
          <p:cNvSpPr>
            <a:spLocks xmlns:a="http://schemas.openxmlformats.org/drawingml/2006/main" noGrp="1"/>
          </p:cNvSpPr>
          <p:nvPr/>
        </p:nvSpPr>
        <p:spPr>
          <a:xfrm xmlns:a="http://schemas.openxmlformats.org/drawingml/2006/main">
            <a:off x="1058608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59" name="Standardized person 555: without endpoint">
            <a:extLst xmlns:a="http://schemas.openxmlformats.org/drawingml/2006/main">
              <a:ext uri="{FF2B5EF4-FFF2-40B4-BE49-F238E27FC236}">
                <a16:creationId xmlns:a16="http://schemas.microsoft.com/office/drawing/2014/main" id="{F2BF7BFF-8CF9-437C-A971-DC1CE4181F3B}"/>
              </a:ext>
            </a:extLst>
          </p:cNvPr>
          <p:cNvSpPr>
            <a:spLocks xmlns:a="http://schemas.openxmlformats.org/drawingml/2006/main" noGrp="1"/>
          </p:cNvSpPr>
          <p:nvPr/>
        </p:nvSpPr>
        <p:spPr>
          <a:xfrm xmlns:a="http://schemas.openxmlformats.org/drawingml/2006/main">
            <a:off x="1071753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0" name="Standardized person 556: without endpoint">
            <a:extLst xmlns:a="http://schemas.openxmlformats.org/drawingml/2006/main">
              <a:ext uri="{FF2B5EF4-FFF2-40B4-BE49-F238E27FC236}">
                <a16:creationId xmlns:a16="http://schemas.microsoft.com/office/drawing/2014/main" id="{28CC29C8-FAA4-451F-8EBA-7A08FC9B0C54}"/>
              </a:ext>
            </a:extLst>
          </p:cNvPr>
          <p:cNvSpPr>
            <a:spLocks xmlns:a="http://schemas.openxmlformats.org/drawingml/2006/main" noGrp="1"/>
          </p:cNvSpPr>
          <p:nvPr/>
        </p:nvSpPr>
        <p:spPr>
          <a:xfrm xmlns:a="http://schemas.openxmlformats.org/drawingml/2006/main">
            <a:off x="1084897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1" name="Standardized person 557: without endpoint">
            <a:extLst xmlns:a="http://schemas.openxmlformats.org/drawingml/2006/main">
              <a:ext uri="{FF2B5EF4-FFF2-40B4-BE49-F238E27FC236}">
                <a16:creationId xmlns:a16="http://schemas.microsoft.com/office/drawing/2014/main" id="{A4217060-C022-4E8D-B9DF-FF238C0CE17D}"/>
              </a:ext>
            </a:extLst>
          </p:cNvPr>
          <p:cNvSpPr>
            <a:spLocks xmlns:a="http://schemas.openxmlformats.org/drawingml/2006/main" noGrp="1"/>
          </p:cNvSpPr>
          <p:nvPr/>
        </p:nvSpPr>
        <p:spPr>
          <a:xfrm xmlns:a="http://schemas.openxmlformats.org/drawingml/2006/main">
            <a:off x="1098042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2" name="Standardized person 558: without endpoint">
            <a:extLst xmlns:a="http://schemas.openxmlformats.org/drawingml/2006/main">
              <a:ext uri="{FF2B5EF4-FFF2-40B4-BE49-F238E27FC236}">
                <a16:creationId xmlns:a16="http://schemas.microsoft.com/office/drawing/2014/main" id="{B9D5C169-BAE9-4EB5-A3B7-B5C359BD997E}"/>
              </a:ext>
            </a:extLst>
          </p:cNvPr>
          <p:cNvSpPr>
            <a:spLocks xmlns:a="http://schemas.openxmlformats.org/drawingml/2006/main" noGrp="1"/>
          </p:cNvSpPr>
          <p:nvPr/>
        </p:nvSpPr>
        <p:spPr>
          <a:xfrm xmlns:a="http://schemas.openxmlformats.org/drawingml/2006/main">
            <a:off x="1111186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3" name="Standardized person 559: without endpoint">
            <a:extLst xmlns:a="http://schemas.openxmlformats.org/drawingml/2006/main">
              <a:ext uri="{FF2B5EF4-FFF2-40B4-BE49-F238E27FC236}">
                <a16:creationId xmlns:a16="http://schemas.microsoft.com/office/drawing/2014/main" id="{4A043538-2BC3-47BA-9EA5-FB5076C26630}"/>
              </a:ext>
            </a:extLst>
          </p:cNvPr>
          <p:cNvSpPr>
            <a:spLocks xmlns:a="http://schemas.openxmlformats.org/drawingml/2006/main" noGrp="1"/>
          </p:cNvSpPr>
          <p:nvPr/>
        </p:nvSpPr>
        <p:spPr>
          <a:xfrm xmlns:a="http://schemas.openxmlformats.org/drawingml/2006/main">
            <a:off x="11243310"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4" name="Standardized person 560: without endpoint">
            <a:extLst xmlns:a="http://schemas.openxmlformats.org/drawingml/2006/main">
              <a:ext uri="{FF2B5EF4-FFF2-40B4-BE49-F238E27FC236}">
                <a16:creationId xmlns:a16="http://schemas.microsoft.com/office/drawing/2014/main" id="{711BD197-6B45-4D20-B493-5D7C2AD2A9DC}"/>
              </a:ext>
            </a:extLst>
          </p:cNvPr>
          <p:cNvSpPr>
            <a:spLocks xmlns:a="http://schemas.openxmlformats.org/drawingml/2006/main" noGrp="1"/>
          </p:cNvSpPr>
          <p:nvPr/>
        </p:nvSpPr>
        <p:spPr>
          <a:xfrm xmlns:a="http://schemas.openxmlformats.org/drawingml/2006/main">
            <a:off x="11374755" y="399516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5" name="Standardized person 561: without endpoint">
            <a:extLst xmlns:a="http://schemas.openxmlformats.org/drawingml/2006/main">
              <a:ext uri="{FF2B5EF4-FFF2-40B4-BE49-F238E27FC236}">
                <a16:creationId xmlns:a16="http://schemas.microsoft.com/office/drawing/2014/main" id="{076A996C-676A-41BB-8216-ADB4F3B9A929}"/>
              </a:ext>
            </a:extLst>
          </p:cNvPr>
          <p:cNvSpPr>
            <a:spLocks xmlns:a="http://schemas.openxmlformats.org/drawingml/2006/main" noGrp="1"/>
          </p:cNvSpPr>
          <p:nvPr/>
        </p:nvSpPr>
        <p:spPr>
          <a:xfrm xmlns:a="http://schemas.openxmlformats.org/drawingml/2006/main">
            <a:off x="624840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6" name="Standardized person 562: without endpoint">
            <a:extLst xmlns:a="http://schemas.openxmlformats.org/drawingml/2006/main">
              <a:ext uri="{FF2B5EF4-FFF2-40B4-BE49-F238E27FC236}">
                <a16:creationId xmlns:a16="http://schemas.microsoft.com/office/drawing/2014/main" id="{9437F775-0B11-4119-A1C5-F2749C7838F2}"/>
              </a:ext>
            </a:extLst>
          </p:cNvPr>
          <p:cNvSpPr>
            <a:spLocks xmlns:a="http://schemas.openxmlformats.org/drawingml/2006/main" noGrp="1"/>
          </p:cNvSpPr>
          <p:nvPr/>
        </p:nvSpPr>
        <p:spPr>
          <a:xfrm xmlns:a="http://schemas.openxmlformats.org/drawingml/2006/main">
            <a:off x="637984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7" name="Standardized person 563: without endpoint">
            <a:extLst xmlns:a="http://schemas.openxmlformats.org/drawingml/2006/main">
              <a:ext uri="{FF2B5EF4-FFF2-40B4-BE49-F238E27FC236}">
                <a16:creationId xmlns:a16="http://schemas.microsoft.com/office/drawing/2014/main" id="{67A1AAFB-975B-4418-8A28-DEE4D6ECE1A4}"/>
              </a:ext>
            </a:extLst>
          </p:cNvPr>
          <p:cNvSpPr>
            <a:spLocks xmlns:a="http://schemas.openxmlformats.org/drawingml/2006/main" noGrp="1"/>
          </p:cNvSpPr>
          <p:nvPr/>
        </p:nvSpPr>
        <p:spPr>
          <a:xfrm xmlns:a="http://schemas.openxmlformats.org/drawingml/2006/main">
            <a:off x="651129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8" name="Standardized person 564: without endpoint">
            <a:extLst xmlns:a="http://schemas.openxmlformats.org/drawingml/2006/main">
              <a:ext uri="{FF2B5EF4-FFF2-40B4-BE49-F238E27FC236}">
                <a16:creationId xmlns:a16="http://schemas.microsoft.com/office/drawing/2014/main" id="{6B440F77-1C24-41F7-A688-B2F1C6F53B4A}"/>
              </a:ext>
            </a:extLst>
          </p:cNvPr>
          <p:cNvSpPr>
            <a:spLocks xmlns:a="http://schemas.openxmlformats.org/drawingml/2006/main" noGrp="1"/>
          </p:cNvSpPr>
          <p:nvPr/>
        </p:nvSpPr>
        <p:spPr>
          <a:xfrm xmlns:a="http://schemas.openxmlformats.org/drawingml/2006/main">
            <a:off x="664273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69" name="Standardized person 565: without endpoint">
            <a:extLst xmlns:a="http://schemas.openxmlformats.org/drawingml/2006/main">
              <a:ext uri="{FF2B5EF4-FFF2-40B4-BE49-F238E27FC236}">
                <a16:creationId xmlns:a16="http://schemas.microsoft.com/office/drawing/2014/main" id="{826B213D-4B6F-4981-AFE8-0A991540D440}"/>
              </a:ext>
            </a:extLst>
          </p:cNvPr>
          <p:cNvSpPr>
            <a:spLocks xmlns:a="http://schemas.openxmlformats.org/drawingml/2006/main" noGrp="1"/>
          </p:cNvSpPr>
          <p:nvPr/>
        </p:nvSpPr>
        <p:spPr>
          <a:xfrm xmlns:a="http://schemas.openxmlformats.org/drawingml/2006/main">
            <a:off x="677418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0" name="Standardized person 566: without endpoint">
            <a:extLst xmlns:a="http://schemas.openxmlformats.org/drawingml/2006/main">
              <a:ext uri="{FF2B5EF4-FFF2-40B4-BE49-F238E27FC236}">
                <a16:creationId xmlns:a16="http://schemas.microsoft.com/office/drawing/2014/main" id="{CD62EBA1-4BF4-4601-90E9-69B735C080A6}"/>
              </a:ext>
            </a:extLst>
          </p:cNvPr>
          <p:cNvSpPr>
            <a:spLocks xmlns:a="http://schemas.openxmlformats.org/drawingml/2006/main" noGrp="1"/>
          </p:cNvSpPr>
          <p:nvPr/>
        </p:nvSpPr>
        <p:spPr>
          <a:xfrm xmlns:a="http://schemas.openxmlformats.org/drawingml/2006/main">
            <a:off x="690562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1" name="Standardized person 567: without endpoint">
            <a:extLst xmlns:a="http://schemas.openxmlformats.org/drawingml/2006/main">
              <a:ext uri="{FF2B5EF4-FFF2-40B4-BE49-F238E27FC236}">
                <a16:creationId xmlns:a16="http://schemas.microsoft.com/office/drawing/2014/main" id="{BF143225-C8E8-4518-9BC6-CBC1DFC5BB8F}"/>
              </a:ext>
            </a:extLst>
          </p:cNvPr>
          <p:cNvSpPr>
            <a:spLocks xmlns:a="http://schemas.openxmlformats.org/drawingml/2006/main" noGrp="1"/>
          </p:cNvSpPr>
          <p:nvPr/>
        </p:nvSpPr>
        <p:spPr>
          <a:xfrm xmlns:a="http://schemas.openxmlformats.org/drawingml/2006/main">
            <a:off x="703707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2" name="Standardized person 568: without endpoint">
            <a:extLst xmlns:a="http://schemas.openxmlformats.org/drawingml/2006/main">
              <a:ext uri="{FF2B5EF4-FFF2-40B4-BE49-F238E27FC236}">
                <a16:creationId xmlns:a16="http://schemas.microsoft.com/office/drawing/2014/main" id="{D7505B84-2AAC-4DCB-A317-E7E8C7A514D3}"/>
              </a:ext>
            </a:extLst>
          </p:cNvPr>
          <p:cNvSpPr>
            <a:spLocks xmlns:a="http://schemas.openxmlformats.org/drawingml/2006/main" noGrp="1"/>
          </p:cNvSpPr>
          <p:nvPr/>
        </p:nvSpPr>
        <p:spPr>
          <a:xfrm xmlns:a="http://schemas.openxmlformats.org/drawingml/2006/main">
            <a:off x="716851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3" name="Standardized person 569: without endpoint">
            <a:extLst xmlns:a="http://schemas.openxmlformats.org/drawingml/2006/main">
              <a:ext uri="{FF2B5EF4-FFF2-40B4-BE49-F238E27FC236}">
                <a16:creationId xmlns:a16="http://schemas.microsoft.com/office/drawing/2014/main" id="{7032EDB2-ED97-4047-A98D-8B84758AA71E}"/>
              </a:ext>
            </a:extLst>
          </p:cNvPr>
          <p:cNvSpPr>
            <a:spLocks xmlns:a="http://schemas.openxmlformats.org/drawingml/2006/main" noGrp="1"/>
          </p:cNvSpPr>
          <p:nvPr/>
        </p:nvSpPr>
        <p:spPr>
          <a:xfrm xmlns:a="http://schemas.openxmlformats.org/drawingml/2006/main">
            <a:off x="729996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4" name="Standardized person 570: without endpoint">
            <a:extLst xmlns:a="http://schemas.openxmlformats.org/drawingml/2006/main">
              <a:ext uri="{FF2B5EF4-FFF2-40B4-BE49-F238E27FC236}">
                <a16:creationId xmlns:a16="http://schemas.microsoft.com/office/drawing/2014/main" id="{3EEA6E7F-9BBE-44D8-BE87-0DE28369B42C}"/>
              </a:ext>
            </a:extLst>
          </p:cNvPr>
          <p:cNvSpPr>
            <a:spLocks xmlns:a="http://schemas.openxmlformats.org/drawingml/2006/main" noGrp="1"/>
          </p:cNvSpPr>
          <p:nvPr/>
        </p:nvSpPr>
        <p:spPr>
          <a:xfrm xmlns:a="http://schemas.openxmlformats.org/drawingml/2006/main">
            <a:off x="743140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5" name="Standardized person 571: without endpoint">
            <a:extLst xmlns:a="http://schemas.openxmlformats.org/drawingml/2006/main">
              <a:ext uri="{FF2B5EF4-FFF2-40B4-BE49-F238E27FC236}">
                <a16:creationId xmlns:a16="http://schemas.microsoft.com/office/drawing/2014/main" id="{1D0D5BF1-1F77-4B6F-A827-54F4FE3BAF82}"/>
              </a:ext>
            </a:extLst>
          </p:cNvPr>
          <p:cNvSpPr>
            <a:spLocks xmlns:a="http://schemas.openxmlformats.org/drawingml/2006/main" noGrp="1"/>
          </p:cNvSpPr>
          <p:nvPr/>
        </p:nvSpPr>
        <p:spPr>
          <a:xfrm xmlns:a="http://schemas.openxmlformats.org/drawingml/2006/main">
            <a:off x="756285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6" name="Standardized person 572: without endpoint">
            <a:extLst xmlns:a="http://schemas.openxmlformats.org/drawingml/2006/main">
              <a:ext uri="{FF2B5EF4-FFF2-40B4-BE49-F238E27FC236}">
                <a16:creationId xmlns:a16="http://schemas.microsoft.com/office/drawing/2014/main" id="{3468A8F0-1A35-4A55-9480-40DE325EF679}"/>
              </a:ext>
            </a:extLst>
          </p:cNvPr>
          <p:cNvSpPr>
            <a:spLocks xmlns:a="http://schemas.openxmlformats.org/drawingml/2006/main" noGrp="1"/>
          </p:cNvSpPr>
          <p:nvPr/>
        </p:nvSpPr>
        <p:spPr>
          <a:xfrm xmlns:a="http://schemas.openxmlformats.org/drawingml/2006/main">
            <a:off x="769429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7" name="Standardized person 573: without endpoint">
            <a:extLst xmlns:a="http://schemas.openxmlformats.org/drawingml/2006/main">
              <a:ext uri="{FF2B5EF4-FFF2-40B4-BE49-F238E27FC236}">
                <a16:creationId xmlns:a16="http://schemas.microsoft.com/office/drawing/2014/main" id="{139866F3-2169-4793-A9B1-AD9DF4C0E6D7}"/>
              </a:ext>
            </a:extLst>
          </p:cNvPr>
          <p:cNvSpPr>
            <a:spLocks xmlns:a="http://schemas.openxmlformats.org/drawingml/2006/main" noGrp="1"/>
          </p:cNvSpPr>
          <p:nvPr/>
        </p:nvSpPr>
        <p:spPr>
          <a:xfrm xmlns:a="http://schemas.openxmlformats.org/drawingml/2006/main">
            <a:off x="782574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8" name="Standardized person 574: without endpoint">
            <a:extLst xmlns:a="http://schemas.openxmlformats.org/drawingml/2006/main">
              <a:ext uri="{FF2B5EF4-FFF2-40B4-BE49-F238E27FC236}">
                <a16:creationId xmlns:a16="http://schemas.microsoft.com/office/drawing/2014/main" id="{97DC21D8-FF0C-4ED5-8230-F5FB12D2AA9B}"/>
              </a:ext>
            </a:extLst>
          </p:cNvPr>
          <p:cNvSpPr>
            <a:spLocks xmlns:a="http://schemas.openxmlformats.org/drawingml/2006/main" noGrp="1"/>
          </p:cNvSpPr>
          <p:nvPr/>
        </p:nvSpPr>
        <p:spPr>
          <a:xfrm xmlns:a="http://schemas.openxmlformats.org/drawingml/2006/main">
            <a:off x="795718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79" name="Standardized person 575: without endpoint">
            <a:extLst xmlns:a="http://schemas.openxmlformats.org/drawingml/2006/main">
              <a:ext uri="{FF2B5EF4-FFF2-40B4-BE49-F238E27FC236}">
                <a16:creationId xmlns:a16="http://schemas.microsoft.com/office/drawing/2014/main" id="{76EBE954-78AA-4473-A126-DB9EEE7AF88E}"/>
              </a:ext>
            </a:extLst>
          </p:cNvPr>
          <p:cNvSpPr>
            <a:spLocks xmlns:a="http://schemas.openxmlformats.org/drawingml/2006/main" noGrp="1"/>
          </p:cNvSpPr>
          <p:nvPr/>
        </p:nvSpPr>
        <p:spPr>
          <a:xfrm xmlns:a="http://schemas.openxmlformats.org/drawingml/2006/main">
            <a:off x="808863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0" name="Standardized person 576: without endpoint">
            <a:extLst xmlns:a="http://schemas.openxmlformats.org/drawingml/2006/main">
              <a:ext uri="{FF2B5EF4-FFF2-40B4-BE49-F238E27FC236}">
                <a16:creationId xmlns:a16="http://schemas.microsoft.com/office/drawing/2014/main" id="{C7F1A50A-FB89-4DFB-84D3-CBBD356EB3F4}"/>
              </a:ext>
            </a:extLst>
          </p:cNvPr>
          <p:cNvSpPr>
            <a:spLocks xmlns:a="http://schemas.openxmlformats.org/drawingml/2006/main" noGrp="1"/>
          </p:cNvSpPr>
          <p:nvPr/>
        </p:nvSpPr>
        <p:spPr>
          <a:xfrm xmlns:a="http://schemas.openxmlformats.org/drawingml/2006/main">
            <a:off x="822007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1" name="Standardized person 577: without endpoint">
            <a:extLst xmlns:a="http://schemas.openxmlformats.org/drawingml/2006/main">
              <a:ext uri="{FF2B5EF4-FFF2-40B4-BE49-F238E27FC236}">
                <a16:creationId xmlns:a16="http://schemas.microsoft.com/office/drawing/2014/main" id="{046BE0B7-B94F-4D3C-8FE6-B9C790B791FB}"/>
              </a:ext>
            </a:extLst>
          </p:cNvPr>
          <p:cNvSpPr>
            <a:spLocks xmlns:a="http://schemas.openxmlformats.org/drawingml/2006/main" noGrp="1"/>
          </p:cNvSpPr>
          <p:nvPr/>
        </p:nvSpPr>
        <p:spPr>
          <a:xfrm xmlns:a="http://schemas.openxmlformats.org/drawingml/2006/main">
            <a:off x="835152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2" name="Standardized person 578: without endpoint">
            <a:extLst xmlns:a="http://schemas.openxmlformats.org/drawingml/2006/main">
              <a:ext uri="{FF2B5EF4-FFF2-40B4-BE49-F238E27FC236}">
                <a16:creationId xmlns:a16="http://schemas.microsoft.com/office/drawing/2014/main" id="{01696CEB-B2D3-4B48-AA81-7D769B393477}"/>
              </a:ext>
            </a:extLst>
          </p:cNvPr>
          <p:cNvSpPr>
            <a:spLocks xmlns:a="http://schemas.openxmlformats.org/drawingml/2006/main" noGrp="1"/>
          </p:cNvSpPr>
          <p:nvPr/>
        </p:nvSpPr>
        <p:spPr>
          <a:xfrm xmlns:a="http://schemas.openxmlformats.org/drawingml/2006/main">
            <a:off x="848296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3" name="Standardized person 579: without endpoint">
            <a:extLst xmlns:a="http://schemas.openxmlformats.org/drawingml/2006/main">
              <a:ext uri="{FF2B5EF4-FFF2-40B4-BE49-F238E27FC236}">
                <a16:creationId xmlns:a16="http://schemas.microsoft.com/office/drawing/2014/main" id="{D95702C4-27CB-478D-951D-5E091EAA4047}"/>
              </a:ext>
            </a:extLst>
          </p:cNvPr>
          <p:cNvSpPr>
            <a:spLocks xmlns:a="http://schemas.openxmlformats.org/drawingml/2006/main" noGrp="1"/>
          </p:cNvSpPr>
          <p:nvPr/>
        </p:nvSpPr>
        <p:spPr>
          <a:xfrm xmlns:a="http://schemas.openxmlformats.org/drawingml/2006/main">
            <a:off x="861441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4" name="Standardized person 580: without endpoint">
            <a:extLst xmlns:a="http://schemas.openxmlformats.org/drawingml/2006/main">
              <a:ext uri="{FF2B5EF4-FFF2-40B4-BE49-F238E27FC236}">
                <a16:creationId xmlns:a16="http://schemas.microsoft.com/office/drawing/2014/main" id="{1762BBD2-6E91-44BB-BA18-025AC9780B60}"/>
              </a:ext>
            </a:extLst>
          </p:cNvPr>
          <p:cNvSpPr>
            <a:spLocks xmlns:a="http://schemas.openxmlformats.org/drawingml/2006/main" noGrp="1"/>
          </p:cNvSpPr>
          <p:nvPr/>
        </p:nvSpPr>
        <p:spPr>
          <a:xfrm xmlns:a="http://schemas.openxmlformats.org/drawingml/2006/main">
            <a:off x="874585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5" name="Standardized person 581: without endpoint">
            <a:extLst xmlns:a="http://schemas.openxmlformats.org/drawingml/2006/main">
              <a:ext uri="{FF2B5EF4-FFF2-40B4-BE49-F238E27FC236}">
                <a16:creationId xmlns:a16="http://schemas.microsoft.com/office/drawing/2014/main" id="{EED23986-FFCE-48DD-A8EE-0ABAAD93E587}"/>
              </a:ext>
            </a:extLst>
          </p:cNvPr>
          <p:cNvSpPr>
            <a:spLocks xmlns:a="http://schemas.openxmlformats.org/drawingml/2006/main" noGrp="1"/>
          </p:cNvSpPr>
          <p:nvPr/>
        </p:nvSpPr>
        <p:spPr>
          <a:xfrm xmlns:a="http://schemas.openxmlformats.org/drawingml/2006/main">
            <a:off x="887730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6" name="Standardized person 582: without endpoint">
            <a:extLst xmlns:a="http://schemas.openxmlformats.org/drawingml/2006/main">
              <a:ext uri="{FF2B5EF4-FFF2-40B4-BE49-F238E27FC236}">
                <a16:creationId xmlns:a16="http://schemas.microsoft.com/office/drawing/2014/main" id="{B3FF4DF3-CA78-4696-BB17-AB73FE9B66A0}"/>
              </a:ext>
            </a:extLst>
          </p:cNvPr>
          <p:cNvSpPr>
            <a:spLocks xmlns:a="http://schemas.openxmlformats.org/drawingml/2006/main" noGrp="1"/>
          </p:cNvSpPr>
          <p:nvPr/>
        </p:nvSpPr>
        <p:spPr>
          <a:xfrm xmlns:a="http://schemas.openxmlformats.org/drawingml/2006/main">
            <a:off x="900874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7" name="Standardized person 583: without endpoint">
            <a:extLst xmlns:a="http://schemas.openxmlformats.org/drawingml/2006/main">
              <a:ext uri="{FF2B5EF4-FFF2-40B4-BE49-F238E27FC236}">
                <a16:creationId xmlns:a16="http://schemas.microsoft.com/office/drawing/2014/main" id="{8498188D-FD86-4E0E-A648-3EE3A658C824}"/>
              </a:ext>
            </a:extLst>
          </p:cNvPr>
          <p:cNvSpPr>
            <a:spLocks xmlns:a="http://schemas.openxmlformats.org/drawingml/2006/main" noGrp="1"/>
          </p:cNvSpPr>
          <p:nvPr/>
        </p:nvSpPr>
        <p:spPr>
          <a:xfrm xmlns:a="http://schemas.openxmlformats.org/drawingml/2006/main">
            <a:off x="914019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8" name="Standardized person 584: without endpoint">
            <a:extLst xmlns:a="http://schemas.openxmlformats.org/drawingml/2006/main">
              <a:ext uri="{FF2B5EF4-FFF2-40B4-BE49-F238E27FC236}">
                <a16:creationId xmlns:a16="http://schemas.microsoft.com/office/drawing/2014/main" id="{0A1F72F9-309D-46E7-80CF-E5581E5249BD}"/>
              </a:ext>
            </a:extLst>
          </p:cNvPr>
          <p:cNvSpPr>
            <a:spLocks xmlns:a="http://schemas.openxmlformats.org/drawingml/2006/main" noGrp="1"/>
          </p:cNvSpPr>
          <p:nvPr/>
        </p:nvSpPr>
        <p:spPr>
          <a:xfrm xmlns:a="http://schemas.openxmlformats.org/drawingml/2006/main">
            <a:off x="927163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89" name="Standardized person 585: without endpoint">
            <a:extLst xmlns:a="http://schemas.openxmlformats.org/drawingml/2006/main">
              <a:ext uri="{FF2B5EF4-FFF2-40B4-BE49-F238E27FC236}">
                <a16:creationId xmlns:a16="http://schemas.microsoft.com/office/drawing/2014/main" id="{7EE06EAA-0264-467D-A2B3-8CB936FE071C}"/>
              </a:ext>
            </a:extLst>
          </p:cNvPr>
          <p:cNvSpPr>
            <a:spLocks xmlns:a="http://schemas.openxmlformats.org/drawingml/2006/main" noGrp="1"/>
          </p:cNvSpPr>
          <p:nvPr/>
        </p:nvSpPr>
        <p:spPr>
          <a:xfrm xmlns:a="http://schemas.openxmlformats.org/drawingml/2006/main">
            <a:off x="940308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0" name="Standardized person 586: without endpoint">
            <a:extLst xmlns:a="http://schemas.openxmlformats.org/drawingml/2006/main">
              <a:ext uri="{FF2B5EF4-FFF2-40B4-BE49-F238E27FC236}">
                <a16:creationId xmlns:a16="http://schemas.microsoft.com/office/drawing/2014/main" id="{3D2EE139-D759-44D7-A7A7-D01D9169E74D}"/>
              </a:ext>
            </a:extLst>
          </p:cNvPr>
          <p:cNvSpPr>
            <a:spLocks xmlns:a="http://schemas.openxmlformats.org/drawingml/2006/main" noGrp="1"/>
          </p:cNvSpPr>
          <p:nvPr/>
        </p:nvSpPr>
        <p:spPr>
          <a:xfrm xmlns:a="http://schemas.openxmlformats.org/drawingml/2006/main">
            <a:off x="953452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1" name="Standardized person 587: without endpoint">
            <a:extLst xmlns:a="http://schemas.openxmlformats.org/drawingml/2006/main">
              <a:ext uri="{FF2B5EF4-FFF2-40B4-BE49-F238E27FC236}">
                <a16:creationId xmlns:a16="http://schemas.microsoft.com/office/drawing/2014/main" id="{A897440B-B217-4F22-B5D3-339D41438895}"/>
              </a:ext>
            </a:extLst>
          </p:cNvPr>
          <p:cNvSpPr>
            <a:spLocks xmlns:a="http://schemas.openxmlformats.org/drawingml/2006/main" noGrp="1"/>
          </p:cNvSpPr>
          <p:nvPr/>
        </p:nvSpPr>
        <p:spPr>
          <a:xfrm xmlns:a="http://schemas.openxmlformats.org/drawingml/2006/main">
            <a:off x="966597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2" name="Standardized person 588: without endpoint">
            <a:extLst xmlns:a="http://schemas.openxmlformats.org/drawingml/2006/main">
              <a:ext uri="{FF2B5EF4-FFF2-40B4-BE49-F238E27FC236}">
                <a16:creationId xmlns:a16="http://schemas.microsoft.com/office/drawing/2014/main" id="{666E2EBD-D5D1-4799-9C6C-81C6AFAC4441}"/>
              </a:ext>
            </a:extLst>
          </p:cNvPr>
          <p:cNvSpPr>
            <a:spLocks xmlns:a="http://schemas.openxmlformats.org/drawingml/2006/main" noGrp="1"/>
          </p:cNvSpPr>
          <p:nvPr/>
        </p:nvSpPr>
        <p:spPr>
          <a:xfrm xmlns:a="http://schemas.openxmlformats.org/drawingml/2006/main">
            <a:off x="979741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3" name="Standardized person 589: without endpoint">
            <a:extLst xmlns:a="http://schemas.openxmlformats.org/drawingml/2006/main">
              <a:ext uri="{FF2B5EF4-FFF2-40B4-BE49-F238E27FC236}">
                <a16:creationId xmlns:a16="http://schemas.microsoft.com/office/drawing/2014/main" id="{D42AC25F-C208-4798-BCF3-4252479DC523}"/>
              </a:ext>
            </a:extLst>
          </p:cNvPr>
          <p:cNvSpPr>
            <a:spLocks xmlns:a="http://schemas.openxmlformats.org/drawingml/2006/main" noGrp="1"/>
          </p:cNvSpPr>
          <p:nvPr/>
        </p:nvSpPr>
        <p:spPr>
          <a:xfrm xmlns:a="http://schemas.openxmlformats.org/drawingml/2006/main">
            <a:off x="992886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4" name="Standardized person 590: without endpoint">
            <a:extLst xmlns:a="http://schemas.openxmlformats.org/drawingml/2006/main">
              <a:ext uri="{FF2B5EF4-FFF2-40B4-BE49-F238E27FC236}">
                <a16:creationId xmlns:a16="http://schemas.microsoft.com/office/drawing/2014/main" id="{3C72F721-B437-4952-AFB5-EE17AF4FF154}"/>
              </a:ext>
            </a:extLst>
          </p:cNvPr>
          <p:cNvSpPr>
            <a:spLocks xmlns:a="http://schemas.openxmlformats.org/drawingml/2006/main" noGrp="1"/>
          </p:cNvSpPr>
          <p:nvPr/>
        </p:nvSpPr>
        <p:spPr>
          <a:xfrm xmlns:a="http://schemas.openxmlformats.org/drawingml/2006/main">
            <a:off x="1006030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5" name="Standardized person 591: without endpoint">
            <a:extLst xmlns:a="http://schemas.openxmlformats.org/drawingml/2006/main">
              <a:ext uri="{FF2B5EF4-FFF2-40B4-BE49-F238E27FC236}">
                <a16:creationId xmlns:a16="http://schemas.microsoft.com/office/drawing/2014/main" id="{CCC7CC3A-9401-4E9B-A79F-535E76B1FB39}"/>
              </a:ext>
            </a:extLst>
          </p:cNvPr>
          <p:cNvSpPr>
            <a:spLocks xmlns:a="http://schemas.openxmlformats.org/drawingml/2006/main" noGrp="1"/>
          </p:cNvSpPr>
          <p:nvPr/>
        </p:nvSpPr>
        <p:spPr>
          <a:xfrm xmlns:a="http://schemas.openxmlformats.org/drawingml/2006/main">
            <a:off x="1019175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6" name="Standardized person 592: without endpoint">
            <a:extLst xmlns:a="http://schemas.openxmlformats.org/drawingml/2006/main">
              <a:ext uri="{FF2B5EF4-FFF2-40B4-BE49-F238E27FC236}">
                <a16:creationId xmlns:a16="http://schemas.microsoft.com/office/drawing/2014/main" id="{A085A3EC-CF22-44C0-9A7B-0A1399867FF5}"/>
              </a:ext>
            </a:extLst>
          </p:cNvPr>
          <p:cNvSpPr>
            <a:spLocks xmlns:a="http://schemas.openxmlformats.org/drawingml/2006/main" noGrp="1"/>
          </p:cNvSpPr>
          <p:nvPr/>
        </p:nvSpPr>
        <p:spPr>
          <a:xfrm xmlns:a="http://schemas.openxmlformats.org/drawingml/2006/main">
            <a:off x="1032319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7" name="Standardized person 593: without endpoint">
            <a:extLst xmlns:a="http://schemas.openxmlformats.org/drawingml/2006/main">
              <a:ext uri="{FF2B5EF4-FFF2-40B4-BE49-F238E27FC236}">
                <a16:creationId xmlns:a16="http://schemas.microsoft.com/office/drawing/2014/main" id="{64E6BF0C-A259-4846-912A-397D88AECDA3}"/>
              </a:ext>
            </a:extLst>
          </p:cNvPr>
          <p:cNvSpPr>
            <a:spLocks xmlns:a="http://schemas.openxmlformats.org/drawingml/2006/main" noGrp="1"/>
          </p:cNvSpPr>
          <p:nvPr/>
        </p:nvSpPr>
        <p:spPr>
          <a:xfrm xmlns:a="http://schemas.openxmlformats.org/drawingml/2006/main">
            <a:off x="1045464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8" name="Standardized person 594: without endpoint">
            <a:extLst xmlns:a="http://schemas.openxmlformats.org/drawingml/2006/main">
              <a:ext uri="{FF2B5EF4-FFF2-40B4-BE49-F238E27FC236}">
                <a16:creationId xmlns:a16="http://schemas.microsoft.com/office/drawing/2014/main" id="{3C247588-4BCF-46FE-9E4A-A960C113578F}"/>
              </a:ext>
            </a:extLst>
          </p:cNvPr>
          <p:cNvSpPr>
            <a:spLocks xmlns:a="http://schemas.openxmlformats.org/drawingml/2006/main" noGrp="1"/>
          </p:cNvSpPr>
          <p:nvPr/>
        </p:nvSpPr>
        <p:spPr>
          <a:xfrm xmlns:a="http://schemas.openxmlformats.org/drawingml/2006/main">
            <a:off x="1058608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599" name="Standardized person 595: without endpoint">
            <a:extLst xmlns:a="http://schemas.openxmlformats.org/drawingml/2006/main">
              <a:ext uri="{FF2B5EF4-FFF2-40B4-BE49-F238E27FC236}">
                <a16:creationId xmlns:a16="http://schemas.microsoft.com/office/drawing/2014/main" id="{3901E6CE-F226-431F-80EC-6FF17C0D9D72}"/>
              </a:ext>
            </a:extLst>
          </p:cNvPr>
          <p:cNvSpPr>
            <a:spLocks xmlns:a="http://schemas.openxmlformats.org/drawingml/2006/main" noGrp="1"/>
          </p:cNvSpPr>
          <p:nvPr/>
        </p:nvSpPr>
        <p:spPr>
          <a:xfrm xmlns:a="http://schemas.openxmlformats.org/drawingml/2006/main">
            <a:off x="1071753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0" name="Standardized person 596: without endpoint">
            <a:extLst xmlns:a="http://schemas.openxmlformats.org/drawingml/2006/main">
              <a:ext uri="{FF2B5EF4-FFF2-40B4-BE49-F238E27FC236}">
                <a16:creationId xmlns:a16="http://schemas.microsoft.com/office/drawing/2014/main" id="{0C3FD067-F2F4-43D5-A175-9EA02083940E}"/>
              </a:ext>
            </a:extLst>
          </p:cNvPr>
          <p:cNvSpPr>
            <a:spLocks xmlns:a="http://schemas.openxmlformats.org/drawingml/2006/main" noGrp="1"/>
          </p:cNvSpPr>
          <p:nvPr/>
        </p:nvSpPr>
        <p:spPr>
          <a:xfrm xmlns:a="http://schemas.openxmlformats.org/drawingml/2006/main">
            <a:off x="1084897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1" name="Standardized person 597: without endpoint">
            <a:extLst xmlns:a="http://schemas.openxmlformats.org/drawingml/2006/main">
              <a:ext uri="{FF2B5EF4-FFF2-40B4-BE49-F238E27FC236}">
                <a16:creationId xmlns:a16="http://schemas.microsoft.com/office/drawing/2014/main" id="{392FDAB7-73C4-4445-B9EA-56E6DA8F430B}"/>
              </a:ext>
            </a:extLst>
          </p:cNvPr>
          <p:cNvSpPr>
            <a:spLocks xmlns:a="http://schemas.openxmlformats.org/drawingml/2006/main" noGrp="1"/>
          </p:cNvSpPr>
          <p:nvPr/>
        </p:nvSpPr>
        <p:spPr>
          <a:xfrm xmlns:a="http://schemas.openxmlformats.org/drawingml/2006/main">
            <a:off x="1098042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2" name="Standardized person 598: without endpoint">
            <a:extLst xmlns:a="http://schemas.openxmlformats.org/drawingml/2006/main">
              <a:ext uri="{FF2B5EF4-FFF2-40B4-BE49-F238E27FC236}">
                <a16:creationId xmlns:a16="http://schemas.microsoft.com/office/drawing/2014/main" id="{641FD3B2-EAD1-44BE-A205-BC5EB1849D84}"/>
              </a:ext>
            </a:extLst>
          </p:cNvPr>
          <p:cNvSpPr>
            <a:spLocks xmlns:a="http://schemas.openxmlformats.org/drawingml/2006/main" noGrp="1"/>
          </p:cNvSpPr>
          <p:nvPr/>
        </p:nvSpPr>
        <p:spPr>
          <a:xfrm xmlns:a="http://schemas.openxmlformats.org/drawingml/2006/main">
            <a:off x="1111186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3" name="Standardized person 599: without endpoint">
            <a:extLst xmlns:a="http://schemas.openxmlformats.org/drawingml/2006/main">
              <a:ext uri="{FF2B5EF4-FFF2-40B4-BE49-F238E27FC236}">
                <a16:creationId xmlns:a16="http://schemas.microsoft.com/office/drawing/2014/main" id="{8E481C9B-35DF-4094-B5EE-84AAD8615290}"/>
              </a:ext>
            </a:extLst>
          </p:cNvPr>
          <p:cNvSpPr>
            <a:spLocks xmlns:a="http://schemas.openxmlformats.org/drawingml/2006/main" noGrp="1"/>
          </p:cNvSpPr>
          <p:nvPr/>
        </p:nvSpPr>
        <p:spPr>
          <a:xfrm xmlns:a="http://schemas.openxmlformats.org/drawingml/2006/main">
            <a:off x="11243310"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4" name="Standardized person 600: without endpoint">
            <a:extLst xmlns:a="http://schemas.openxmlformats.org/drawingml/2006/main">
              <a:ext uri="{FF2B5EF4-FFF2-40B4-BE49-F238E27FC236}">
                <a16:creationId xmlns:a16="http://schemas.microsoft.com/office/drawing/2014/main" id="{5FDD54D1-E8AC-43A5-B54D-C5C75BF259DD}"/>
              </a:ext>
            </a:extLst>
          </p:cNvPr>
          <p:cNvSpPr>
            <a:spLocks xmlns:a="http://schemas.openxmlformats.org/drawingml/2006/main" noGrp="1"/>
          </p:cNvSpPr>
          <p:nvPr/>
        </p:nvSpPr>
        <p:spPr>
          <a:xfrm xmlns:a="http://schemas.openxmlformats.org/drawingml/2006/main">
            <a:off x="11374755" y="409879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5" name="Standardized person 601: without endpoint">
            <a:extLst xmlns:a="http://schemas.openxmlformats.org/drawingml/2006/main">
              <a:ext uri="{FF2B5EF4-FFF2-40B4-BE49-F238E27FC236}">
                <a16:creationId xmlns:a16="http://schemas.microsoft.com/office/drawing/2014/main" id="{284B98BD-5DC0-4526-B9B9-125229A4F9B0}"/>
              </a:ext>
            </a:extLst>
          </p:cNvPr>
          <p:cNvSpPr>
            <a:spLocks xmlns:a="http://schemas.openxmlformats.org/drawingml/2006/main" noGrp="1"/>
          </p:cNvSpPr>
          <p:nvPr/>
        </p:nvSpPr>
        <p:spPr>
          <a:xfrm xmlns:a="http://schemas.openxmlformats.org/drawingml/2006/main">
            <a:off x="624840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6" name="Standardized person 602: without endpoint">
            <a:extLst xmlns:a="http://schemas.openxmlformats.org/drawingml/2006/main">
              <a:ext uri="{FF2B5EF4-FFF2-40B4-BE49-F238E27FC236}">
                <a16:creationId xmlns:a16="http://schemas.microsoft.com/office/drawing/2014/main" id="{D536B2EA-07AC-4EF5-93EF-0C8D2A4B3ACA}"/>
              </a:ext>
            </a:extLst>
          </p:cNvPr>
          <p:cNvSpPr>
            <a:spLocks xmlns:a="http://schemas.openxmlformats.org/drawingml/2006/main" noGrp="1"/>
          </p:cNvSpPr>
          <p:nvPr/>
        </p:nvSpPr>
        <p:spPr>
          <a:xfrm xmlns:a="http://schemas.openxmlformats.org/drawingml/2006/main">
            <a:off x="637984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7" name="Standardized person 603: without endpoint">
            <a:extLst xmlns:a="http://schemas.openxmlformats.org/drawingml/2006/main">
              <a:ext uri="{FF2B5EF4-FFF2-40B4-BE49-F238E27FC236}">
                <a16:creationId xmlns:a16="http://schemas.microsoft.com/office/drawing/2014/main" id="{EE1E3FF3-B38A-4F50-BF67-BDA28EAD433D}"/>
              </a:ext>
            </a:extLst>
          </p:cNvPr>
          <p:cNvSpPr>
            <a:spLocks xmlns:a="http://schemas.openxmlformats.org/drawingml/2006/main" noGrp="1"/>
          </p:cNvSpPr>
          <p:nvPr/>
        </p:nvSpPr>
        <p:spPr>
          <a:xfrm xmlns:a="http://schemas.openxmlformats.org/drawingml/2006/main">
            <a:off x="651129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8" name="Standardized person 604: without endpoint">
            <a:extLst xmlns:a="http://schemas.openxmlformats.org/drawingml/2006/main">
              <a:ext uri="{FF2B5EF4-FFF2-40B4-BE49-F238E27FC236}">
                <a16:creationId xmlns:a16="http://schemas.microsoft.com/office/drawing/2014/main" id="{DC5E2641-F458-4EB8-8E00-BC9E61FEA73C}"/>
              </a:ext>
            </a:extLst>
          </p:cNvPr>
          <p:cNvSpPr>
            <a:spLocks xmlns:a="http://schemas.openxmlformats.org/drawingml/2006/main" noGrp="1"/>
          </p:cNvSpPr>
          <p:nvPr/>
        </p:nvSpPr>
        <p:spPr>
          <a:xfrm xmlns:a="http://schemas.openxmlformats.org/drawingml/2006/main">
            <a:off x="664273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09" name="Standardized person 605: without endpoint">
            <a:extLst xmlns:a="http://schemas.openxmlformats.org/drawingml/2006/main">
              <a:ext uri="{FF2B5EF4-FFF2-40B4-BE49-F238E27FC236}">
                <a16:creationId xmlns:a16="http://schemas.microsoft.com/office/drawing/2014/main" id="{925AF7FC-2DE9-4F70-869A-76BB2590CA7A}"/>
              </a:ext>
            </a:extLst>
          </p:cNvPr>
          <p:cNvSpPr>
            <a:spLocks xmlns:a="http://schemas.openxmlformats.org/drawingml/2006/main" noGrp="1"/>
          </p:cNvSpPr>
          <p:nvPr/>
        </p:nvSpPr>
        <p:spPr>
          <a:xfrm xmlns:a="http://schemas.openxmlformats.org/drawingml/2006/main">
            <a:off x="677418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0" name="Standardized person 606: without endpoint">
            <a:extLst xmlns:a="http://schemas.openxmlformats.org/drawingml/2006/main">
              <a:ext uri="{FF2B5EF4-FFF2-40B4-BE49-F238E27FC236}">
                <a16:creationId xmlns:a16="http://schemas.microsoft.com/office/drawing/2014/main" id="{70375950-79C5-467C-85D1-17543FDF383D}"/>
              </a:ext>
            </a:extLst>
          </p:cNvPr>
          <p:cNvSpPr>
            <a:spLocks xmlns:a="http://schemas.openxmlformats.org/drawingml/2006/main" noGrp="1"/>
          </p:cNvSpPr>
          <p:nvPr/>
        </p:nvSpPr>
        <p:spPr>
          <a:xfrm xmlns:a="http://schemas.openxmlformats.org/drawingml/2006/main">
            <a:off x="690562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1" name="Standardized person 607: without endpoint">
            <a:extLst xmlns:a="http://schemas.openxmlformats.org/drawingml/2006/main">
              <a:ext uri="{FF2B5EF4-FFF2-40B4-BE49-F238E27FC236}">
                <a16:creationId xmlns:a16="http://schemas.microsoft.com/office/drawing/2014/main" id="{BA90428C-088C-4D45-9300-7BD949F03D7D}"/>
              </a:ext>
            </a:extLst>
          </p:cNvPr>
          <p:cNvSpPr>
            <a:spLocks xmlns:a="http://schemas.openxmlformats.org/drawingml/2006/main" noGrp="1"/>
          </p:cNvSpPr>
          <p:nvPr/>
        </p:nvSpPr>
        <p:spPr>
          <a:xfrm xmlns:a="http://schemas.openxmlformats.org/drawingml/2006/main">
            <a:off x="703707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2" name="Standardized person 608: without endpoint">
            <a:extLst xmlns:a="http://schemas.openxmlformats.org/drawingml/2006/main">
              <a:ext uri="{FF2B5EF4-FFF2-40B4-BE49-F238E27FC236}">
                <a16:creationId xmlns:a16="http://schemas.microsoft.com/office/drawing/2014/main" id="{A50A2C21-3D43-463C-8418-676B89BC61F1}"/>
              </a:ext>
            </a:extLst>
          </p:cNvPr>
          <p:cNvSpPr>
            <a:spLocks xmlns:a="http://schemas.openxmlformats.org/drawingml/2006/main" noGrp="1"/>
          </p:cNvSpPr>
          <p:nvPr/>
        </p:nvSpPr>
        <p:spPr>
          <a:xfrm xmlns:a="http://schemas.openxmlformats.org/drawingml/2006/main">
            <a:off x="716851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3" name="Standardized person 609: without endpoint">
            <a:extLst xmlns:a="http://schemas.openxmlformats.org/drawingml/2006/main">
              <a:ext uri="{FF2B5EF4-FFF2-40B4-BE49-F238E27FC236}">
                <a16:creationId xmlns:a16="http://schemas.microsoft.com/office/drawing/2014/main" id="{DD92BC1D-61FB-4853-84DD-02BBA29E621C}"/>
              </a:ext>
            </a:extLst>
          </p:cNvPr>
          <p:cNvSpPr>
            <a:spLocks xmlns:a="http://schemas.openxmlformats.org/drawingml/2006/main" noGrp="1"/>
          </p:cNvSpPr>
          <p:nvPr/>
        </p:nvSpPr>
        <p:spPr>
          <a:xfrm xmlns:a="http://schemas.openxmlformats.org/drawingml/2006/main">
            <a:off x="729996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4" name="Standardized person 610: without endpoint">
            <a:extLst xmlns:a="http://schemas.openxmlformats.org/drawingml/2006/main">
              <a:ext uri="{FF2B5EF4-FFF2-40B4-BE49-F238E27FC236}">
                <a16:creationId xmlns:a16="http://schemas.microsoft.com/office/drawing/2014/main" id="{C44790F6-1020-4C4F-BE5C-F8CA833E4E21}"/>
              </a:ext>
            </a:extLst>
          </p:cNvPr>
          <p:cNvSpPr>
            <a:spLocks xmlns:a="http://schemas.openxmlformats.org/drawingml/2006/main" noGrp="1"/>
          </p:cNvSpPr>
          <p:nvPr/>
        </p:nvSpPr>
        <p:spPr>
          <a:xfrm xmlns:a="http://schemas.openxmlformats.org/drawingml/2006/main">
            <a:off x="743140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5" name="Standardized person 611: without endpoint">
            <a:extLst xmlns:a="http://schemas.openxmlformats.org/drawingml/2006/main">
              <a:ext uri="{FF2B5EF4-FFF2-40B4-BE49-F238E27FC236}">
                <a16:creationId xmlns:a16="http://schemas.microsoft.com/office/drawing/2014/main" id="{0CC2846C-B05E-421B-8EA1-BC8238655CDD}"/>
              </a:ext>
            </a:extLst>
          </p:cNvPr>
          <p:cNvSpPr>
            <a:spLocks xmlns:a="http://schemas.openxmlformats.org/drawingml/2006/main" noGrp="1"/>
          </p:cNvSpPr>
          <p:nvPr/>
        </p:nvSpPr>
        <p:spPr>
          <a:xfrm xmlns:a="http://schemas.openxmlformats.org/drawingml/2006/main">
            <a:off x="756285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6" name="Standardized person 612: without endpoint">
            <a:extLst xmlns:a="http://schemas.openxmlformats.org/drawingml/2006/main">
              <a:ext uri="{FF2B5EF4-FFF2-40B4-BE49-F238E27FC236}">
                <a16:creationId xmlns:a16="http://schemas.microsoft.com/office/drawing/2014/main" id="{A703520B-E970-4990-95B3-9D962B46B76D}"/>
              </a:ext>
            </a:extLst>
          </p:cNvPr>
          <p:cNvSpPr>
            <a:spLocks xmlns:a="http://schemas.openxmlformats.org/drawingml/2006/main" noGrp="1"/>
          </p:cNvSpPr>
          <p:nvPr/>
        </p:nvSpPr>
        <p:spPr>
          <a:xfrm xmlns:a="http://schemas.openxmlformats.org/drawingml/2006/main">
            <a:off x="769429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7" name="Standardized person 613: without endpoint">
            <a:extLst xmlns:a="http://schemas.openxmlformats.org/drawingml/2006/main">
              <a:ext uri="{FF2B5EF4-FFF2-40B4-BE49-F238E27FC236}">
                <a16:creationId xmlns:a16="http://schemas.microsoft.com/office/drawing/2014/main" id="{654B882E-3A98-4E5F-A913-03DD6438C4EA}"/>
              </a:ext>
            </a:extLst>
          </p:cNvPr>
          <p:cNvSpPr>
            <a:spLocks xmlns:a="http://schemas.openxmlformats.org/drawingml/2006/main" noGrp="1"/>
          </p:cNvSpPr>
          <p:nvPr/>
        </p:nvSpPr>
        <p:spPr>
          <a:xfrm xmlns:a="http://schemas.openxmlformats.org/drawingml/2006/main">
            <a:off x="782574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8" name="Standardized person 614: without endpoint">
            <a:extLst xmlns:a="http://schemas.openxmlformats.org/drawingml/2006/main">
              <a:ext uri="{FF2B5EF4-FFF2-40B4-BE49-F238E27FC236}">
                <a16:creationId xmlns:a16="http://schemas.microsoft.com/office/drawing/2014/main" id="{9A4A7CF6-CD03-45DB-9C82-EC00B0CC699A}"/>
              </a:ext>
            </a:extLst>
          </p:cNvPr>
          <p:cNvSpPr>
            <a:spLocks xmlns:a="http://schemas.openxmlformats.org/drawingml/2006/main" noGrp="1"/>
          </p:cNvSpPr>
          <p:nvPr/>
        </p:nvSpPr>
        <p:spPr>
          <a:xfrm xmlns:a="http://schemas.openxmlformats.org/drawingml/2006/main">
            <a:off x="795718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19" name="Standardized person 615: without endpoint">
            <a:extLst xmlns:a="http://schemas.openxmlformats.org/drawingml/2006/main">
              <a:ext uri="{FF2B5EF4-FFF2-40B4-BE49-F238E27FC236}">
                <a16:creationId xmlns:a16="http://schemas.microsoft.com/office/drawing/2014/main" id="{8BD06EAE-708B-4FBE-8CB6-5AA0DD67F453}"/>
              </a:ext>
            </a:extLst>
          </p:cNvPr>
          <p:cNvSpPr>
            <a:spLocks xmlns:a="http://schemas.openxmlformats.org/drawingml/2006/main" noGrp="1"/>
          </p:cNvSpPr>
          <p:nvPr/>
        </p:nvSpPr>
        <p:spPr>
          <a:xfrm xmlns:a="http://schemas.openxmlformats.org/drawingml/2006/main">
            <a:off x="808863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0" name="Standardized person 616: without endpoint">
            <a:extLst xmlns:a="http://schemas.openxmlformats.org/drawingml/2006/main">
              <a:ext uri="{FF2B5EF4-FFF2-40B4-BE49-F238E27FC236}">
                <a16:creationId xmlns:a16="http://schemas.microsoft.com/office/drawing/2014/main" id="{8B5B443D-6BF7-4804-82E4-ABA69E425209}"/>
              </a:ext>
            </a:extLst>
          </p:cNvPr>
          <p:cNvSpPr>
            <a:spLocks xmlns:a="http://schemas.openxmlformats.org/drawingml/2006/main" noGrp="1"/>
          </p:cNvSpPr>
          <p:nvPr/>
        </p:nvSpPr>
        <p:spPr>
          <a:xfrm xmlns:a="http://schemas.openxmlformats.org/drawingml/2006/main">
            <a:off x="822007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1" name="Standardized person 617: without endpoint">
            <a:extLst xmlns:a="http://schemas.openxmlformats.org/drawingml/2006/main">
              <a:ext uri="{FF2B5EF4-FFF2-40B4-BE49-F238E27FC236}">
                <a16:creationId xmlns:a16="http://schemas.microsoft.com/office/drawing/2014/main" id="{90E70F72-5AF9-434C-B7E1-2402F100C49A}"/>
              </a:ext>
            </a:extLst>
          </p:cNvPr>
          <p:cNvSpPr>
            <a:spLocks xmlns:a="http://schemas.openxmlformats.org/drawingml/2006/main" noGrp="1"/>
          </p:cNvSpPr>
          <p:nvPr/>
        </p:nvSpPr>
        <p:spPr>
          <a:xfrm xmlns:a="http://schemas.openxmlformats.org/drawingml/2006/main">
            <a:off x="835152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2" name="Standardized person 618: without endpoint">
            <a:extLst xmlns:a="http://schemas.openxmlformats.org/drawingml/2006/main">
              <a:ext uri="{FF2B5EF4-FFF2-40B4-BE49-F238E27FC236}">
                <a16:creationId xmlns:a16="http://schemas.microsoft.com/office/drawing/2014/main" id="{398BD78D-3CEE-444E-9E81-6D10DFEC7C77}"/>
              </a:ext>
            </a:extLst>
          </p:cNvPr>
          <p:cNvSpPr>
            <a:spLocks xmlns:a="http://schemas.openxmlformats.org/drawingml/2006/main" noGrp="1"/>
          </p:cNvSpPr>
          <p:nvPr/>
        </p:nvSpPr>
        <p:spPr>
          <a:xfrm xmlns:a="http://schemas.openxmlformats.org/drawingml/2006/main">
            <a:off x="848296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3" name="Standardized person 619: without endpoint">
            <a:extLst xmlns:a="http://schemas.openxmlformats.org/drawingml/2006/main">
              <a:ext uri="{FF2B5EF4-FFF2-40B4-BE49-F238E27FC236}">
                <a16:creationId xmlns:a16="http://schemas.microsoft.com/office/drawing/2014/main" id="{93B74E11-328F-4AA4-9F3F-976D11255DF3}"/>
              </a:ext>
            </a:extLst>
          </p:cNvPr>
          <p:cNvSpPr>
            <a:spLocks xmlns:a="http://schemas.openxmlformats.org/drawingml/2006/main" noGrp="1"/>
          </p:cNvSpPr>
          <p:nvPr/>
        </p:nvSpPr>
        <p:spPr>
          <a:xfrm xmlns:a="http://schemas.openxmlformats.org/drawingml/2006/main">
            <a:off x="861441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4" name="Standardized person 620: without endpoint">
            <a:extLst xmlns:a="http://schemas.openxmlformats.org/drawingml/2006/main">
              <a:ext uri="{FF2B5EF4-FFF2-40B4-BE49-F238E27FC236}">
                <a16:creationId xmlns:a16="http://schemas.microsoft.com/office/drawing/2014/main" id="{15825102-9ABC-463B-B53E-58EC41F83CE9}"/>
              </a:ext>
            </a:extLst>
          </p:cNvPr>
          <p:cNvSpPr>
            <a:spLocks xmlns:a="http://schemas.openxmlformats.org/drawingml/2006/main" noGrp="1"/>
          </p:cNvSpPr>
          <p:nvPr/>
        </p:nvSpPr>
        <p:spPr>
          <a:xfrm xmlns:a="http://schemas.openxmlformats.org/drawingml/2006/main">
            <a:off x="874585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5" name="Standardized person 621: without endpoint">
            <a:extLst xmlns:a="http://schemas.openxmlformats.org/drawingml/2006/main">
              <a:ext uri="{FF2B5EF4-FFF2-40B4-BE49-F238E27FC236}">
                <a16:creationId xmlns:a16="http://schemas.microsoft.com/office/drawing/2014/main" id="{FB3E5D24-1BB0-4BA8-8476-EF77FB6DA40F}"/>
              </a:ext>
            </a:extLst>
          </p:cNvPr>
          <p:cNvSpPr>
            <a:spLocks xmlns:a="http://schemas.openxmlformats.org/drawingml/2006/main" noGrp="1"/>
          </p:cNvSpPr>
          <p:nvPr/>
        </p:nvSpPr>
        <p:spPr>
          <a:xfrm xmlns:a="http://schemas.openxmlformats.org/drawingml/2006/main">
            <a:off x="887730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6" name="Standardized person 622: without endpoint">
            <a:extLst xmlns:a="http://schemas.openxmlformats.org/drawingml/2006/main">
              <a:ext uri="{FF2B5EF4-FFF2-40B4-BE49-F238E27FC236}">
                <a16:creationId xmlns:a16="http://schemas.microsoft.com/office/drawing/2014/main" id="{14A81C1E-7C12-40C3-AC79-7554C57A9986}"/>
              </a:ext>
            </a:extLst>
          </p:cNvPr>
          <p:cNvSpPr>
            <a:spLocks xmlns:a="http://schemas.openxmlformats.org/drawingml/2006/main" noGrp="1"/>
          </p:cNvSpPr>
          <p:nvPr/>
        </p:nvSpPr>
        <p:spPr>
          <a:xfrm xmlns:a="http://schemas.openxmlformats.org/drawingml/2006/main">
            <a:off x="900874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7" name="Standardized person 623: without endpoint">
            <a:extLst xmlns:a="http://schemas.openxmlformats.org/drawingml/2006/main">
              <a:ext uri="{FF2B5EF4-FFF2-40B4-BE49-F238E27FC236}">
                <a16:creationId xmlns:a16="http://schemas.microsoft.com/office/drawing/2014/main" id="{A77E9505-721F-4553-AD9E-CF0E66CFFFC3}"/>
              </a:ext>
            </a:extLst>
          </p:cNvPr>
          <p:cNvSpPr>
            <a:spLocks xmlns:a="http://schemas.openxmlformats.org/drawingml/2006/main" noGrp="1"/>
          </p:cNvSpPr>
          <p:nvPr/>
        </p:nvSpPr>
        <p:spPr>
          <a:xfrm xmlns:a="http://schemas.openxmlformats.org/drawingml/2006/main">
            <a:off x="914019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8" name="Standardized person 624: without endpoint">
            <a:extLst xmlns:a="http://schemas.openxmlformats.org/drawingml/2006/main">
              <a:ext uri="{FF2B5EF4-FFF2-40B4-BE49-F238E27FC236}">
                <a16:creationId xmlns:a16="http://schemas.microsoft.com/office/drawing/2014/main" id="{88A4F8AC-E96F-4368-978D-46B97005497F}"/>
              </a:ext>
            </a:extLst>
          </p:cNvPr>
          <p:cNvSpPr>
            <a:spLocks xmlns:a="http://schemas.openxmlformats.org/drawingml/2006/main" noGrp="1"/>
          </p:cNvSpPr>
          <p:nvPr/>
        </p:nvSpPr>
        <p:spPr>
          <a:xfrm xmlns:a="http://schemas.openxmlformats.org/drawingml/2006/main">
            <a:off x="927163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29" name="Standardized person 625: without endpoint">
            <a:extLst xmlns:a="http://schemas.openxmlformats.org/drawingml/2006/main">
              <a:ext uri="{FF2B5EF4-FFF2-40B4-BE49-F238E27FC236}">
                <a16:creationId xmlns:a16="http://schemas.microsoft.com/office/drawing/2014/main" id="{D7FC6ED3-4AA2-4140-AD21-6FC5A4D57798}"/>
              </a:ext>
            </a:extLst>
          </p:cNvPr>
          <p:cNvSpPr>
            <a:spLocks xmlns:a="http://schemas.openxmlformats.org/drawingml/2006/main" noGrp="1"/>
          </p:cNvSpPr>
          <p:nvPr/>
        </p:nvSpPr>
        <p:spPr>
          <a:xfrm xmlns:a="http://schemas.openxmlformats.org/drawingml/2006/main">
            <a:off x="940308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0" name="Standardized person 626: without endpoint">
            <a:extLst xmlns:a="http://schemas.openxmlformats.org/drawingml/2006/main">
              <a:ext uri="{FF2B5EF4-FFF2-40B4-BE49-F238E27FC236}">
                <a16:creationId xmlns:a16="http://schemas.microsoft.com/office/drawing/2014/main" id="{614A6E2C-1A61-48DC-963D-20D7F1C298A5}"/>
              </a:ext>
            </a:extLst>
          </p:cNvPr>
          <p:cNvSpPr>
            <a:spLocks xmlns:a="http://schemas.openxmlformats.org/drawingml/2006/main" noGrp="1"/>
          </p:cNvSpPr>
          <p:nvPr/>
        </p:nvSpPr>
        <p:spPr>
          <a:xfrm xmlns:a="http://schemas.openxmlformats.org/drawingml/2006/main">
            <a:off x="953452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1" name="Standardized person 627: without endpoint">
            <a:extLst xmlns:a="http://schemas.openxmlformats.org/drawingml/2006/main">
              <a:ext uri="{FF2B5EF4-FFF2-40B4-BE49-F238E27FC236}">
                <a16:creationId xmlns:a16="http://schemas.microsoft.com/office/drawing/2014/main" id="{4F5354AA-50D1-458E-A68E-00516B5DF99E}"/>
              </a:ext>
            </a:extLst>
          </p:cNvPr>
          <p:cNvSpPr>
            <a:spLocks xmlns:a="http://schemas.openxmlformats.org/drawingml/2006/main" noGrp="1"/>
          </p:cNvSpPr>
          <p:nvPr/>
        </p:nvSpPr>
        <p:spPr>
          <a:xfrm xmlns:a="http://schemas.openxmlformats.org/drawingml/2006/main">
            <a:off x="966597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2" name="Standardized person 628: without endpoint">
            <a:extLst xmlns:a="http://schemas.openxmlformats.org/drawingml/2006/main">
              <a:ext uri="{FF2B5EF4-FFF2-40B4-BE49-F238E27FC236}">
                <a16:creationId xmlns:a16="http://schemas.microsoft.com/office/drawing/2014/main" id="{2E044087-F299-47BF-90A5-E415D5B87A5E}"/>
              </a:ext>
            </a:extLst>
          </p:cNvPr>
          <p:cNvSpPr>
            <a:spLocks xmlns:a="http://schemas.openxmlformats.org/drawingml/2006/main" noGrp="1"/>
          </p:cNvSpPr>
          <p:nvPr/>
        </p:nvSpPr>
        <p:spPr>
          <a:xfrm xmlns:a="http://schemas.openxmlformats.org/drawingml/2006/main">
            <a:off x="979741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3" name="Standardized person 629: without endpoint">
            <a:extLst xmlns:a="http://schemas.openxmlformats.org/drawingml/2006/main">
              <a:ext uri="{FF2B5EF4-FFF2-40B4-BE49-F238E27FC236}">
                <a16:creationId xmlns:a16="http://schemas.microsoft.com/office/drawing/2014/main" id="{71A892F2-8BA8-4EF0-81FA-0038E35DCF6C}"/>
              </a:ext>
            </a:extLst>
          </p:cNvPr>
          <p:cNvSpPr>
            <a:spLocks xmlns:a="http://schemas.openxmlformats.org/drawingml/2006/main" noGrp="1"/>
          </p:cNvSpPr>
          <p:nvPr/>
        </p:nvSpPr>
        <p:spPr>
          <a:xfrm xmlns:a="http://schemas.openxmlformats.org/drawingml/2006/main">
            <a:off x="992886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4" name="Standardized person 630: without endpoint">
            <a:extLst xmlns:a="http://schemas.openxmlformats.org/drawingml/2006/main">
              <a:ext uri="{FF2B5EF4-FFF2-40B4-BE49-F238E27FC236}">
                <a16:creationId xmlns:a16="http://schemas.microsoft.com/office/drawing/2014/main" id="{9EBBFC21-EACA-462E-AE3E-A62665DB11C4}"/>
              </a:ext>
            </a:extLst>
          </p:cNvPr>
          <p:cNvSpPr>
            <a:spLocks xmlns:a="http://schemas.openxmlformats.org/drawingml/2006/main" noGrp="1"/>
          </p:cNvSpPr>
          <p:nvPr/>
        </p:nvSpPr>
        <p:spPr>
          <a:xfrm xmlns:a="http://schemas.openxmlformats.org/drawingml/2006/main">
            <a:off x="1006030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5" name="Standardized person 631: without endpoint">
            <a:extLst xmlns:a="http://schemas.openxmlformats.org/drawingml/2006/main">
              <a:ext uri="{FF2B5EF4-FFF2-40B4-BE49-F238E27FC236}">
                <a16:creationId xmlns:a16="http://schemas.microsoft.com/office/drawing/2014/main" id="{1C3658A8-BF37-4E7D-A166-3325789C9FC0}"/>
              </a:ext>
            </a:extLst>
          </p:cNvPr>
          <p:cNvSpPr>
            <a:spLocks xmlns:a="http://schemas.openxmlformats.org/drawingml/2006/main" noGrp="1"/>
          </p:cNvSpPr>
          <p:nvPr/>
        </p:nvSpPr>
        <p:spPr>
          <a:xfrm xmlns:a="http://schemas.openxmlformats.org/drawingml/2006/main">
            <a:off x="1019175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6" name="Standardized person 632: without endpoint">
            <a:extLst xmlns:a="http://schemas.openxmlformats.org/drawingml/2006/main">
              <a:ext uri="{FF2B5EF4-FFF2-40B4-BE49-F238E27FC236}">
                <a16:creationId xmlns:a16="http://schemas.microsoft.com/office/drawing/2014/main" id="{6918AA91-2D39-42E0-821C-186D114659BB}"/>
              </a:ext>
            </a:extLst>
          </p:cNvPr>
          <p:cNvSpPr>
            <a:spLocks xmlns:a="http://schemas.openxmlformats.org/drawingml/2006/main" noGrp="1"/>
          </p:cNvSpPr>
          <p:nvPr/>
        </p:nvSpPr>
        <p:spPr>
          <a:xfrm xmlns:a="http://schemas.openxmlformats.org/drawingml/2006/main">
            <a:off x="1032319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7" name="Standardized person 633: without endpoint">
            <a:extLst xmlns:a="http://schemas.openxmlformats.org/drawingml/2006/main">
              <a:ext uri="{FF2B5EF4-FFF2-40B4-BE49-F238E27FC236}">
                <a16:creationId xmlns:a16="http://schemas.microsoft.com/office/drawing/2014/main" id="{1FBFF330-564A-4D99-9E00-EB2AEC8FEFFC}"/>
              </a:ext>
            </a:extLst>
          </p:cNvPr>
          <p:cNvSpPr>
            <a:spLocks xmlns:a="http://schemas.openxmlformats.org/drawingml/2006/main" noGrp="1"/>
          </p:cNvSpPr>
          <p:nvPr/>
        </p:nvSpPr>
        <p:spPr>
          <a:xfrm xmlns:a="http://schemas.openxmlformats.org/drawingml/2006/main">
            <a:off x="1045464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8" name="Standardized person 634: without endpoint">
            <a:extLst xmlns:a="http://schemas.openxmlformats.org/drawingml/2006/main">
              <a:ext uri="{FF2B5EF4-FFF2-40B4-BE49-F238E27FC236}">
                <a16:creationId xmlns:a16="http://schemas.microsoft.com/office/drawing/2014/main" id="{0D7BE353-2206-45E7-BDD4-409910199412}"/>
              </a:ext>
            </a:extLst>
          </p:cNvPr>
          <p:cNvSpPr>
            <a:spLocks xmlns:a="http://schemas.openxmlformats.org/drawingml/2006/main" noGrp="1"/>
          </p:cNvSpPr>
          <p:nvPr/>
        </p:nvSpPr>
        <p:spPr>
          <a:xfrm xmlns:a="http://schemas.openxmlformats.org/drawingml/2006/main">
            <a:off x="1058608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39" name="Standardized person 635: without endpoint">
            <a:extLst xmlns:a="http://schemas.openxmlformats.org/drawingml/2006/main">
              <a:ext uri="{FF2B5EF4-FFF2-40B4-BE49-F238E27FC236}">
                <a16:creationId xmlns:a16="http://schemas.microsoft.com/office/drawing/2014/main" id="{92CD3D0F-0C7F-4B40-8FC8-B906C26917F1}"/>
              </a:ext>
            </a:extLst>
          </p:cNvPr>
          <p:cNvSpPr>
            <a:spLocks xmlns:a="http://schemas.openxmlformats.org/drawingml/2006/main" noGrp="1"/>
          </p:cNvSpPr>
          <p:nvPr/>
        </p:nvSpPr>
        <p:spPr>
          <a:xfrm xmlns:a="http://schemas.openxmlformats.org/drawingml/2006/main">
            <a:off x="1071753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0" name="Standardized person 636: without endpoint">
            <a:extLst xmlns:a="http://schemas.openxmlformats.org/drawingml/2006/main">
              <a:ext uri="{FF2B5EF4-FFF2-40B4-BE49-F238E27FC236}">
                <a16:creationId xmlns:a16="http://schemas.microsoft.com/office/drawing/2014/main" id="{2F6E4F1E-C35F-4B80-B3AD-4E52AF9D2BD5}"/>
              </a:ext>
            </a:extLst>
          </p:cNvPr>
          <p:cNvSpPr>
            <a:spLocks xmlns:a="http://schemas.openxmlformats.org/drawingml/2006/main" noGrp="1"/>
          </p:cNvSpPr>
          <p:nvPr/>
        </p:nvSpPr>
        <p:spPr>
          <a:xfrm xmlns:a="http://schemas.openxmlformats.org/drawingml/2006/main">
            <a:off x="1084897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1" name="Standardized person 637: without endpoint">
            <a:extLst xmlns:a="http://schemas.openxmlformats.org/drawingml/2006/main">
              <a:ext uri="{FF2B5EF4-FFF2-40B4-BE49-F238E27FC236}">
                <a16:creationId xmlns:a16="http://schemas.microsoft.com/office/drawing/2014/main" id="{3D30CBA8-FB99-4603-8D5E-1ECA444BC140}"/>
              </a:ext>
            </a:extLst>
          </p:cNvPr>
          <p:cNvSpPr>
            <a:spLocks xmlns:a="http://schemas.openxmlformats.org/drawingml/2006/main" noGrp="1"/>
          </p:cNvSpPr>
          <p:nvPr/>
        </p:nvSpPr>
        <p:spPr>
          <a:xfrm xmlns:a="http://schemas.openxmlformats.org/drawingml/2006/main">
            <a:off x="1098042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2" name="Standardized person 638: without endpoint">
            <a:extLst xmlns:a="http://schemas.openxmlformats.org/drawingml/2006/main">
              <a:ext uri="{FF2B5EF4-FFF2-40B4-BE49-F238E27FC236}">
                <a16:creationId xmlns:a16="http://schemas.microsoft.com/office/drawing/2014/main" id="{C0DD8AA4-6A01-41C6-ACCC-C02DEA0D0FFF}"/>
              </a:ext>
            </a:extLst>
          </p:cNvPr>
          <p:cNvSpPr>
            <a:spLocks xmlns:a="http://schemas.openxmlformats.org/drawingml/2006/main" noGrp="1"/>
          </p:cNvSpPr>
          <p:nvPr/>
        </p:nvSpPr>
        <p:spPr>
          <a:xfrm xmlns:a="http://schemas.openxmlformats.org/drawingml/2006/main">
            <a:off x="1111186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3" name="Standardized person 639: without endpoint">
            <a:extLst xmlns:a="http://schemas.openxmlformats.org/drawingml/2006/main">
              <a:ext uri="{FF2B5EF4-FFF2-40B4-BE49-F238E27FC236}">
                <a16:creationId xmlns:a16="http://schemas.microsoft.com/office/drawing/2014/main" id="{3C1149CD-90DC-4AAB-8673-93511B345B6C}"/>
              </a:ext>
            </a:extLst>
          </p:cNvPr>
          <p:cNvSpPr>
            <a:spLocks xmlns:a="http://schemas.openxmlformats.org/drawingml/2006/main" noGrp="1"/>
          </p:cNvSpPr>
          <p:nvPr/>
        </p:nvSpPr>
        <p:spPr>
          <a:xfrm xmlns:a="http://schemas.openxmlformats.org/drawingml/2006/main">
            <a:off x="11243310"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4" name="Standardized person 640: without endpoint">
            <a:extLst xmlns:a="http://schemas.openxmlformats.org/drawingml/2006/main">
              <a:ext uri="{FF2B5EF4-FFF2-40B4-BE49-F238E27FC236}">
                <a16:creationId xmlns:a16="http://schemas.microsoft.com/office/drawing/2014/main" id="{15FBEB4F-1606-43C6-8835-89A15AF14C37}"/>
              </a:ext>
            </a:extLst>
          </p:cNvPr>
          <p:cNvSpPr>
            <a:spLocks xmlns:a="http://schemas.openxmlformats.org/drawingml/2006/main" noGrp="1"/>
          </p:cNvSpPr>
          <p:nvPr/>
        </p:nvSpPr>
        <p:spPr>
          <a:xfrm xmlns:a="http://schemas.openxmlformats.org/drawingml/2006/main">
            <a:off x="11374755" y="420243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5" name="Standardized person 641: without endpoint">
            <a:extLst xmlns:a="http://schemas.openxmlformats.org/drawingml/2006/main">
              <a:ext uri="{FF2B5EF4-FFF2-40B4-BE49-F238E27FC236}">
                <a16:creationId xmlns:a16="http://schemas.microsoft.com/office/drawing/2014/main" id="{E2A6FF09-7C35-4BB6-9F5C-B3D5D4E4AFA4}"/>
              </a:ext>
            </a:extLst>
          </p:cNvPr>
          <p:cNvSpPr>
            <a:spLocks xmlns:a="http://schemas.openxmlformats.org/drawingml/2006/main" noGrp="1"/>
          </p:cNvSpPr>
          <p:nvPr/>
        </p:nvSpPr>
        <p:spPr>
          <a:xfrm xmlns:a="http://schemas.openxmlformats.org/drawingml/2006/main">
            <a:off x="624840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6" name="Standardized person 642: without endpoint">
            <a:extLst xmlns:a="http://schemas.openxmlformats.org/drawingml/2006/main">
              <a:ext uri="{FF2B5EF4-FFF2-40B4-BE49-F238E27FC236}">
                <a16:creationId xmlns:a16="http://schemas.microsoft.com/office/drawing/2014/main" id="{6493C2EE-955C-4E64-B35E-FA800E467D0D}"/>
              </a:ext>
            </a:extLst>
          </p:cNvPr>
          <p:cNvSpPr>
            <a:spLocks xmlns:a="http://schemas.openxmlformats.org/drawingml/2006/main" noGrp="1"/>
          </p:cNvSpPr>
          <p:nvPr/>
        </p:nvSpPr>
        <p:spPr>
          <a:xfrm xmlns:a="http://schemas.openxmlformats.org/drawingml/2006/main">
            <a:off x="637984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7" name="Standardized person 643: without endpoint">
            <a:extLst xmlns:a="http://schemas.openxmlformats.org/drawingml/2006/main">
              <a:ext uri="{FF2B5EF4-FFF2-40B4-BE49-F238E27FC236}">
                <a16:creationId xmlns:a16="http://schemas.microsoft.com/office/drawing/2014/main" id="{C5AC7BFA-1BF6-4E6E-BF53-690367EE5F4F}"/>
              </a:ext>
            </a:extLst>
          </p:cNvPr>
          <p:cNvSpPr>
            <a:spLocks xmlns:a="http://schemas.openxmlformats.org/drawingml/2006/main" noGrp="1"/>
          </p:cNvSpPr>
          <p:nvPr/>
        </p:nvSpPr>
        <p:spPr>
          <a:xfrm xmlns:a="http://schemas.openxmlformats.org/drawingml/2006/main">
            <a:off x="651129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8" name="Standardized person 644: without endpoint">
            <a:extLst xmlns:a="http://schemas.openxmlformats.org/drawingml/2006/main">
              <a:ext uri="{FF2B5EF4-FFF2-40B4-BE49-F238E27FC236}">
                <a16:creationId xmlns:a16="http://schemas.microsoft.com/office/drawing/2014/main" id="{020977BC-5494-4586-851F-BF6988DBB1B0}"/>
              </a:ext>
            </a:extLst>
          </p:cNvPr>
          <p:cNvSpPr>
            <a:spLocks xmlns:a="http://schemas.openxmlformats.org/drawingml/2006/main" noGrp="1"/>
          </p:cNvSpPr>
          <p:nvPr/>
        </p:nvSpPr>
        <p:spPr>
          <a:xfrm xmlns:a="http://schemas.openxmlformats.org/drawingml/2006/main">
            <a:off x="664273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49" name="Standardized person 645: without endpoint">
            <a:extLst xmlns:a="http://schemas.openxmlformats.org/drawingml/2006/main">
              <a:ext uri="{FF2B5EF4-FFF2-40B4-BE49-F238E27FC236}">
                <a16:creationId xmlns:a16="http://schemas.microsoft.com/office/drawing/2014/main" id="{5AE7D71B-49FE-4D5C-9C30-ABD12DA816C3}"/>
              </a:ext>
            </a:extLst>
          </p:cNvPr>
          <p:cNvSpPr>
            <a:spLocks xmlns:a="http://schemas.openxmlformats.org/drawingml/2006/main" noGrp="1"/>
          </p:cNvSpPr>
          <p:nvPr/>
        </p:nvSpPr>
        <p:spPr>
          <a:xfrm xmlns:a="http://schemas.openxmlformats.org/drawingml/2006/main">
            <a:off x="677418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0" name="Standardized person 646: without endpoint">
            <a:extLst xmlns:a="http://schemas.openxmlformats.org/drawingml/2006/main">
              <a:ext uri="{FF2B5EF4-FFF2-40B4-BE49-F238E27FC236}">
                <a16:creationId xmlns:a16="http://schemas.microsoft.com/office/drawing/2014/main" id="{55168525-551E-4E67-87A3-25ECA3532DEC}"/>
              </a:ext>
            </a:extLst>
          </p:cNvPr>
          <p:cNvSpPr>
            <a:spLocks xmlns:a="http://schemas.openxmlformats.org/drawingml/2006/main" noGrp="1"/>
          </p:cNvSpPr>
          <p:nvPr/>
        </p:nvSpPr>
        <p:spPr>
          <a:xfrm xmlns:a="http://schemas.openxmlformats.org/drawingml/2006/main">
            <a:off x="690562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1" name="Standardized person 647: without endpoint">
            <a:extLst xmlns:a="http://schemas.openxmlformats.org/drawingml/2006/main">
              <a:ext uri="{FF2B5EF4-FFF2-40B4-BE49-F238E27FC236}">
                <a16:creationId xmlns:a16="http://schemas.microsoft.com/office/drawing/2014/main" id="{F2FC0264-DAAC-4F4B-B5B1-058868692DD8}"/>
              </a:ext>
            </a:extLst>
          </p:cNvPr>
          <p:cNvSpPr>
            <a:spLocks xmlns:a="http://schemas.openxmlformats.org/drawingml/2006/main" noGrp="1"/>
          </p:cNvSpPr>
          <p:nvPr/>
        </p:nvSpPr>
        <p:spPr>
          <a:xfrm xmlns:a="http://schemas.openxmlformats.org/drawingml/2006/main">
            <a:off x="703707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2" name="Standardized person 648: without endpoint">
            <a:extLst xmlns:a="http://schemas.openxmlformats.org/drawingml/2006/main">
              <a:ext uri="{FF2B5EF4-FFF2-40B4-BE49-F238E27FC236}">
                <a16:creationId xmlns:a16="http://schemas.microsoft.com/office/drawing/2014/main" id="{408C3204-71C7-42C6-BA43-9F6F62B6DE55}"/>
              </a:ext>
            </a:extLst>
          </p:cNvPr>
          <p:cNvSpPr>
            <a:spLocks xmlns:a="http://schemas.openxmlformats.org/drawingml/2006/main" noGrp="1"/>
          </p:cNvSpPr>
          <p:nvPr/>
        </p:nvSpPr>
        <p:spPr>
          <a:xfrm xmlns:a="http://schemas.openxmlformats.org/drawingml/2006/main">
            <a:off x="716851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3" name="Standardized person 649: without endpoint">
            <a:extLst xmlns:a="http://schemas.openxmlformats.org/drawingml/2006/main">
              <a:ext uri="{FF2B5EF4-FFF2-40B4-BE49-F238E27FC236}">
                <a16:creationId xmlns:a16="http://schemas.microsoft.com/office/drawing/2014/main" id="{65B12E7F-C8D5-4DE3-AE3B-959AB6C807CD}"/>
              </a:ext>
            </a:extLst>
          </p:cNvPr>
          <p:cNvSpPr>
            <a:spLocks xmlns:a="http://schemas.openxmlformats.org/drawingml/2006/main" noGrp="1"/>
          </p:cNvSpPr>
          <p:nvPr/>
        </p:nvSpPr>
        <p:spPr>
          <a:xfrm xmlns:a="http://schemas.openxmlformats.org/drawingml/2006/main">
            <a:off x="729996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4" name="Standardized person 650: without endpoint">
            <a:extLst xmlns:a="http://schemas.openxmlformats.org/drawingml/2006/main">
              <a:ext uri="{FF2B5EF4-FFF2-40B4-BE49-F238E27FC236}">
                <a16:creationId xmlns:a16="http://schemas.microsoft.com/office/drawing/2014/main" id="{60879449-4F63-4C6D-82C6-72DD68DB676F}"/>
              </a:ext>
            </a:extLst>
          </p:cNvPr>
          <p:cNvSpPr>
            <a:spLocks xmlns:a="http://schemas.openxmlformats.org/drawingml/2006/main" noGrp="1"/>
          </p:cNvSpPr>
          <p:nvPr/>
        </p:nvSpPr>
        <p:spPr>
          <a:xfrm xmlns:a="http://schemas.openxmlformats.org/drawingml/2006/main">
            <a:off x="743140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5" name="Standardized person 651: without endpoint">
            <a:extLst xmlns:a="http://schemas.openxmlformats.org/drawingml/2006/main">
              <a:ext uri="{FF2B5EF4-FFF2-40B4-BE49-F238E27FC236}">
                <a16:creationId xmlns:a16="http://schemas.microsoft.com/office/drawing/2014/main" id="{C862342C-F317-4AB3-8460-18FE3150FD62}"/>
              </a:ext>
            </a:extLst>
          </p:cNvPr>
          <p:cNvSpPr>
            <a:spLocks xmlns:a="http://schemas.openxmlformats.org/drawingml/2006/main" noGrp="1"/>
          </p:cNvSpPr>
          <p:nvPr/>
        </p:nvSpPr>
        <p:spPr>
          <a:xfrm xmlns:a="http://schemas.openxmlformats.org/drawingml/2006/main">
            <a:off x="756285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6" name="Standardized person 652: without endpoint">
            <a:extLst xmlns:a="http://schemas.openxmlformats.org/drawingml/2006/main">
              <a:ext uri="{FF2B5EF4-FFF2-40B4-BE49-F238E27FC236}">
                <a16:creationId xmlns:a16="http://schemas.microsoft.com/office/drawing/2014/main" id="{4C322246-6099-4F59-BBCE-C267AF060E1B}"/>
              </a:ext>
            </a:extLst>
          </p:cNvPr>
          <p:cNvSpPr>
            <a:spLocks xmlns:a="http://schemas.openxmlformats.org/drawingml/2006/main" noGrp="1"/>
          </p:cNvSpPr>
          <p:nvPr/>
        </p:nvSpPr>
        <p:spPr>
          <a:xfrm xmlns:a="http://schemas.openxmlformats.org/drawingml/2006/main">
            <a:off x="769429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7" name="Standardized person 653: without endpoint">
            <a:extLst xmlns:a="http://schemas.openxmlformats.org/drawingml/2006/main">
              <a:ext uri="{FF2B5EF4-FFF2-40B4-BE49-F238E27FC236}">
                <a16:creationId xmlns:a16="http://schemas.microsoft.com/office/drawing/2014/main" id="{5D459157-EF72-4F8C-9A8A-3FD9C83D1B13}"/>
              </a:ext>
            </a:extLst>
          </p:cNvPr>
          <p:cNvSpPr>
            <a:spLocks xmlns:a="http://schemas.openxmlformats.org/drawingml/2006/main" noGrp="1"/>
          </p:cNvSpPr>
          <p:nvPr/>
        </p:nvSpPr>
        <p:spPr>
          <a:xfrm xmlns:a="http://schemas.openxmlformats.org/drawingml/2006/main">
            <a:off x="782574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8" name="Standardized person 654: without endpoint">
            <a:extLst xmlns:a="http://schemas.openxmlformats.org/drawingml/2006/main">
              <a:ext uri="{FF2B5EF4-FFF2-40B4-BE49-F238E27FC236}">
                <a16:creationId xmlns:a16="http://schemas.microsoft.com/office/drawing/2014/main" id="{44F7E85B-4F64-41EF-A115-655741D191D0}"/>
              </a:ext>
            </a:extLst>
          </p:cNvPr>
          <p:cNvSpPr>
            <a:spLocks xmlns:a="http://schemas.openxmlformats.org/drawingml/2006/main" noGrp="1"/>
          </p:cNvSpPr>
          <p:nvPr/>
        </p:nvSpPr>
        <p:spPr>
          <a:xfrm xmlns:a="http://schemas.openxmlformats.org/drawingml/2006/main">
            <a:off x="795718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59" name="Standardized person 655: without endpoint">
            <a:extLst xmlns:a="http://schemas.openxmlformats.org/drawingml/2006/main">
              <a:ext uri="{FF2B5EF4-FFF2-40B4-BE49-F238E27FC236}">
                <a16:creationId xmlns:a16="http://schemas.microsoft.com/office/drawing/2014/main" id="{9E80D3CE-DD53-4CF1-B239-295B8C537AE5}"/>
              </a:ext>
            </a:extLst>
          </p:cNvPr>
          <p:cNvSpPr>
            <a:spLocks xmlns:a="http://schemas.openxmlformats.org/drawingml/2006/main" noGrp="1"/>
          </p:cNvSpPr>
          <p:nvPr/>
        </p:nvSpPr>
        <p:spPr>
          <a:xfrm xmlns:a="http://schemas.openxmlformats.org/drawingml/2006/main">
            <a:off x="808863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0" name="Standardized person 656: without endpoint">
            <a:extLst xmlns:a="http://schemas.openxmlformats.org/drawingml/2006/main">
              <a:ext uri="{FF2B5EF4-FFF2-40B4-BE49-F238E27FC236}">
                <a16:creationId xmlns:a16="http://schemas.microsoft.com/office/drawing/2014/main" id="{1E2EEA40-5E94-4B26-B151-7F98EFB4C615}"/>
              </a:ext>
            </a:extLst>
          </p:cNvPr>
          <p:cNvSpPr>
            <a:spLocks xmlns:a="http://schemas.openxmlformats.org/drawingml/2006/main" noGrp="1"/>
          </p:cNvSpPr>
          <p:nvPr/>
        </p:nvSpPr>
        <p:spPr>
          <a:xfrm xmlns:a="http://schemas.openxmlformats.org/drawingml/2006/main">
            <a:off x="822007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1" name="Standardized person 657: without endpoint">
            <a:extLst xmlns:a="http://schemas.openxmlformats.org/drawingml/2006/main">
              <a:ext uri="{FF2B5EF4-FFF2-40B4-BE49-F238E27FC236}">
                <a16:creationId xmlns:a16="http://schemas.microsoft.com/office/drawing/2014/main" id="{6B99C903-2F7B-49B9-9499-F4B3A97FE8AF}"/>
              </a:ext>
            </a:extLst>
          </p:cNvPr>
          <p:cNvSpPr>
            <a:spLocks xmlns:a="http://schemas.openxmlformats.org/drawingml/2006/main" noGrp="1"/>
          </p:cNvSpPr>
          <p:nvPr/>
        </p:nvSpPr>
        <p:spPr>
          <a:xfrm xmlns:a="http://schemas.openxmlformats.org/drawingml/2006/main">
            <a:off x="835152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2" name="Standardized person 658: without endpoint">
            <a:extLst xmlns:a="http://schemas.openxmlformats.org/drawingml/2006/main">
              <a:ext uri="{FF2B5EF4-FFF2-40B4-BE49-F238E27FC236}">
                <a16:creationId xmlns:a16="http://schemas.microsoft.com/office/drawing/2014/main" id="{3087416B-E165-4572-93C8-5FA1955D8E52}"/>
              </a:ext>
            </a:extLst>
          </p:cNvPr>
          <p:cNvSpPr>
            <a:spLocks xmlns:a="http://schemas.openxmlformats.org/drawingml/2006/main" noGrp="1"/>
          </p:cNvSpPr>
          <p:nvPr/>
        </p:nvSpPr>
        <p:spPr>
          <a:xfrm xmlns:a="http://schemas.openxmlformats.org/drawingml/2006/main">
            <a:off x="848296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3" name="Standardized person 659: without endpoint">
            <a:extLst xmlns:a="http://schemas.openxmlformats.org/drawingml/2006/main">
              <a:ext uri="{FF2B5EF4-FFF2-40B4-BE49-F238E27FC236}">
                <a16:creationId xmlns:a16="http://schemas.microsoft.com/office/drawing/2014/main" id="{D2B603A3-EDAD-452D-A293-592D9FDEE884}"/>
              </a:ext>
            </a:extLst>
          </p:cNvPr>
          <p:cNvSpPr>
            <a:spLocks xmlns:a="http://schemas.openxmlformats.org/drawingml/2006/main" noGrp="1"/>
          </p:cNvSpPr>
          <p:nvPr/>
        </p:nvSpPr>
        <p:spPr>
          <a:xfrm xmlns:a="http://schemas.openxmlformats.org/drawingml/2006/main">
            <a:off x="861441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4" name="Standardized person 660: without endpoint">
            <a:extLst xmlns:a="http://schemas.openxmlformats.org/drawingml/2006/main">
              <a:ext uri="{FF2B5EF4-FFF2-40B4-BE49-F238E27FC236}">
                <a16:creationId xmlns:a16="http://schemas.microsoft.com/office/drawing/2014/main" id="{876712C6-7B2C-48BF-8081-D7B4C4C31973}"/>
              </a:ext>
            </a:extLst>
          </p:cNvPr>
          <p:cNvSpPr>
            <a:spLocks xmlns:a="http://schemas.openxmlformats.org/drawingml/2006/main" noGrp="1"/>
          </p:cNvSpPr>
          <p:nvPr/>
        </p:nvSpPr>
        <p:spPr>
          <a:xfrm xmlns:a="http://schemas.openxmlformats.org/drawingml/2006/main">
            <a:off x="874585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5" name="Standardized person 661: without endpoint">
            <a:extLst xmlns:a="http://schemas.openxmlformats.org/drawingml/2006/main">
              <a:ext uri="{FF2B5EF4-FFF2-40B4-BE49-F238E27FC236}">
                <a16:creationId xmlns:a16="http://schemas.microsoft.com/office/drawing/2014/main" id="{A87BD67E-399D-4994-BB16-38E7D277F56C}"/>
              </a:ext>
            </a:extLst>
          </p:cNvPr>
          <p:cNvSpPr>
            <a:spLocks xmlns:a="http://schemas.openxmlformats.org/drawingml/2006/main" noGrp="1"/>
          </p:cNvSpPr>
          <p:nvPr/>
        </p:nvSpPr>
        <p:spPr>
          <a:xfrm xmlns:a="http://schemas.openxmlformats.org/drawingml/2006/main">
            <a:off x="887730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6" name="Standardized person 662: without endpoint">
            <a:extLst xmlns:a="http://schemas.openxmlformats.org/drawingml/2006/main">
              <a:ext uri="{FF2B5EF4-FFF2-40B4-BE49-F238E27FC236}">
                <a16:creationId xmlns:a16="http://schemas.microsoft.com/office/drawing/2014/main" id="{CA13A483-3AFA-427B-BCD3-6BB1B08C37FB}"/>
              </a:ext>
            </a:extLst>
          </p:cNvPr>
          <p:cNvSpPr>
            <a:spLocks xmlns:a="http://schemas.openxmlformats.org/drawingml/2006/main" noGrp="1"/>
          </p:cNvSpPr>
          <p:nvPr/>
        </p:nvSpPr>
        <p:spPr>
          <a:xfrm xmlns:a="http://schemas.openxmlformats.org/drawingml/2006/main">
            <a:off x="900874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7" name="Standardized person 663: without endpoint">
            <a:extLst xmlns:a="http://schemas.openxmlformats.org/drawingml/2006/main">
              <a:ext uri="{FF2B5EF4-FFF2-40B4-BE49-F238E27FC236}">
                <a16:creationId xmlns:a16="http://schemas.microsoft.com/office/drawing/2014/main" id="{AC58174C-7CED-40F1-99F3-4CFAFBC3C926}"/>
              </a:ext>
            </a:extLst>
          </p:cNvPr>
          <p:cNvSpPr>
            <a:spLocks xmlns:a="http://schemas.openxmlformats.org/drawingml/2006/main" noGrp="1"/>
          </p:cNvSpPr>
          <p:nvPr/>
        </p:nvSpPr>
        <p:spPr>
          <a:xfrm xmlns:a="http://schemas.openxmlformats.org/drawingml/2006/main">
            <a:off x="914019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8" name="Standardized person 664: without endpoint">
            <a:extLst xmlns:a="http://schemas.openxmlformats.org/drawingml/2006/main">
              <a:ext uri="{FF2B5EF4-FFF2-40B4-BE49-F238E27FC236}">
                <a16:creationId xmlns:a16="http://schemas.microsoft.com/office/drawing/2014/main" id="{38B8A543-DF1D-4CEF-9084-0DB99AF41756}"/>
              </a:ext>
            </a:extLst>
          </p:cNvPr>
          <p:cNvSpPr>
            <a:spLocks xmlns:a="http://schemas.openxmlformats.org/drawingml/2006/main" noGrp="1"/>
          </p:cNvSpPr>
          <p:nvPr/>
        </p:nvSpPr>
        <p:spPr>
          <a:xfrm xmlns:a="http://schemas.openxmlformats.org/drawingml/2006/main">
            <a:off x="927163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69" name="Standardized person 665: without endpoint">
            <a:extLst xmlns:a="http://schemas.openxmlformats.org/drawingml/2006/main">
              <a:ext uri="{FF2B5EF4-FFF2-40B4-BE49-F238E27FC236}">
                <a16:creationId xmlns:a16="http://schemas.microsoft.com/office/drawing/2014/main" id="{77B48BDE-7F0A-4ED5-8149-76F9FDD4D4B0}"/>
              </a:ext>
            </a:extLst>
          </p:cNvPr>
          <p:cNvSpPr>
            <a:spLocks xmlns:a="http://schemas.openxmlformats.org/drawingml/2006/main" noGrp="1"/>
          </p:cNvSpPr>
          <p:nvPr/>
        </p:nvSpPr>
        <p:spPr>
          <a:xfrm xmlns:a="http://schemas.openxmlformats.org/drawingml/2006/main">
            <a:off x="940308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0" name="Standardized person 666: without endpoint">
            <a:extLst xmlns:a="http://schemas.openxmlformats.org/drawingml/2006/main">
              <a:ext uri="{FF2B5EF4-FFF2-40B4-BE49-F238E27FC236}">
                <a16:creationId xmlns:a16="http://schemas.microsoft.com/office/drawing/2014/main" id="{F702C76F-C5F5-441C-B0D6-803B15AC1591}"/>
              </a:ext>
            </a:extLst>
          </p:cNvPr>
          <p:cNvSpPr>
            <a:spLocks xmlns:a="http://schemas.openxmlformats.org/drawingml/2006/main" noGrp="1"/>
          </p:cNvSpPr>
          <p:nvPr/>
        </p:nvSpPr>
        <p:spPr>
          <a:xfrm xmlns:a="http://schemas.openxmlformats.org/drawingml/2006/main">
            <a:off x="953452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1" name="Standardized person 667: without endpoint">
            <a:extLst xmlns:a="http://schemas.openxmlformats.org/drawingml/2006/main">
              <a:ext uri="{FF2B5EF4-FFF2-40B4-BE49-F238E27FC236}">
                <a16:creationId xmlns:a16="http://schemas.microsoft.com/office/drawing/2014/main" id="{E835BD32-BE27-42E0-9502-7C77475381DA}"/>
              </a:ext>
            </a:extLst>
          </p:cNvPr>
          <p:cNvSpPr>
            <a:spLocks xmlns:a="http://schemas.openxmlformats.org/drawingml/2006/main" noGrp="1"/>
          </p:cNvSpPr>
          <p:nvPr/>
        </p:nvSpPr>
        <p:spPr>
          <a:xfrm xmlns:a="http://schemas.openxmlformats.org/drawingml/2006/main">
            <a:off x="966597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2" name="Standardized person 668: without endpoint">
            <a:extLst xmlns:a="http://schemas.openxmlformats.org/drawingml/2006/main">
              <a:ext uri="{FF2B5EF4-FFF2-40B4-BE49-F238E27FC236}">
                <a16:creationId xmlns:a16="http://schemas.microsoft.com/office/drawing/2014/main" id="{568D7576-F838-49DB-87E9-6BC62BEAB590}"/>
              </a:ext>
            </a:extLst>
          </p:cNvPr>
          <p:cNvSpPr>
            <a:spLocks xmlns:a="http://schemas.openxmlformats.org/drawingml/2006/main" noGrp="1"/>
          </p:cNvSpPr>
          <p:nvPr/>
        </p:nvSpPr>
        <p:spPr>
          <a:xfrm xmlns:a="http://schemas.openxmlformats.org/drawingml/2006/main">
            <a:off x="979741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3" name="Standardized person 669: without endpoint">
            <a:extLst xmlns:a="http://schemas.openxmlformats.org/drawingml/2006/main">
              <a:ext uri="{FF2B5EF4-FFF2-40B4-BE49-F238E27FC236}">
                <a16:creationId xmlns:a16="http://schemas.microsoft.com/office/drawing/2014/main" id="{7E7B6A7C-9E9F-415A-A0E4-6CBDC963CF39}"/>
              </a:ext>
            </a:extLst>
          </p:cNvPr>
          <p:cNvSpPr>
            <a:spLocks xmlns:a="http://schemas.openxmlformats.org/drawingml/2006/main" noGrp="1"/>
          </p:cNvSpPr>
          <p:nvPr/>
        </p:nvSpPr>
        <p:spPr>
          <a:xfrm xmlns:a="http://schemas.openxmlformats.org/drawingml/2006/main">
            <a:off x="992886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4" name="Standardized person 670: without endpoint">
            <a:extLst xmlns:a="http://schemas.openxmlformats.org/drawingml/2006/main">
              <a:ext uri="{FF2B5EF4-FFF2-40B4-BE49-F238E27FC236}">
                <a16:creationId xmlns:a16="http://schemas.microsoft.com/office/drawing/2014/main" id="{E94788E5-780B-42BF-833D-123EF9CA7C38}"/>
              </a:ext>
            </a:extLst>
          </p:cNvPr>
          <p:cNvSpPr>
            <a:spLocks xmlns:a="http://schemas.openxmlformats.org/drawingml/2006/main" noGrp="1"/>
          </p:cNvSpPr>
          <p:nvPr/>
        </p:nvSpPr>
        <p:spPr>
          <a:xfrm xmlns:a="http://schemas.openxmlformats.org/drawingml/2006/main">
            <a:off x="1006030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5" name="Standardized person 671: without endpoint">
            <a:extLst xmlns:a="http://schemas.openxmlformats.org/drawingml/2006/main">
              <a:ext uri="{FF2B5EF4-FFF2-40B4-BE49-F238E27FC236}">
                <a16:creationId xmlns:a16="http://schemas.microsoft.com/office/drawing/2014/main" id="{840FD68F-DF5E-48C9-A246-036479E84739}"/>
              </a:ext>
            </a:extLst>
          </p:cNvPr>
          <p:cNvSpPr>
            <a:spLocks xmlns:a="http://schemas.openxmlformats.org/drawingml/2006/main" noGrp="1"/>
          </p:cNvSpPr>
          <p:nvPr/>
        </p:nvSpPr>
        <p:spPr>
          <a:xfrm xmlns:a="http://schemas.openxmlformats.org/drawingml/2006/main">
            <a:off x="1019175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6" name="Standardized person 672: without endpoint">
            <a:extLst xmlns:a="http://schemas.openxmlformats.org/drawingml/2006/main">
              <a:ext uri="{FF2B5EF4-FFF2-40B4-BE49-F238E27FC236}">
                <a16:creationId xmlns:a16="http://schemas.microsoft.com/office/drawing/2014/main" id="{8702478E-5C5A-4227-9D7D-439B873BA895}"/>
              </a:ext>
            </a:extLst>
          </p:cNvPr>
          <p:cNvSpPr>
            <a:spLocks xmlns:a="http://schemas.openxmlformats.org/drawingml/2006/main" noGrp="1"/>
          </p:cNvSpPr>
          <p:nvPr/>
        </p:nvSpPr>
        <p:spPr>
          <a:xfrm xmlns:a="http://schemas.openxmlformats.org/drawingml/2006/main">
            <a:off x="1032319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7" name="Standardized person 673: without endpoint">
            <a:extLst xmlns:a="http://schemas.openxmlformats.org/drawingml/2006/main">
              <a:ext uri="{FF2B5EF4-FFF2-40B4-BE49-F238E27FC236}">
                <a16:creationId xmlns:a16="http://schemas.microsoft.com/office/drawing/2014/main" id="{84C98956-18EE-45CC-9011-A6559100027F}"/>
              </a:ext>
            </a:extLst>
          </p:cNvPr>
          <p:cNvSpPr>
            <a:spLocks xmlns:a="http://schemas.openxmlformats.org/drawingml/2006/main" noGrp="1"/>
          </p:cNvSpPr>
          <p:nvPr/>
        </p:nvSpPr>
        <p:spPr>
          <a:xfrm xmlns:a="http://schemas.openxmlformats.org/drawingml/2006/main">
            <a:off x="1045464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8" name="Standardized person 674: without endpoint">
            <a:extLst xmlns:a="http://schemas.openxmlformats.org/drawingml/2006/main">
              <a:ext uri="{FF2B5EF4-FFF2-40B4-BE49-F238E27FC236}">
                <a16:creationId xmlns:a16="http://schemas.microsoft.com/office/drawing/2014/main" id="{9739DA26-8F33-4A22-B225-B4D97F0BBAF0}"/>
              </a:ext>
            </a:extLst>
          </p:cNvPr>
          <p:cNvSpPr>
            <a:spLocks xmlns:a="http://schemas.openxmlformats.org/drawingml/2006/main" noGrp="1"/>
          </p:cNvSpPr>
          <p:nvPr/>
        </p:nvSpPr>
        <p:spPr>
          <a:xfrm xmlns:a="http://schemas.openxmlformats.org/drawingml/2006/main">
            <a:off x="1058608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79" name="Standardized person 675: without endpoint">
            <a:extLst xmlns:a="http://schemas.openxmlformats.org/drawingml/2006/main">
              <a:ext uri="{FF2B5EF4-FFF2-40B4-BE49-F238E27FC236}">
                <a16:creationId xmlns:a16="http://schemas.microsoft.com/office/drawing/2014/main" id="{46CDFBC5-B863-4C26-8BA9-8410EBCEF7E6}"/>
              </a:ext>
            </a:extLst>
          </p:cNvPr>
          <p:cNvSpPr>
            <a:spLocks xmlns:a="http://schemas.openxmlformats.org/drawingml/2006/main" noGrp="1"/>
          </p:cNvSpPr>
          <p:nvPr/>
        </p:nvSpPr>
        <p:spPr>
          <a:xfrm xmlns:a="http://schemas.openxmlformats.org/drawingml/2006/main">
            <a:off x="1071753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0" name="Standardized person 676: without endpoint">
            <a:extLst xmlns:a="http://schemas.openxmlformats.org/drawingml/2006/main">
              <a:ext uri="{FF2B5EF4-FFF2-40B4-BE49-F238E27FC236}">
                <a16:creationId xmlns:a16="http://schemas.microsoft.com/office/drawing/2014/main" id="{8EAA6D83-CDA3-40D0-B641-3740161FDB83}"/>
              </a:ext>
            </a:extLst>
          </p:cNvPr>
          <p:cNvSpPr>
            <a:spLocks xmlns:a="http://schemas.openxmlformats.org/drawingml/2006/main" noGrp="1"/>
          </p:cNvSpPr>
          <p:nvPr/>
        </p:nvSpPr>
        <p:spPr>
          <a:xfrm xmlns:a="http://schemas.openxmlformats.org/drawingml/2006/main">
            <a:off x="1084897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1" name="Standardized person 677: without endpoint">
            <a:extLst xmlns:a="http://schemas.openxmlformats.org/drawingml/2006/main">
              <a:ext uri="{FF2B5EF4-FFF2-40B4-BE49-F238E27FC236}">
                <a16:creationId xmlns:a16="http://schemas.microsoft.com/office/drawing/2014/main" id="{ACD1DCF9-6BCA-4FE3-99F5-C8DDA3CD21DD}"/>
              </a:ext>
            </a:extLst>
          </p:cNvPr>
          <p:cNvSpPr>
            <a:spLocks xmlns:a="http://schemas.openxmlformats.org/drawingml/2006/main" noGrp="1"/>
          </p:cNvSpPr>
          <p:nvPr/>
        </p:nvSpPr>
        <p:spPr>
          <a:xfrm xmlns:a="http://schemas.openxmlformats.org/drawingml/2006/main">
            <a:off x="1098042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2" name="Standardized person 678: without endpoint">
            <a:extLst xmlns:a="http://schemas.openxmlformats.org/drawingml/2006/main">
              <a:ext uri="{FF2B5EF4-FFF2-40B4-BE49-F238E27FC236}">
                <a16:creationId xmlns:a16="http://schemas.microsoft.com/office/drawing/2014/main" id="{6009BC55-5784-4B53-8429-BBEEB014E157}"/>
              </a:ext>
            </a:extLst>
          </p:cNvPr>
          <p:cNvSpPr>
            <a:spLocks xmlns:a="http://schemas.openxmlformats.org/drawingml/2006/main" noGrp="1"/>
          </p:cNvSpPr>
          <p:nvPr/>
        </p:nvSpPr>
        <p:spPr>
          <a:xfrm xmlns:a="http://schemas.openxmlformats.org/drawingml/2006/main">
            <a:off x="1111186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3" name="Standardized person 679: without endpoint">
            <a:extLst xmlns:a="http://schemas.openxmlformats.org/drawingml/2006/main">
              <a:ext uri="{FF2B5EF4-FFF2-40B4-BE49-F238E27FC236}">
                <a16:creationId xmlns:a16="http://schemas.microsoft.com/office/drawing/2014/main" id="{8D7523C5-7B53-4611-825D-242A5FA64EA8}"/>
              </a:ext>
            </a:extLst>
          </p:cNvPr>
          <p:cNvSpPr>
            <a:spLocks xmlns:a="http://schemas.openxmlformats.org/drawingml/2006/main" noGrp="1"/>
          </p:cNvSpPr>
          <p:nvPr/>
        </p:nvSpPr>
        <p:spPr>
          <a:xfrm xmlns:a="http://schemas.openxmlformats.org/drawingml/2006/main">
            <a:off x="11243310"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4" name="Standardized person 680: without endpoint">
            <a:extLst xmlns:a="http://schemas.openxmlformats.org/drawingml/2006/main">
              <a:ext uri="{FF2B5EF4-FFF2-40B4-BE49-F238E27FC236}">
                <a16:creationId xmlns:a16="http://schemas.microsoft.com/office/drawing/2014/main" id="{E4E3E8F8-F28D-430B-B661-3461AAB00FB7}"/>
              </a:ext>
            </a:extLst>
          </p:cNvPr>
          <p:cNvSpPr>
            <a:spLocks xmlns:a="http://schemas.openxmlformats.org/drawingml/2006/main" noGrp="1"/>
          </p:cNvSpPr>
          <p:nvPr/>
        </p:nvSpPr>
        <p:spPr>
          <a:xfrm xmlns:a="http://schemas.openxmlformats.org/drawingml/2006/main">
            <a:off x="11374755" y="430606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5" name="Standardized person 681: without endpoint">
            <a:extLst xmlns:a="http://schemas.openxmlformats.org/drawingml/2006/main">
              <a:ext uri="{FF2B5EF4-FFF2-40B4-BE49-F238E27FC236}">
                <a16:creationId xmlns:a16="http://schemas.microsoft.com/office/drawing/2014/main" id="{25D95309-E367-440D-8A09-21D8064AEEB8}"/>
              </a:ext>
            </a:extLst>
          </p:cNvPr>
          <p:cNvSpPr>
            <a:spLocks xmlns:a="http://schemas.openxmlformats.org/drawingml/2006/main" noGrp="1"/>
          </p:cNvSpPr>
          <p:nvPr/>
        </p:nvSpPr>
        <p:spPr>
          <a:xfrm xmlns:a="http://schemas.openxmlformats.org/drawingml/2006/main">
            <a:off x="624840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6" name="Standardized person 682: without endpoint">
            <a:extLst xmlns:a="http://schemas.openxmlformats.org/drawingml/2006/main">
              <a:ext uri="{FF2B5EF4-FFF2-40B4-BE49-F238E27FC236}">
                <a16:creationId xmlns:a16="http://schemas.microsoft.com/office/drawing/2014/main" id="{47FC144A-C5B4-46F7-9873-95B250264851}"/>
              </a:ext>
            </a:extLst>
          </p:cNvPr>
          <p:cNvSpPr>
            <a:spLocks xmlns:a="http://schemas.openxmlformats.org/drawingml/2006/main" noGrp="1"/>
          </p:cNvSpPr>
          <p:nvPr/>
        </p:nvSpPr>
        <p:spPr>
          <a:xfrm xmlns:a="http://schemas.openxmlformats.org/drawingml/2006/main">
            <a:off x="637984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7" name="Standardized person 683: without endpoint">
            <a:extLst xmlns:a="http://schemas.openxmlformats.org/drawingml/2006/main">
              <a:ext uri="{FF2B5EF4-FFF2-40B4-BE49-F238E27FC236}">
                <a16:creationId xmlns:a16="http://schemas.microsoft.com/office/drawing/2014/main" id="{708F8EB0-F0D2-4738-9880-F5B97BFB6334}"/>
              </a:ext>
            </a:extLst>
          </p:cNvPr>
          <p:cNvSpPr>
            <a:spLocks xmlns:a="http://schemas.openxmlformats.org/drawingml/2006/main" noGrp="1"/>
          </p:cNvSpPr>
          <p:nvPr/>
        </p:nvSpPr>
        <p:spPr>
          <a:xfrm xmlns:a="http://schemas.openxmlformats.org/drawingml/2006/main">
            <a:off x="651129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8" name="Standardized person 684: without endpoint">
            <a:extLst xmlns:a="http://schemas.openxmlformats.org/drawingml/2006/main">
              <a:ext uri="{FF2B5EF4-FFF2-40B4-BE49-F238E27FC236}">
                <a16:creationId xmlns:a16="http://schemas.microsoft.com/office/drawing/2014/main" id="{E70CB15D-4A87-4ACD-B629-A0AD06A000D5}"/>
              </a:ext>
            </a:extLst>
          </p:cNvPr>
          <p:cNvSpPr>
            <a:spLocks xmlns:a="http://schemas.openxmlformats.org/drawingml/2006/main" noGrp="1"/>
          </p:cNvSpPr>
          <p:nvPr/>
        </p:nvSpPr>
        <p:spPr>
          <a:xfrm xmlns:a="http://schemas.openxmlformats.org/drawingml/2006/main">
            <a:off x="664273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89" name="Standardized person 685: without endpoint">
            <a:extLst xmlns:a="http://schemas.openxmlformats.org/drawingml/2006/main">
              <a:ext uri="{FF2B5EF4-FFF2-40B4-BE49-F238E27FC236}">
                <a16:creationId xmlns:a16="http://schemas.microsoft.com/office/drawing/2014/main" id="{DCC79ADC-0FC4-45C5-8A5B-0CFC7770C35D}"/>
              </a:ext>
            </a:extLst>
          </p:cNvPr>
          <p:cNvSpPr>
            <a:spLocks xmlns:a="http://schemas.openxmlformats.org/drawingml/2006/main" noGrp="1"/>
          </p:cNvSpPr>
          <p:nvPr/>
        </p:nvSpPr>
        <p:spPr>
          <a:xfrm xmlns:a="http://schemas.openxmlformats.org/drawingml/2006/main">
            <a:off x="677418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0" name="Standardized person 686: without endpoint">
            <a:extLst xmlns:a="http://schemas.openxmlformats.org/drawingml/2006/main">
              <a:ext uri="{FF2B5EF4-FFF2-40B4-BE49-F238E27FC236}">
                <a16:creationId xmlns:a16="http://schemas.microsoft.com/office/drawing/2014/main" id="{A2736EFD-948F-441E-A06C-82D4B8A6C73E}"/>
              </a:ext>
            </a:extLst>
          </p:cNvPr>
          <p:cNvSpPr>
            <a:spLocks xmlns:a="http://schemas.openxmlformats.org/drawingml/2006/main" noGrp="1"/>
          </p:cNvSpPr>
          <p:nvPr/>
        </p:nvSpPr>
        <p:spPr>
          <a:xfrm xmlns:a="http://schemas.openxmlformats.org/drawingml/2006/main">
            <a:off x="690562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1" name="Standardized person 687: without endpoint">
            <a:extLst xmlns:a="http://schemas.openxmlformats.org/drawingml/2006/main">
              <a:ext uri="{FF2B5EF4-FFF2-40B4-BE49-F238E27FC236}">
                <a16:creationId xmlns:a16="http://schemas.microsoft.com/office/drawing/2014/main" id="{26672E16-8B21-418F-A61D-096E6E06F0AD}"/>
              </a:ext>
            </a:extLst>
          </p:cNvPr>
          <p:cNvSpPr>
            <a:spLocks xmlns:a="http://schemas.openxmlformats.org/drawingml/2006/main" noGrp="1"/>
          </p:cNvSpPr>
          <p:nvPr/>
        </p:nvSpPr>
        <p:spPr>
          <a:xfrm xmlns:a="http://schemas.openxmlformats.org/drawingml/2006/main">
            <a:off x="703707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2" name="Standardized person 688: without endpoint">
            <a:extLst xmlns:a="http://schemas.openxmlformats.org/drawingml/2006/main">
              <a:ext uri="{FF2B5EF4-FFF2-40B4-BE49-F238E27FC236}">
                <a16:creationId xmlns:a16="http://schemas.microsoft.com/office/drawing/2014/main" id="{2AF47AA0-5782-4939-8708-2A766558C453}"/>
              </a:ext>
            </a:extLst>
          </p:cNvPr>
          <p:cNvSpPr>
            <a:spLocks xmlns:a="http://schemas.openxmlformats.org/drawingml/2006/main" noGrp="1"/>
          </p:cNvSpPr>
          <p:nvPr/>
        </p:nvSpPr>
        <p:spPr>
          <a:xfrm xmlns:a="http://schemas.openxmlformats.org/drawingml/2006/main">
            <a:off x="716851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3" name="Standardized person 689: without endpoint">
            <a:extLst xmlns:a="http://schemas.openxmlformats.org/drawingml/2006/main">
              <a:ext uri="{FF2B5EF4-FFF2-40B4-BE49-F238E27FC236}">
                <a16:creationId xmlns:a16="http://schemas.microsoft.com/office/drawing/2014/main" id="{33070131-6680-4B0E-9D7E-37A2CD6125E8}"/>
              </a:ext>
            </a:extLst>
          </p:cNvPr>
          <p:cNvSpPr>
            <a:spLocks xmlns:a="http://schemas.openxmlformats.org/drawingml/2006/main" noGrp="1"/>
          </p:cNvSpPr>
          <p:nvPr/>
        </p:nvSpPr>
        <p:spPr>
          <a:xfrm xmlns:a="http://schemas.openxmlformats.org/drawingml/2006/main">
            <a:off x="729996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4" name="Standardized person 690: without endpoint">
            <a:extLst xmlns:a="http://schemas.openxmlformats.org/drawingml/2006/main">
              <a:ext uri="{FF2B5EF4-FFF2-40B4-BE49-F238E27FC236}">
                <a16:creationId xmlns:a16="http://schemas.microsoft.com/office/drawing/2014/main" id="{A41AAB15-41CF-4A7A-B40F-8CF66B6E062F}"/>
              </a:ext>
            </a:extLst>
          </p:cNvPr>
          <p:cNvSpPr>
            <a:spLocks xmlns:a="http://schemas.openxmlformats.org/drawingml/2006/main" noGrp="1"/>
          </p:cNvSpPr>
          <p:nvPr/>
        </p:nvSpPr>
        <p:spPr>
          <a:xfrm xmlns:a="http://schemas.openxmlformats.org/drawingml/2006/main">
            <a:off x="743140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5" name="Standardized person 691: without endpoint">
            <a:extLst xmlns:a="http://schemas.openxmlformats.org/drawingml/2006/main">
              <a:ext uri="{FF2B5EF4-FFF2-40B4-BE49-F238E27FC236}">
                <a16:creationId xmlns:a16="http://schemas.microsoft.com/office/drawing/2014/main" id="{F90F97A1-30AA-4582-9313-2BB6EE282408}"/>
              </a:ext>
            </a:extLst>
          </p:cNvPr>
          <p:cNvSpPr>
            <a:spLocks xmlns:a="http://schemas.openxmlformats.org/drawingml/2006/main" noGrp="1"/>
          </p:cNvSpPr>
          <p:nvPr/>
        </p:nvSpPr>
        <p:spPr>
          <a:xfrm xmlns:a="http://schemas.openxmlformats.org/drawingml/2006/main">
            <a:off x="756285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6" name="Standardized person 692: without endpoint">
            <a:extLst xmlns:a="http://schemas.openxmlformats.org/drawingml/2006/main">
              <a:ext uri="{FF2B5EF4-FFF2-40B4-BE49-F238E27FC236}">
                <a16:creationId xmlns:a16="http://schemas.microsoft.com/office/drawing/2014/main" id="{4F11C5E8-EE52-4566-B3AB-4604D65D82FA}"/>
              </a:ext>
            </a:extLst>
          </p:cNvPr>
          <p:cNvSpPr>
            <a:spLocks xmlns:a="http://schemas.openxmlformats.org/drawingml/2006/main" noGrp="1"/>
          </p:cNvSpPr>
          <p:nvPr/>
        </p:nvSpPr>
        <p:spPr>
          <a:xfrm xmlns:a="http://schemas.openxmlformats.org/drawingml/2006/main">
            <a:off x="769429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7" name="Standardized person 693: without endpoint">
            <a:extLst xmlns:a="http://schemas.openxmlformats.org/drawingml/2006/main">
              <a:ext uri="{FF2B5EF4-FFF2-40B4-BE49-F238E27FC236}">
                <a16:creationId xmlns:a16="http://schemas.microsoft.com/office/drawing/2014/main" id="{50236E68-AF3E-4ED8-9698-5432F13A960D}"/>
              </a:ext>
            </a:extLst>
          </p:cNvPr>
          <p:cNvSpPr>
            <a:spLocks xmlns:a="http://schemas.openxmlformats.org/drawingml/2006/main" noGrp="1"/>
          </p:cNvSpPr>
          <p:nvPr/>
        </p:nvSpPr>
        <p:spPr>
          <a:xfrm xmlns:a="http://schemas.openxmlformats.org/drawingml/2006/main">
            <a:off x="782574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8" name="Standardized person 694: without endpoint">
            <a:extLst xmlns:a="http://schemas.openxmlformats.org/drawingml/2006/main">
              <a:ext uri="{FF2B5EF4-FFF2-40B4-BE49-F238E27FC236}">
                <a16:creationId xmlns:a16="http://schemas.microsoft.com/office/drawing/2014/main" id="{00954B3E-FFE1-4377-A1FA-28D174F6E5E4}"/>
              </a:ext>
            </a:extLst>
          </p:cNvPr>
          <p:cNvSpPr>
            <a:spLocks xmlns:a="http://schemas.openxmlformats.org/drawingml/2006/main" noGrp="1"/>
          </p:cNvSpPr>
          <p:nvPr/>
        </p:nvSpPr>
        <p:spPr>
          <a:xfrm xmlns:a="http://schemas.openxmlformats.org/drawingml/2006/main">
            <a:off x="795718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699" name="Standardized person 695: without endpoint">
            <a:extLst xmlns:a="http://schemas.openxmlformats.org/drawingml/2006/main">
              <a:ext uri="{FF2B5EF4-FFF2-40B4-BE49-F238E27FC236}">
                <a16:creationId xmlns:a16="http://schemas.microsoft.com/office/drawing/2014/main" id="{9CB334A5-26A7-4CDE-82FF-0D4B9FF98BAA}"/>
              </a:ext>
            </a:extLst>
          </p:cNvPr>
          <p:cNvSpPr>
            <a:spLocks xmlns:a="http://schemas.openxmlformats.org/drawingml/2006/main" noGrp="1"/>
          </p:cNvSpPr>
          <p:nvPr/>
        </p:nvSpPr>
        <p:spPr>
          <a:xfrm xmlns:a="http://schemas.openxmlformats.org/drawingml/2006/main">
            <a:off x="808863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0" name="Standardized person 696: without endpoint">
            <a:extLst xmlns:a="http://schemas.openxmlformats.org/drawingml/2006/main">
              <a:ext uri="{FF2B5EF4-FFF2-40B4-BE49-F238E27FC236}">
                <a16:creationId xmlns:a16="http://schemas.microsoft.com/office/drawing/2014/main" id="{343FB17E-9A1D-4497-A79A-B66802B4D6D9}"/>
              </a:ext>
            </a:extLst>
          </p:cNvPr>
          <p:cNvSpPr>
            <a:spLocks xmlns:a="http://schemas.openxmlformats.org/drawingml/2006/main" noGrp="1"/>
          </p:cNvSpPr>
          <p:nvPr/>
        </p:nvSpPr>
        <p:spPr>
          <a:xfrm xmlns:a="http://schemas.openxmlformats.org/drawingml/2006/main">
            <a:off x="822007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1" name="Standardized person 697: without endpoint">
            <a:extLst xmlns:a="http://schemas.openxmlformats.org/drawingml/2006/main">
              <a:ext uri="{FF2B5EF4-FFF2-40B4-BE49-F238E27FC236}">
                <a16:creationId xmlns:a16="http://schemas.microsoft.com/office/drawing/2014/main" id="{AF70E10A-E24B-4A04-9E04-19A8FB73A621}"/>
              </a:ext>
            </a:extLst>
          </p:cNvPr>
          <p:cNvSpPr>
            <a:spLocks xmlns:a="http://schemas.openxmlformats.org/drawingml/2006/main" noGrp="1"/>
          </p:cNvSpPr>
          <p:nvPr/>
        </p:nvSpPr>
        <p:spPr>
          <a:xfrm xmlns:a="http://schemas.openxmlformats.org/drawingml/2006/main">
            <a:off x="835152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2" name="Standardized person 698: without endpoint">
            <a:extLst xmlns:a="http://schemas.openxmlformats.org/drawingml/2006/main">
              <a:ext uri="{FF2B5EF4-FFF2-40B4-BE49-F238E27FC236}">
                <a16:creationId xmlns:a16="http://schemas.microsoft.com/office/drawing/2014/main" id="{0140CBDE-FD32-46FA-A4FA-876F3F98A520}"/>
              </a:ext>
            </a:extLst>
          </p:cNvPr>
          <p:cNvSpPr>
            <a:spLocks xmlns:a="http://schemas.openxmlformats.org/drawingml/2006/main" noGrp="1"/>
          </p:cNvSpPr>
          <p:nvPr/>
        </p:nvSpPr>
        <p:spPr>
          <a:xfrm xmlns:a="http://schemas.openxmlformats.org/drawingml/2006/main">
            <a:off x="848296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3" name="Standardized person 699: without endpoint">
            <a:extLst xmlns:a="http://schemas.openxmlformats.org/drawingml/2006/main">
              <a:ext uri="{FF2B5EF4-FFF2-40B4-BE49-F238E27FC236}">
                <a16:creationId xmlns:a16="http://schemas.microsoft.com/office/drawing/2014/main" id="{3A00E238-A811-4C1E-A370-937AE6B5A6EA}"/>
              </a:ext>
            </a:extLst>
          </p:cNvPr>
          <p:cNvSpPr>
            <a:spLocks xmlns:a="http://schemas.openxmlformats.org/drawingml/2006/main" noGrp="1"/>
          </p:cNvSpPr>
          <p:nvPr/>
        </p:nvSpPr>
        <p:spPr>
          <a:xfrm xmlns:a="http://schemas.openxmlformats.org/drawingml/2006/main">
            <a:off x="861441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4" name="Standardized person 700: without endpoint">
            <a:extLst xmlns:a="http://schemas.openxmlformats.org/drawingml/2006/main">
              <a:ext uri="{FF2B5EF4-FFF2-40B4-BE49-F238E27FC236}">
                <a16:creationId xmlns:a16="http://schemas.microsoft.com/office/drawing/2014/main" id="{873A635B-8971-4664-B6C3-178420568F56}"/>
              </a:ext>
            </a:extLst>
          </p:cNvPr>
          <p:cNvSpPr>
            <a:spLocks xmlns:a="http://schemas.openxmlformats.org/drawingml/2006/main" noGrp="1"/>
          </p:cNvSpPr>
          <p:nvPr/>
        </p:nvSpPr>
        <p:spPr>
          <a:xfrm xmlns:a="http://schemas.openxmlformats.org/drawingml/2006/main">
            <a:off x="874585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5" name="Standardized person 701: without endpoint">
            <a:extLst xmlns:a="http://schemas.openxmlformats.org/drawingml/2006/main">
              <a:ext uri="{FF2B5EF4-FFF2-40B4-BE49-F238E27FC236}">
                <a16:creationId xmlns:a16="http://schemas.microsoft.com/office/drawing/2014/main" id="{100691BF-4853-4DF7-A1B2-75558411063F}"/>
              </a:ext>
            </a:extLst>
          </p:cNvPr>
          <p:cNvSpPr>
            <a:spLocks xmlns:a="http://schemas.openxmlformats.org/drawingml/2006/main" noGrp="1"/>
          </p:cNvSpPr>
          <p:nvPr/>
        </p:nvSpPr>
        <p:spPr>
          <a:xfrm xmlns:a="http://schemas.openxmlformats.org/drawingml/2006/main">
            <a:off x="887730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6" name="Standardized person 702: without endpoint">
            <a:extLst xmlns:a="http://schemas.openxmlformats.org/drawingml/2006/main">
              <a:ext uri="{FF2B5EF4-FFF2-40B4-BE49-F238E27FC236}">
                <a16:creationId xmlns:a16="http://schemas.microsoft.com/office/drawing/2014/main" id="{73CC8A5D-089D-400D-B8BB-BDAF3550C3E0}"/>
              </a:ext>
            </a:extLst>
          </p:cNvPr>
          <p:cNvSpPr>
            <a:spLocks xmlns:a="http://schemas.openxmlformats.org/drawingml/2006/main" noGrp="1"/>
          </p:cNvSpPr>
          <p:nvPr/>
        </p:nvSpPr>
        <p:spPr>
          <a:xfrm xmlns:a="http://schemas.openxmlformats.org/drawingml/2006/main">
            <a:off x="900874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7" name="Standardized person 703: without endpoint">
            <a:extLst xmlns:a="http://schemas.openxmlformats.org/drawingml/2006/main">
              <a:ext uri="{FF2B5EF4-FFF2-40B4-BE49-F238E27FC236}">
                <a16:creationId xmlns:a16="http://schemas.microsoft.com/office/drawing/2014/main" id="{5C4AEB02-CEEB-4207-B1A5-1A68A35A8BA8}"/>
              </a:ext>
            </a:extLst>
          </p:cNvPr>
          <p:cNvSpPr>
            <a:spLocks xmlns:a="http://schemas.openxmlformats.org/drawingml/2006/main" noGrp="1"/>
          </p:cNvSpPr>
          <p:nvPr/>
        </p:nvSpPr>
        <p:spPr>
          <a:xfrm xmlns:a="http://schemas.openxmlformats.org/drawingml/2006/main">
            <a:off x="914019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8" name="Standardized person 704: without endpoint">
            <a:extLst xmlns:a="http://schemas.openxmlformats.org/drawingml/2006/main">
              <a:ext uri="{FF2B5EF4-FFF2-40B4-BE49-F238E27FC236}">
                <a16:creationId xmlns:a16="http://schemas.microsoft.com/office/drawing/2014/main" id="{E76E061B-FB05-4C73-8CAA-B650E3C5F9F9}"/>
              </a:ext>
            </a:extLst>
          </p:cNvPr>
          <p:cNvSpPr>
            <a:spLocks xmlns:a="http://schemas.openxmlformats.org/drawingml/2006/main" noGrp="1"/>
          </p:cNvSpPr>
          <p:nvPr/>
        </p:nvSpPr>
        <p:spPr>
          <a:xfrm xmlns:a="http://schemas.openxmlformats.org/drawingml/2006/main">
            <a:off x="927163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09" name="Standardized person 705: without endpoint">
            <a:extLst xmlns:a="http://schemas.openxmlformats.org/drawingml/2006/main">
              <a:ext uri="{FF2B5EF4-FFF2-40B4-BE49-F238E27FC236}">
                <a16:creationId xmlns:a16="http://schemas.microsoft.com/office/drawing/2014/main" id="{22B4D698-102B-46B0-8F61-F44A8B419F42}"/>
              </a:ext>
            </a:extLst>
          </p:cNvPr>
          <p:cNvSpPr>
            <a:spLocks xmlns:a="http://schemas.openxmlformats.org/drawingml/2006/main" noGrp="1"/>
          </p:cNvSpPr>
          <p:nvPr/>
        </p:nvSpPr>
        <p:spPr>
          <a:xfrm xmlns:a="http://schemas.openxmlformats.org/drawingml/2006/main">
            <a:off x="940308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0" name="Standardized person 706: without endpoint">
            <a:extLst xmlns:a="http://schemas.openxmlformats.org/drawingml/2006/main">
              <a:ext uri="{FF2B5EF4-FFF2-40B4-BE49-F238E27FC236}">
                <a16:creationId xmlns:a16="http://schemas.microsoft.com/office/drawing/2014/main" id="{594A21D3-C4CC-443B-BEDD-396BD8BC9030}"/>
              </a:ext>
            </a:extLst>
          </p:cNvPr>
          <p:cNvSpPr>
            <a:spLocks xmlns:a="http://schemas.openxmlformats.org/drawingml/2006/main" noGrp="1"/>
          </p:cNvSpPr>
          <p:nvPr/>
        </p:nvSpPr>
        <p:spPr>
          <a:xfrm xmlns:a="http://schemas.openxmlformats.org/drawingml/2006/main">
            <a:off x="953452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1" name="Standardized person 707: without endpoint">
            <a:extLst xmlns:a="http://schemas.openxmlformats.org/drawingml/2006/main">
              <a:ext uri="{FF2B5EF4-FFF2-40B4-BE49-F238E27FC236}">
                <a16:creationId xmlns:a16="http://schemas.microsoft.com/office/drawing/2014/main" id="{4D115F4F-1F5E-4FBB-8F8E-5A8614ED587D}"/>
              </a:ext>
            </a:extLst>
          </p:cNvPr>
          <p:cNvSpPr>
            <a:spLocks xmlns:a="http://schemas.openxmlformats.org/drawingml/2006/main" noGrp="1"/>
          </p:cNvSpPr>
          <p:nvPr/>
        </p:nvSpPr>
        <p:spPr>
          <a:xfrm xmlns:a="http://schemas.openxmlformats.org/drawingml/2006/main">
            <a:off x="966597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2" name="Standardized person 708: without endpoint">
            <a:extLst xmlns:a="http://schemas.openxmlformats.org/drawingml/2006/main">
              <a:ext uri="{FF2B5EF4-FFF2-40B4-BE49-F238E27FC236}">
                <a16:creationId xmlns:a16="http://schemas.microsoft.com/office/drawing/2014/main" id="{2EA65268-E80F-47BB-9AA7-B4C406DF92E8}"/>
              </a:ext>
            </a:extLst>
          </p:cNvPr>
          <p:cNvSpPr>
            <a:spLocks xmlns:a="http://schemas.openxmlformats.org/drawingml/2006/main" noGrp="1"/>
          </p:cNvSpPr>
          <p:nvPr/>
        </p:nvSpPr>
        <p:spPr>
          <a:xfrm xmlns:a="http://schemas.openxmlformats.org/drawingml/2006/main">
            <a:off x="979741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3" name="Standardized person 709: without endpoint">
            <a:extLst xmlns:a="http://schemas.openxmlformats.org/drawingml/2006/main">
              <a:ext uri="{FF2B5EF4-FFF2-40B4-BE49-F238E27FC236}">
                <a16:creationId xmlns:a16="http://schemas.microsoft.com/office/drawing/2014/main" id="{DE77F3C3-C407-4C32-976C-42A659F99B4C}"/>
              </a:ext>
            </a:extLst>
          </p:cNvPr>
          <p:cNvSpPr>
            <a:spLocks xmlns:a="http://schemas.openxmlformats.org/drawingml/2006/main" noGrp="1"/>
          </p:cNvSpPr>
          <p:nvPr/>
        </p:nvSpPr>
        <p:spPr>
          <a:xfrm xmlns:a="http://schemas.openxmlformats.org/drawingml/2006/main">
            <a:off x="992886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4" name="Standardized person 710: without endpoint">
            <a:extLst xmlns:a="http://schemas.openxmlformats.org/drawingml/2006/main">
              <a:ext uri="{FF2B5EF4-FFF2-40B4-BE49-F238E27FC236}">
                <a16:creationId xmlns:a16="http://schemas.microsoft.com/office/drawing/2014/main" id="{498D0F1F-C158-45B2-A8CB-3AC50254DCE6}"/>
              </a:ext>
            </a:extLst>
          </p:cNvPr>
          <p:cNvSpPr>
            <a:spLocks xmlns:a="http://schemas.openxmlformats.org/drawingml/2006/main" noGrp="1"/>
          </p:cNvSpPr>
          <p:nvPr/>
        </p:nvSpPr>
        <p:spPr>
          <a:xfrm xmlns:a="http://schemas.openxmlformats.org/drawingml/2006/main">
            <a:off x="1006030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5" name="Standardized person 711: without endpoint">
            <a:extLst xmlns:a="http://schemas.openxmlformats.org/drawingml/2006/main">
              <a:ext uri="{FF2B5EF4-FFF2-40B4-BE49-F238E27FC236}">
                <a16:creationId xmlns:a16="http://schemas.microsoft.com/office/drawing/2014/main" id="{D3E4DFE1-0AFB-44A5-BFF8-AB6F0EBA749A}"/>
              </a:ext>
            </a:extLst>
          </p:cNvPr>
          <p:cNvSpPr>
            <a:spLocks xmlns:a="http://schemas.openxmlformats.org/drawingml/2006/main" noGrp="1"/>
          </p:cNvSpPr>
          <p:nvPr/>
        </p:nvSpPr>
        <p:spPr>
          <a:xfrm xmlns:a="http://schemas.openxmlformats.org/drawingml/2006/main">
            <a:off x="1019175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6" name="Standardized person 712: without endpoint">
            <a:extLst xmlns:a="http://schemas.openxmlformats.org/drawingml/2006/main">
              <a:ext uri="{FF2B5EF4-FFF2-40B4-BE49-F238E27FC236}">
                <a16:creationId xmlns:a16="http://schemas.microsoft.com/office/drawing/2014/main" id="{B04FFDC3-C3B9-4946-9F3B-09FFCD3F3084}"/>
              </a:ext>
            </a:extLst>
          </p:cNvPr>
          <p:cNvSpPr>
            <a:spLocks xmlns:a="http://schemas.openxmlformats.org/drawingml/2006/main" noGrp="1"/>
          </p:cNvSpPr>
          <p:nvPr/>
        </p:nvSpPr>
        <p:spPr>
          <a:xfrm xmlns:a="http://schemas.openxmlformats.org/drawingml/2006/main">
            <a:off x="1032319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7" name="Standardized person 713: without endpoint">
            <a:extLst xmlns:a="http://schemas.openxmlformats.org/drawingml/2006/main">
              <a:ext uri="{FF2B5EF4-FFF2-40B4-BE49-F238E27FC236}">
                <a16:creationId xmlns:a16="http://schemas.microsoft.com/office/drawing/2014/main" id="{C51BA076-AEA6-4D00-B1F7-E795275C7330}"/>
              </a:ext>
            </a:extLst>
          </p:cNvPr>
          <p:cNvSpPr>
            <a:spLocks xmlns:a="http://schemas.openxmlformats.org/drawingml/2006/main" noGrp="1"/>
          </p:cNvSpPr>
          <p:nvPr/>
        </p:nvSpPr>
        <p:spPr>
          <a:xfrm xmlns:a="http://schemas.openxmlformats.org/drawingml/2006/main">
            <a:off x="1045464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8" name="Standardized person 714: without endpoint">
            <a:extLst xmlns:a="http://schemas.openxmlformats.org/drawingml/2006/main">
              <a:ext uri="{FF2B5EF4-FFF2-40B4-BE49-F238E27FC236}">
                <a16:creationId xmlns:a16="http://schemas.microsoft.com/office/drawing/2014/main" id="{BCE29CCE-DAEC-44AB-B38B-641DAA4A90CD}"/>
              </a:ext>
            </a:extLst>
          </p:cNvPr>
          <p:cNvSpPr>
            <a:spLocks xmlns:a="http://schemas.openxmlformats.org/drawingml/2006/main" noGrp="1"/>
          </p:cNvSpPr>
          <p:nvPr/>
        </p:nvSpPr>
        <p:spPr>
          <a:xfrm xmlns:a="http://schemas.openxmlformats.org/drawingml/2006/main">
            <a:off x="1058608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19" name="Standardized person 715: without endpoint">
            <a:extLst xmlns:a="http://schemas.openxmlformats.org/drawingml/2006/main">
              <a:ext uri="{FF2B5EF4-FFF2-40B4-BE49-F238E27FC236}">
                <a16:creationId xmlns:a16="http://schemas.microsoft.com/office/drawing/2014/main" id="{12956D3C-393C-4BF6-8475-F6AEAECD5F85}"/>
              </a:ext>
            </a:extLst>
          </p:cNvPr>
          <p:cNvSpPr>
            <a:spLocks xmlns:a="http://schemas.openxmlformats.org/drawingml/2006/main" noGrp="1"/>
          </p:cNvSpPr>
          <p:nvPr/>
        </p:nvSpPr>
        <p:spPr>
          <a:xfrm xmlns:a="http://schemas.openxmlformats.org/drawingml/2006/main">
            <a:off x="1071753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0" name="Standardized person 716: without endpoint">
            <a:extLst xmlns:a="http://schemas.openxmlformats.org/drawingml/2006/main">
              <a:ext uri="{FF2B5EF4-FFF2-40B4-BE49-F238E27FC236}">
                <a16:creationId xmlns:a16="http://schemas.microsoft.com/office/drawing/2014/main" id="{9A75FF22-10EB-4BCB-9E52-535695004DF2}"/>
              </a:ext>
            </a:extLst>
          </p:cNvPr>
          <p:cNvSpPr>
            <a:spLocks xmlns:a="http://schemas.openxmlformats.org/drawingml/2006/main" noGrp="1"/>
          </p:cNvSpPr>
          <p:nvPr/>
        </p:nvSpPr>
        <p:spPr>
          <a:xfrm xmlns:a="http://schemas.openxmlformats.org/drawingml/2006/main">
            <a:off x="1084897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1" name="Standardized person 717: without endpoint">
            <a:extLst xmlns:a="http://schemas.openxmlformats.org/drawingml/2006/main">
              <a:ext uri="{FF2B5EF4-FFF2-40B4-BE49-F238E27FC236}">
                <a16:creationId xmlns:a16="http://schemas.microsoft.com/office/drawing/2014/main" id="{FAD09D80-73D9-422D-AAF3-79E76EEC3458}"/>
              </a:ext>
            </a:extLst>
          </p:cNvPr>
          <p:cNvSpPr>
            <a:spLocks xmlns:a="http://schemas.openxmlformats.org/drawingml/2006/main" noGrp="1"/>
          </p:cNvSpPr>
          <p:nvPr/>
        </p:nvSpPr>
        <p:spPr>
          <a:xfrm xmlns:a="http://schemas.openxmlformats.org/drawingml/2006/main">
            <a:off x="1098042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2" name="Standardized person 718: without endpoint">
            <a:extLst xmlns:a="http://schemas.openxmlformats.org/drawingml/2006/main">
              <a:ext uri="{FF2B5EF4-FFF2-40B4-BE49-F238E27FC236}">
                <a16:creationId xmlns:a16="http://schemas.microsoft.com/office/drawing/2014/main" id="{023FA605-88B8-4C5E-A3DE-AA0F0111CB46}"/>
              </a:ext>
            </a:extLst>
          </p:cNvPr>
          <p:cNvSpPr>
            <a:spLocks xmlns:a="http://schemas.openxmlformats.org/drawingml/2006/main" noGrp="1"/>
          </p:cNvSpPr>
          <p:nvPr/>
        </p:nvSpPr>
        <p:spPr>
          <a:xfrm xmlns:a="http://schemas.openxmlformats.org/drawingml/2006/main">
            <a:off x="1111186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3" name="Standardized person 719: without endpoint">
            <a:extLst xmlns:a="http://schemas.openxmlformats.org/drawingml/2006/main">
              <a:ext uri="{FF2B5EF4-FFF2-40B4-BE49-F238E27FC236}">
                <a16:creationId xmlns:a16="http://schemas.microsoft.com/office/drawing/2014/main" id="{1867C250-164C-4895-8AC6-FF2EA72DD130}"/>
              </a:ext>
            </a:extLst>
          </p:cNvPr>
          <p:cNvSpPr>
            <a:spLocks xmlns:a="http://schemas.openxmlformats.org/drawingml/2006/main" noGrp="1"/>
          </p:cNvSpPr>
          <p:nvPr/>
        </p:nvSpPr>
        <p:spPr>
          <a:xfrm xmlns:a="http://schemas.openxmlformats.org/drawingml/2006/main">
            <a:off x="11243310"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4" name="Standardized person 720: without endpoint">
            <a:extLst xmlns:a="http://schemas.openxmlformats.org/drawingml/2006/main">
              <a:ext uri="{FF2B5EF4-FFF2-40B4-BE49-F238E27FC236}">
                <a16:creationId xmlns:a16="http://schemas.microsoft.com/office/drawing/2014/main" id="{0D47D242-BFD4-4F3B-93B2-90168AD7821D}"/>
              </a:ext>
            </a:extLst>
          </p:cNvPr>
          <p:cNvSpPr>
            <a:spLocks xmlns:a="http://schemas.openxmlformats.org/drawingml/2006/main" noGrp="1"/>
          </p:cNvSpPr>
          <p:nvPr/>
        </p:nvSpPr>
        <p:spPr>
          <a:xfrm xmlns:a="http://schemas.openxmlformats.org/drawingml/2006/main">
            <a:off x="11374755" y="440969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5" name="Standardized person 721: without endpoint">
            <a:extLst xmlns:a="http://schemas.openxmlformats.org/drawingml/2006/main">
              <a:ext uri="{FF2B5EF4-FFF2-40B4-BE49-F238E27FC236}">
                <a16:creationId xmlns:a16="http://schemas.microsoft.com/office/drawing/2014/main" id="{F197C82C-F3D0-407B-B31C-27190C6E1854}"/>
              </a:ext>
            </a:extLst>
          </p:cNvPr>
          <p:cNvSpPr>
            <a:spLocks xmlns:a="http://schemas.openxmlformats.org/drawingml/2006/main" noGrp="1"/>
          </p:cNvSpPr>
          <p:nvPr/>
        </p:nvSpPr>
        <p:spPr>
          <a:xfrm xmlns:a="http://schemas.openxmlformats.org/drawingml/2006/main">
            <a:off x="624840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6" name="Standardized person 722: without endpoint">
            <a:extLst xmlns:a="http://schemas.openxmlformats.org/drawingml/2006/main">
              <a:ext uri="{FF2B5EF4-FFF2-40B4-BE49-F238E27FC236}">
                <a16:creationId xmlns:a16="http://schemas.microsoft.com/office/drawing/2014/main" id="{A354876E-7FF9-43EA-A3C4-4AD60C03267C}"/>
              </a:ext>
            </a:extLst>
          </p:cNvPr>
          <p:cNvSpPr>
            <a:spLocks xmlns:a="http://schemas.openxmlformats.org/drawingml/2006/main" noGrp="1"/>
          </p:cNvSpPr>
          <p:nvPr/>
        </p:nvSpPr>
        <p:spPr>
          <a:xfrm xmlns:a="http://schemas.openxmlformats.org/drawingml/2006/main">
            <a:off x="637984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7" name="Standardized person 723: without endpoint">
            <a:extLst xmlns:a="http://schemas.openxmlformats.org/drawingml/2006/main">
              <a:ext uri="{FF2B5EF4-FFF2-40B4-BE49-F238E27FC236}">
                <a16:creationId xmlns:a16="http://schemas.microsoft.com/office/drawing/2014/main" id="{42B5A180-73C4-4EED-8DF2-DA485DC57C5F}"/>
              </a:ext>
            </a:extLst>
          </p:cNvPr>
          <p:cNvSpPr>
            <a:spLocks xmlns:a="http://schemas.openxmlformats.org/drawingml/2006/main" noGrp="1"/>
          </p:cNvSpPr>
          <p:nvPr/>
        </p:nvSpPr>
        <p:spPr>
          <a:xfrm xmlns:a="http://schemas.openxmlformats.org/drawingml/2006/main">
            <a:off x="651129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8" name="Standardized person 724: without endpoint">
            <a:extLst xmlns:a="http://schemas.openxmlformats.org/drawingml/2006/main">
              <a:ext uri="{FF2B5EF4-FFF2-40B4-BE49-F238E27FC236}">
                <a16:creationId xmlns:a16="http://schemas.microsoft.com/office/drawing/2014/main" id="{E7E8513F-E15C-46B8-8314-CBEF1A3DC8EF}"/>
              </a:ext>
            </a:extLst>
          </p:cNvPr>
          <p:cNvSpPr>
            <a:spLocks xmlns:a="http://schemas.openxmlformats.org/drawingml/2006/main" noGrp="1"/>
          </p:cNvSpPr>
          <p:nvPr/>
        </p:nvSpPr>
        <p:spPr>
          <a:xfrm xmlns:a="http://schemas.openxmlformats.org/drawingml/2006/main">
            <a:off x="664273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29" name="Standardized person 725: without endpoint">
            <a:extLst xmlns:a="http://schemas.openxmlformats.org/drawingml/2006/main">
              <a:ext uri="{FF2B5EF4-FFF2-40B4-BE49-F238E27FC236}">
                <a16:creationId xmlns:a16="http://schemas.microsoft.com/office/drawing/2014/main" id="{646A072D-8751-4C27-A5F3-756DA4533BCF}"/>
              </a:ext>
            </a:extLst>
          </p:cNvPr>
          <p:cNvSpPr>
            <a:spLocks xmlns:a="http://schemas.openxmlformats.org/drawingml/2006/main" noGrp="1"/>
          </p:cNvSpPr>
          <p:nvPr/>
        </p:nvSpPr>
        <p:spPr>
          <a:xfrm xmlns:a="http://schemas.openxmlformats.org/drawingml/2006/main">
            <a:off x="677418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0" name="Standardized person 726: without endpoint">
            <a:extLst xmlns:a="http://schemas.openxmlformats.org/drawingml/2006/main">
              <a:ext uri="{FF2B5EF4-FFF2-40B4-BE49-F238E27FC236}">
                <a16:creationId xmlns:a16="http://schemas.microsoft.com/office/drawing/2014/main" id="{328BAAAC-58AC-41EC-B93C-B9C2A36F793D}"/>
              </a:ext>
            </a:extLst>
          </p:cNvPr>
          <p:cNvSpPr>
            <a:spLocks xmlns:a="http://schemas.openxmlformats.org/drawingml/2006/main" noGrp="1"/>
          </p:cNvSpPr>
          <p:nvPr/>
        </p:nvSpPr>
        <p:spPr>
          <a:xfrm xmlns:a="http://schemas.openxmlformats.org/drawingml/2006/main">
            <a:off x="690562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1" name="Standardized person 727: without endpoint">
            <a:extLst xmlns:a="http://schemas.openxmlformats.org/drawingml/2006/main">
              <a:ext uri="{FF2B5EF4-FFF2-40B4-BE49-F238E27FC236}">
                <a16:creationId xmlns:a16="http://schemas.microsoft.com/office/drawing/2014/main" id="{6F48AF95-9E10-482F-98C0-C8E11F68A27A}"/>
              </a:ext>
            </a:extLst>
          </p:cNvPr>
          <p:cNvSpPr>
            <a:spLocks xmlns:a="http://schemas.openxmlformats.org/drawingml/2006/main" noGrp="1"/>
          </p:cNvSpPr>
          <p:nvPr/>
        </p:nvSpPr>
        <p:spPr>
          <a:xfrm xmlns:a="http://schemas.openxmlformats.org/drawingml/2006/main">
            <a:off x="703707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2" name="Standardized person 728: without endpoint">
            <a:extLst xmlns:a="http://schemas.openxmlformats.org/drawingml/2006/main">
              <a:ext uri="{FF2B5EF4-FFF2-40B4-BE49-F238E27FC236}">
                <a16:creationId xmlns:a16="http://schemas.microsoft.com/office/drawing/2014/main" id="{8E99CA56-E0C0-4EFC-B2FE-38F65DE003C6}"/>
              </a:ext>
            </a:extLst>
          </p:cNvPr>
          <p:cNvSpPr>
            <a:spLocks xmlns:a="http://schemas.openxmlformats.org/drawingml/2006/main" noGrp="1"/>
          </p:cNvSpPr>
          <p:nvPr/>
        </p:nvSpPr>
        <p:spPr>
          <a:xfrm xmlns:a="http://schemas.openxmlformats.org/drawingml/2006/main">
            <a:off x="716851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3" name="Standardized person 729: without endpoint">
            <a:extLst xmlns:a="http://schemas.openxmlformats.org/drawingml/2006/main">
              <a:ext uri="{FF2B5EF4-FFF2-40B4-BE49-F238E27FC236}">
                <a16:creationId xmlns:a16="http://schemas.microsoft.com/office/drawing/2014/main" id="{73E45E77-5EB8-4626-A4F9-DE7625FC55B2}"/>
              </a:ext>
            </a:extLst>
          </p:cNvPr>
          <p:cNvSpPr>
            <a:spLocks xmlns:a="http://schemas.openxmlformats.org/drawingml/2006/main" noGrp="1"/>
          </p:cNvSpPr>
          <p:nvPr/>
        </p:nvSpPr>
        <p:spPr>
          <a:xfrm xmlns:a="http://schemas.openxmlformats.org/drawingml/2006/main">
            <a:off x="729996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4" name="Standardized person 730: without endpoint">
            <a:extLst xmlns:a="http://schemas.openxmlformats.org/drawingml/2006/main">
              <a:ext uri="{FF2B5EF4-FFF2-40B4-BE49-F238E27FC236}">
                <a16:creationId xmlns:a16="http://schemas.microsoft.com/office/drawing/2014/main" id="{7D08639E-B470-4BF5-A8BF-E7FD21ECA405}"/>
              </a:ext>
            </a:extLst>
          </p:cNvPr>
          <p:cNvSpPr>
            <a:spLocks xmlns:a="http://schemas.openxmlformats.org/drawingml/2006/main" noGrp="1"/>
          </p:cNvSpPr>
          <p:nvPr/>
        </p:nvSpPr>
        <p:spPr>
          <a:xfrm xmlns:a="http://schemas.openxmlformats.org/drawingml/2006/main">
            <a:off x="743140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5" name="Standardized person 731: without endpoint">
            <a:extLst xmlns:a="http://schemas.openxmlformats.org/drawingml/2006/main">
              <a:ext uri="{FF2B5EF4-FFF2-40B4-BE49-F238E27FC236}">
                <a16:creationId xmlns:a16="http://schemas.microsoft.com/office/drawing/2014/main" id="{65A31524-91A1-49E3-93EE-824DF5002877}"/>
              </a:ext>
            </a:extLst>
          </p:cNvPr>
          <p:cNvSpPr>
            <a:spLocks xmlns:a="http://schemas.openxmlformats.org/drawingml/2006/main" noGrp="1"/>
          </p:cNvSpPr>
          <p:nvPr/>
        </p:nvSpPr>
        <p:spPr>
          <a:xfrm xmlns:a="http://schemas.openxmlformats.org/drawingml/2006/main">
            <a:off x="756285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6" name="Standardized person 732: without endpoint">
            <a:extLst xmlns:a="http://schemas.openxmlformats.org/drawingml/2006/main">
              <a:ext uri="{FF2B5EF4-FFF2-40B4-BE49-F238E27FC236}">
                <a16:creationId xmlns:a16="http://schemas.microsoft.com/office/drawing/2014/main" id="{1D11AD46-3B67-48D1-938F-E4D998FA428D}"/>
              </a:ext>
            </a:extLst>
          </p:cNvPr>
          <p:cNvSpPr>
            <a:spLocks xmlns:a="http://schemas.openxmlformats.org/drawingml/2006/main" noGrp="1"/>
          </p:cNvSpPr>
          <p:nvPr/>
        </p:nvSpPr>
        <p:spPr>
          <a:xfrm xmlns:a="http://schemas.openxmlformats.org/drawingml/2006/main">
            <a:off x="769429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7" name="Standardized person 733: without endpoint">
            <a:extLst xmlns:a="http://schemas.openxmlformats.org/drawingml/2006/main">
              <a:ext uri="{FF2B5EF4-FFF2-40B4-BE49-F238E27FC236}">
                <a16:creationId xmlns:a16="http://schemas.microsoft.com/office/drawing/2014/main" id="{D2782E22-B56F-4002-AAD0-7CD4AE7FA5C1}"/>
              </a:ext>
            </a:extLst>
          </p:cNvPr>
          <p:cNvSpPr>
            <a:spLocks xmlns:a="http://schemas.openxmlformats.org/drawingml/2006/main" noGrp="1"/>
          </p:cNvSpPr>
          <p:nvPr/>
        </p:nvSpPr>
        <p:spPr>
          <a:xfrm xmlns:a="http://schemas.openxmlformats.org/drawingml/2006/main">
            <a:off x="782574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8" name="Standardized person 734: without endpoint">
            <a:extLst xmlns:a="http://schemas.openxmlformats.org/drawingml/2006/main">
              <a:ext uri="{FF2B5EF4-FFF2-40B4-BE49-F238E27FC236}">
                <a16:creationId xmlns:a16="http://schemas.microsoft.com/office/drawing/2014/main" id="{4B62FED8-229F-40AC-9777-7FA035DEB942}"/>
              </a:ext>
            </a:extLst>
          </p:cNvPr>
          <p:cNvSpPr>
            <a:spLocks xmlns:a="http://schemas.openxmlformats.org/drawingml/2006/main" noGrp="1"/>
          </p:cNvSpPr>
          <p:nvPr/>
        </p:nvSpPr>
        <p:spPr>
          <a:xfrm xmlns:a="http://schemas.openxmlformats.org/drawingml/2006/main">
            <a:off x="795718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39" name="Standardized person 735: without endpoint">
            <a:extLst xmlns:a="http://schemas.openxmlformats.org/drawingml/2006/main">
              <a:ext uri="{FF2B5EF4-FFF2-40B4-BE49-F238E27FC236}">
                <a16:creationId xmlns:a16="http://schemas.microsoft.com/office/drawing/2014/main" id="{0D11A815-1307-4CEA-BFD9-2E04A425C6BB}"/>
              </a:ext>
            </a:extLst>
          </p:cNvPr>
          <p:cNvSpPr>
            <a:spLocks xmlns:a="http://schemas.openxmlformats.org/drawingml/2006/main" noGrp="1"/>
          </p:cNvSpPr>
          <p:nvPr/>
        </p:nvSpPr>
        <p:spPr>
          <a:xfrm xmlns:a="http://schemas.openxmlformats.org/drawingml/2006/main">
            <a:off x="808863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0" name="Standardized person 736: without endpoint">
            <a:extLst xmlns:a="http://schemas.openxmlformats.org/drawingml/2006/main">
              <a:ext uri="{FF2B5EF4-FFF2-40B4-BE49-F238E27FC236}">
                <a16:creationId xmlns:a16="http://schemas.microsoft.com/office/drawing/2014/main" id="{1A82A9DA-6732-4496-AA8A-39A14D599BFA}"/>
              </a:ext>
            </a:extLst>
          </p:cNvPr>
          <p:cNvSpPr>
            <a:spLocks xmlns:a="http://schemas.openxmlformats.org/drawingml/2006/main" noGrp="1"/>
          </p:cNvSpPr>
          <p:nvPr/>
        </p:nvSpPr>
        <p:spPr>
          <a:xfrm xmlns:a="http://schemas.openxmlformats.org/drawingml/2006/main">
            <a:off x="822007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1" name="Standardized person 737: without endpoint">
            <a:extLst xmlns:a="http://schemas.openxmlformats.org/drawingml/2006/main">
              <a:ext uri="{FF2B5EF4-FFF2-40B4-BE49-F238E27FC236}">
                <a16:creationId xmlns:a16="http://schemas.microsoft.com/office/drawing/2014/main" id="{C0B4DBE9-5668-4161-8DAE-480C1A56D047}"/>
              </a:ext>
            </a:extLst>
          </p:cNvPr>
          <p:cNvSpPr>
            <a:spLocks xmlns:a="http://schemas.openxmlformats.org/drawingml/2006/main" noGrp="1"/>
          </p:cNvSpPr>
          <p:nvPr/>
        </p:nvSpPr>
        <p:spPr>
          <a:xfrm xmlns:a="http://schemas.openxmlformats.org/drawingml/2006/main">
            <a:off x="835152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2" name="Standardized person 738: without endpoint">
            <a:extLst xmlns:a="http://schemas.openxmlformats.org/drawingml/2006/main">
              <a:ext uri="{FF2B5EF4-FFF2-40B4-BE49-F238E27FC236}">
                <a16:creationId xmlns:a16="http://schemas.microsoft.com/office/drawing/2014/main" id="{D52FCD6A-5259-471F-9382-98E26ABA5606}"/>
              </a:ext>
            </a:extLst>
          </p:cNvPr>
          <p:cNvSpPr>
            <a:spLocks xmlns:a="http://schemas.openxmlformats.org/drawingml/2006/main" noGrp="1"/>
          </p:cNvSpPr>
          <p:nvPr/>
        </p:nvSpPr>
        <p:spPr>
          <a:xfrm xmlns:a="http://schemas.openxmlformats.org/drawingml/2006/main">
            <a:off x="848296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3" name="Standardized person 739: without endpoint">
            <a:extLst xmlns:a="http://schemas.openxmlformats.org/drawingml/2006/main">
              <a:ext uri="{FF2B5EF4-FFF2-40B4-BE49-F238E27FC236}">
                <a16:creationId xmlns:a16="http://schemas.microsoft.com/office/drawing/2014/main" id="{61687614-A002-4883-8A65-53D136CC40A2}"/>
              </a:ext>
            </a:extLst>
          </p:cNvPr>
          <p:cNvSpPr>
            <a:spLocks xmlns:a="http://schemas.openxmlformats.org/drawingml/2006/main" noGrp="1"/>
          </p:cNvSpPr>
          <p:nvPr/>
        </p:nvSpPr>
        <p:spPr>
          <a:xfrm xmlns:a="http://schemas.openxmlformats.org/drawingml/2006/main">
            <a:off x="861441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4" name="Standardized person 740: without endpoint">
            <a:extLst xmlns:a="http://schemas.openxmlformats.org/drawingml/2006/main">
              <a:ext uri="{FF2B5EF4-FFF2-40B4-BE49-F238E27FC236}">
                <a16:creationId xmlns:a16="http://schemas.microsoft.com/office/drawing/2014/main" id="{5BEE71EC-231D-4995-BB55-70A2E7457625}"/>
              </a:ext>
            </a:extLst>
          </p:cNvPr>
          <p:cNvSpPr>
            <a:spLocks xmlns:a="http://schemas.openxmlformats.org/drawingml/2006/main" noGrp="1"/>
          </p:cNvSpPr>
          <p:nvPr/>
        </p:nvSpPr>
        <p:spPr>
          <a:xfrm xmlns:a="http://schemas.openxmlformats.org/drawingml/2006/main">
            <a:off x="874585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5" name="Standardized person 741: without endpoint">
            <a:extLst xmlns:a="http://schemas.openxmlformats.org/drawingml/2006/main">
              <a:ext uri="{FF2B5EF4-FFF2-40B4-BE49-F238E27FC236}">
                <a16:creationId xmlns:a16="http://schemas.microsoft.com/office/drawing/2014/main" id="{14DBFF0A-2DD9-4754-91B7-B509420FC025}"/>
              </a:ext>
            </a:extLst>
          </p:cNvPr>
          <p:cNvSpPr>
            <a:spLocks xmlns:a="http://schemas.openxmlformats.org/drawingml/2006/main" noGrp="1"/>
          </p:cNvSpPr>
          <p:nvPr/>
        </p:nvSpPr>
        <p:spPr>
          <a:xfrm xmlns:a="http://schemas.openxmlformats.org/drawingml/2006/main">
            <a:off x="887730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6" name="Standardized person 742: without endpoint">
            <a:extLst xmlns:a="http://schemas.openxmlformats.org/drawingml/2006/main">
              <a:ext uri="{FF2B5EF4-FFF2-40B4-BE49-F238E27FC236}">
                <a16:creationId xmlns:a16="http://schemas.microsoft.com/office/drawing/2014/main" id="{14DF907C-F308-4644-A605-3F3AEDC670EC}"/>
              </a:ext>
            </a:extLst>
          </p:cNvPr>
          <p:cNvSpPr>
            <a:spLocks xmlns:a="http://schemas.openxmlformats.org/drawingml/2006/main" noGrp="1"/>
          </p:cNvSpPr>
          <p:nvPr/>
        </p:nvSpPr>
        <p:spPr>
          <a:xfrm xmlns:a="http://schemas.openxmlformats.org/drawingml/2006/main">
            <a:off x="900874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7" name="Standardized person 743: without endpoint">
            <a:extLst xmlns:a="http://schemas.openxmlformats.org/drawingml/2006/main">
              <a:ext uri="{FF2B5EF4-FFF2-40B4-BE49-F238E27FC236}">
                <a16:creationId xmlns:a16="http://schemas.microsoft.com/office/drawing/2014/main" id="{10830699-1BF5-46CF-A31B-0F7AC28645D4}"/>
              </a:ext>
            </a:extLst>
          </p:cNvPr>
          <p:cNvSpPr>
            <a:spLocks xmlns:a="http://schemas.openxmlformats.org/drawingml/2006/main" noGrp="1"/>
          </p:cNvSpPr>
          <p:nvPr/>
        </p:nvSpPr>
        <p:spPr>
          <a:xfrm xmlns:a="http://schemas.openxmlformats.org/drawingml/2006/main">
            <a:off x="914019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8" name="Standardized person 744: without endpoint">
            <a:extLst xmlns:a="http://schemas.openxmlformats.org/drawingml/2006/main">
              <a:ext uri="{FF2B5EF4-FFF2-40B4-BE49-F238E27FC236}">
                <a16:creationId xmlns:a16="http://schemas.microsoft.com/office/drawing/2014/main" id="{8F6BA82A-235C-46EB-BEDF-84130BD2B46A}"/>
              </a:ext>
            </a:extLst>
          </p:cNvPr>
          <p:cNvSpPr>
            <a:spLocks xmlns:a="http://schemas.openxmlformats.org/drawingml/2006/main" noGrp="1"/>
          </p:cNvSpPr>
          <p:nvPr/>
        </p:nvSpPr>
        <p:spPr>
          <a:xfrm xmlns:a="http://schemas.openxmlformats.org/drawingml/2006/main">
            <a:off x="927163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49" name="Standardized person 745: without endpoint">
            <a:extLst xmlns:a="http://schemas.openxmlformats.org/drawingml/2006/main">
              <a:ext uri="{FF2B5EF4-FFF2-40B4-BE49-F238E27FC236}">
                <a16:creationId xmlns:a16="http://schemas.microsoft.com/office/drawing/2014/main" id="{C98CA16F-03E8-4426-A13C-4520E7ACFF7C}"/>
              </a:ext>
            </a:extLst>
          </p:cNvPr>
          <p:cNvSpPr>
            <a:spLocks xmlns:a="http://schemas.openxmlformats.org/drawingml/2006/main" noGrp="1"/>
          </p:cNvSpPr>
          <p:nvPr/>
        </p:nvSpPr>
        <p:spPr>
          <a:xfrm xmlns:a="http://schemas.openxmlformats.org/drawingml/2006/main">
            <a:off x="940308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0" name="Standardized person 746: without endpoint">
            <a:extLst xmlns:a="http://schemas.openxmlformats.org/drawingml/2006/main">
              <a:ext uri="{FF2B5EF4-FFF2-40B4-BE49-F238E27FC236}">
                <a16:creationId xmlns:a16="http://schemas.microsoft.com/office/drawing/2014/main" id="{E39EF291-9DF6-4D8E-85F2-5F9C16AE155C}"/>
              </a:ext>
            </a:extLst>
          </p:cNvPr>
          <p:cNvSpPr>
            <a:spLocks xmlns:a="http://schemas.openxmlformats.org/drawingml/2006/main" noGrp="1"/>
          </p:cNvSpPr>
          <p:nvPr/>
        </p:nvSpPr>
        <p:spPr>
          <a:xfrm xmlns:a="http://schemas.openxmlformats.org/drawingml/2006/main">
            <a:off x="953452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1" name="Standardized person 747: without endpoint">
            <a:extLst xmlns:a="http://schemas.openxmlformats.org/drawingml/2006/main">
              <a:ext uri="{FF2B5EF4-FFF2-40B4-BE49-F238E27FC236}">
                <a16:creationId xmlns:a16="http://schemas.microsoft.com/office/drawing/2014/main" id="{39CD6F20-60FE-4C59-B61B-0CE6AB31C2F2}"/>
              </a:ext>
            </a:extLst>
          </p:cNvPr>
          <p:cNvSpPr>
            <a:spLocks xmlns:a="http://schemas.openxmlformats.org/drawingml/2006/main" noGrp="1"/>
          </p:cNvSpPr>
          <p:nvPr/>
        </p:nvSpPr>
        <p:spPr>
          <a:xfrm xmlns:a="http://schemas.openxmlformats.org/drawingml/2006/main">
            <a:off x="966597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2" name="Standardized person 748: without endpoint">
            <a:extLst xmlns:a="http://schemas.openxmlformats.org/drawingml/2006/main">
              <a:ext uri="{FF2B5EF4-FFF2-40B4-BE49-F238E27FC236}">
                <a16:creationId xmlns:a16="http://schemas.microsoft.com/office/drawing/2014/main" id="{641D4D4A-EAE9-4732-B4C3-8B9B5ACF33B0}"/>
              </a:ext>
            </a:extLst>
          </p:cNvPr>
          <p:cNvSpPr>
            <a:spLocks xmlns:a="http://schemas.openxmlformats.org/drawingml/2006/main" noGrp="1"/>
          </p:cNvSpPr>
          <p:nvPr/>
        </p:nvSpPr>
        <p:spPr>
          <a:xfrm xmlns:a="http://schemas.openxmlformats.org/drawingml/2006/main">
            <a:off x="979741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3" name="Standardized person 749: without endpoint">
            <a:extLst xmlns:a="http://schemas.openxmlformats.org/drawingml/2006/main">
              <a:ext uri="{FF2B5EF4-FFF2-40B4-BE49-F238E27FC236}">
                <a16:creationId xmlns:a16="http://schemas.microsoft.com/office/drawing/2014/main" id="{61E0E506-B262-49A6-B9ED-323DE47706C0}"/>
              </a:ext>
            </a:extLst>
          </p:cNvPr>
          <p:cNvSpPr>
            <a:spLocks xmlns:a="http://schemas.openxmlformats.org/drawingml/2006/main" noGrp="1"/>
          </p:cNvSpPr>
          <p:nvPr/>
        </p:nvSpPr>
        <p:spPr>
          <a:xfrm xmlns:a="http://schemas.openxmlformats.org/drawingml/2006/main">
            <a:off x="992886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4" name="Standardized person 750: without endpoint">
            <a:extLst xmlns:a="http://schemas.openxmlformats.org/drawingml/2006/main">
              <a:ext uri="{FF2B5EF4-FFF2-40B4-BE49-F238E27FC236}">
                <a16:creationId xmlns:a16="http://schemas.microsoft.com/office/drawing/2014/main" id="{6A975F12-A9DC-4A85-A647-D87901E2D77D}"/>
              </a:ext>
            </a:extLst>
          </p:cNvPr>
          <p:cNvSpPr>
            <a:spLocks xmlns:a="http://schemas.openxmlformats.org/drawingml/2006/main" noGrp="1"/>
          </p:cNvSpPr>
          <p:nvPr/>
        </p:nvSpPr>
        <p:spPr>
          <a:xfrm xmlns:a="http://schemas.openxmlformats.org/drawingml/2006/main">
            <a:off x="1006030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5" name="Standardized person 751: without endpoint">
            <a:extLst xmlns:a="http://schemas.openxmlformats.org/drawingml/2006/main">
              <a:ext uri="{FF2B5EF4-FFF2-40B4-BE49-F238E27FC236}">
                <a16:creationId xmlns:a16="http://schemas.microsoft.com/office/drawing/2014/main" id="{AE99BBE3-9225-4A92-BD80-2E239FCBEEE2}"/>
              </a:ext>
            </a:extLst>
          </p:cNvPr>
          <p:cNvSpPr>
            <a:spLocks xmlns:a="http://schemas.openxmlformats.org/drawingml/2006/main" noGrp="1"/>
          </p:cNvSpPr>
          <p:nvPr/>
        </p:nvSpPr>
        <p:spPr>
          <a:xfrm xmlns:a="http://schemas.openxmlformats.org/drawingml/2006/main">
            <a:off x="1019175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6" name="Standardized person 752: without endpoint">
            <a:extLst xmlns:a="http://schemas.openxmlformats.org/drawingml/2006/main">
              <a:ext uri="{FF2B5EF4-FFF2-40B4-BE49-F238E27FC236}">
                <a16:creationId xmlns:a16="http://schemas.microsoft.com/office/drawing/2014/main" id="{3E313B7D-E02E-4E7D-B0C5-1616BF04BF45}"/>
              </a:ext>
            </a:extLst>
          </p:cNvPr>
          <p:cNvSpPr>
            <a:spLocks xmlns:a="http://schemas.openxmlformats.org/drawingml/2006/main" noGrp="1"/>
          </p:cNvSpPr>
          <p:nvPr/>
        </p:nvSpPr>
        <p:spPr>
          <a:xfrm xmlns:a="http://schemas.openxmlformats.org/drawingml/2006/main">
            <a:off x="1032319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7" name="Standardized person 753: without endpoint">
            <a:extLst xmlns:a="http://schemas.openxmlformats.org/drawingml/2006/main">
              <a:ext uri="{FF2B5EF4-FFF2-40B4-BE49-F238E27FC236}">
                <a16:creationId xmlns:a16="http://schemas.microsoft.com/office/drawing/2014/main" id="{51945D0E-C317-453D-9769-9446808943D8}"/>
              </a:ext>
            </a:extLst>
          </p:cNvPr>
          <p:cNvSpPr>
            <a:spLocks xmlns:a="http://schemas.openxmlformats.org/drawingml/2006/main" noGrp="1"/>
          </p:cNvSpPr>
          <p:nvPr/>
        </p:nvSpPr>
        <p:spPr>
          <a:xfrm xmlns:a="http://schemas.openxmlformats.org/drawingml/2006/main">
            <a:off x="1045464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8" name="Standardized person 754: without endpoint">
            <a:extLst xmlns:a="http://schemas.openxmlformats.org/drawingml/2006/main">
              <a:ext uri="{FF2B5EF4-FFF2-40B4-BE49-F238E27FC236}">
                <a16:creationId xmlns:a16="http://schemas.microsoft.com/office/drawing/2014/main" id="{4012E874-7E98-4677-A43A-86485B8D5A57}"/>
              </a:ext>
            </a:extLst>
          </p:cNvPr>
          <p:cNvSpPr>
            <a:spLocks xmlns:a="http://schemas.openxmlformats.org/drawingml/2006/main" noGrp="1"/>
          </p:cNvSpPr>
          <p:nvPr/>
        </p:nvSpPr>
        <p:spPr>
          <a:xfrm xmlns:a="http://schemas.openxmlformats.org/drawingml/2006/main">
            <a:off x="1058608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59" name="Standardized person 755: without endpoint">
            <a:extLst xmlns:a="http://schemas.openxmlformats.org/drawingml/2006/main">
              <a:ext uri="{FF2B5EF4-FFF2-40B4-BE49-F238E27FC236}">
                <a16:creationId xmlns:a16="http://schemas.microsoft.com/office/drawing/2014/main" id="{DF2D1E6E-8073-43D2-9227-695AE595129C}"/>
              </a:ext>
            </a:extLst>
          </p:cNvPr>
          <p:cNvSpPr>
            <a:spLocks xmlns:a="http://schemas.openxmlformats.org/drawingml/2006/main" noGrp="1"/>
          </p:cNvSpPr>
          <p:nvPr/>
        </p:nvSpPr>
        <p:spPr>
          <a:xfrm xmlns:a="http://schemas.openxmlformats.org/drawingml/2006/main">
            <a:off x="1071753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0" name="Standardized person 756: without endpoint">
            <a:extLst xmlns:a="http://schemas.openxmlformats.org/drawingml/2006/main">
              <a:ext uri="{FF2B5EF4-FFF2-40B4-BE49-F238E27FC236}">
                <a16:creationId xmlns:a16="http://schemas.microsoft.com/office/drawing/2014/main" id="{7C540B62-E060-4B97-B205-7F17908792D8}"/>
              </a:ext>
            </a:extLst>
          </p:cNvPr>
          <p:cNvSpPr>
            <a:spLocks xmlns:a="http://schemas.openxmlformats.org/drawingml/2006/main" noGrp="1"/>
          </p:cNvSpPr>
          <p:nvPr/>
        </p:nvSpPr>
        <p:spPr>
          <a:xfrm xmlns:a="http://schemas.openxmlformats.org/drawingml/2006/main">
            <a:off x="1084897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1" name="Standardized person 757: without endpoint">
            <a:extLst xmlns:a="http://schemas.openxmlformats.org/drawingml/2006/main">
              <a:ext uri="{FF2B5EF4-FFF2-40B4-BE49-F238E27FC236}">
                <a16:creationId xmlns:a16="http://schemas.microsoft.com/office/drawing/2014/main" id="{E6D6653A-9843-444A-8ECB-663E76C00550}"/>
              </a:ext>
            </a:extLst>
          </p:cNvPr>
          <p:cNvSpPr>
            <a:spLocks xmlns:a="http://schemas.openxmlformats.org/drawingml/2006/main" noGrp="1"/>
          </p:cNvSpPr>
          <p:nvPr/>
        </p:nvSpPr>
        <p:spPr>
          <a:xfrm xmlns:a="http://schemas.openxmlformats.org/drawingml/2006/main">
            <a:off x="1098042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2" name="Standardized person 758: without endpoint">
            <a:extLst xmlns:a="http://schemas.openxmlformats.org/drawingml/2006/main">
              <a:ext uri="{FF2B5EF4-FFF2-40B4-BE49-F238E27FC236}">
                <a16:creationId xmlns:a16="http://schemas.microsoft.com/office/drawing/2014/main" id="{56DDAEC7-7731-473C-9DA3-FC84842621B2}"/>
              </a:ext>
            </a:extLst>
          </p:cNvPr>
          <p:cNvSpPr>
            <a:spLocks xmlns:a="http://schemas.openxmlformats.org/drawingml/2006/main" noGrp="1"/>
          </p:cNvSpPr>
          <p:nvPr/>
        </p:nvSpPr>
        <p:spPr>
          <a:xfrm xmlns:a="http://schemas.openxmlformats.org/drawingml/2006/main">
            <a:off x="1111186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3" name="Standardized person 759: without endpoint">
            <a:extLst xmlns:a="http://schemas.openxmlformats.org/drawingml/2006/main">
              <a:ext uri="{FF2B5EF4-FFF2-40B4-BE49-F238E27FC236}">
                <a16:creationId xmlns:a16="http://schemas.microsoft.com/office/drawing/2014/main" id="{73D3EE26-085D-4627-BA36-8EF4A3087735}"/>
              </a:ext>
            </a:extLst>
          </p:cNvPr>
          <p:cNvSpPr>
            <a:spLocks xmlns:a="http://schemas.openxmlformats.org/drawingml/2006/main" noGrp="1"/>
          </p:cNvSpPr>
          <p:nvPr/>
        </p:nvSpPr>
        <p:spPr>
          <a:xfrm xmlns:a="http://schemas.openxmlformats.org/drawingml/2006/main">
            <a:off x="11243310"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4" name="Standardized person 760: without endpoint">
            <a:extLst xmlns:a="http://schemas.openxmlformats.org/drawingml/2006/main">
              <a:ext uri="{FF2B5EF4-FFF2-40B4-BE49-F238E27FC236}">
                <a16:creationId xmlns:a16="http://schemas.microsoft.com/office/drawing/2014/main" id="{62BB6BE2-063A-464B-9199-F6F694ED9440}"/>
              </a:ext>
            </a:extLst>
          </p:cNvPr>
          <p:cNvSpPr>
            <a:spLocks xmlns:a="http://schemas.openxmlformats.org/drawingml/2006/main" noGrp="1"/>
          </p:cNvSpPr>
          <p:nvPr/>
        </p:nvSpPr>
        <p:spPr>
          <a:xfrm xmlns:a="http://schemas.openxmlformats.org/drawingml/2006/main">
            <a:off x="11374755" y="451332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5" name="Standardized person 761: without endpoint">
            <a:extLst xmlns:a="http://schemas.openxmlformats.org/drawingml/2006/main">
              <a:ext uri="{FF2B5EF4-FFF2-40B4-BE49-F238E27FC236}">
                <a16:creationId xmlns:a16="http://schemas.microsoft.com/office/drawing/2014/main" id="{1EB1DBDC-19EC-4B86-AB67-940A74CCD8B0}"/>
              </a:ext>
            </a:extLst>
          </p:cNvPr>
          <p:cNvSpPr>
            <a:spLocks xmlns:a="http://schemas.openxmlformats.org/drawingml/2006/main" noGrp="1"/>
          </p:cNvSpPr>
          <p:nvPr/>
        </p:nvSpPr>
        <p:spPr>
          <a:xfrm xmlns:a="http://schemas.openxmlformats.org/drawingml/2006/main">
            <a:off x="624840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6" name="Standardized person 762: without endpoint">
            <a:extLst xmlns:a="http://schemas.openxmlformats.org/drawingml/2006/main">
              <a:ext uri="{FF2B5EF4-FFF2-40B4-BE49-F238E27FC236}">
                <a16:creationId xmlns:a16="http://schemas.microsoft.com/office/drawing/2014/main" id="{CBA472A8-CB70-47FD-BACF-58D622460117}"/>
              </a:ext>
            </a:extLst>
          </p:cNvPr>
          <p:cNvSpPr>
            <a:spLocks xmlns:a="http://schemas.openxmlformats.org/drawingml/2006/main" noGrp="1"/>
          </p:cNvSpPr>
          <p:nvPr/>
        </p:nvSpPr>
        <p:spPr>
          <a:xfrm xmlns:a="http://schemas.openxmlformats.org/drawingml/2006/main">
            <a:off x="637984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7" name="Standardized person 763: without endpoint">
            <a:extLst xmlns:a="http://schemas.openxmlformats.org/drawingml/2006/main">
              <a:ext uri="{FF2B5EF4-FFF2-40B4-BE49-F238E27FC236}">
                <a16:creationId xmlns:a16="http://schemas.microsoft.com/office/drawing/2014/main" id="{8EF217A3-74D3-4C8C-9F6F-0FE24B8FCE4C}"/>
              </a:ext>
            </a:extLst>
          </p:cNvPr>
          <p:cNvSpPr>
            <a:spLocks xmlns:a="http://schemas.openxmlformats.org/drawingml/2006/main" noGrp="1"/>
          </p:cNvSpPr>
          <p:nvPr/>
        </p:nvSpPr>
        <p:spPr>
          <a:xfrm xmlns:a="http://schemas.openxmlformats.org/drawingml/2006/main">
            <a:off x="651129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8" name="Standardized person 764: without endpoint">
            <a:extLst xmlns:a="http://schemas.openxmlformats.org/drawingml/2006/main">
              <a:ext uri="{FF2B5EF4-FFF2-40B4-BE49-F238E27FC236}">
                <a16:creationId xmlns:a16="http://schemas.microsoft.com/office/drawing/2014/main" id="{F203429B-C4DE-47CD-9C37-D16A7E1390F3}"/>
              </a:ext>
            </a:extLst>
          </p:cNvPr>
          <p:cNvSpPr>
            <a:spLocks xmlns:a="http://schemas.openxmlformats.org/drawingml/2006/main" noGrp="1"/>
          </p:cNvSpPr>
          <p:nvPr/>
        </p:nvSpPr>
        <p:spPr>
          <a:xfrm xmlns:a="http://schemas.openxmlformats.org/drawingml/2006/main">
            <a:off x="664273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69" name="Standardized person 765: without endpoint">
            <a:extLst xmlns:a="http://schemas.openxmlformats.org/drawingml/2006/main">
              <a:ext uri="{FF2B5EF4-FFF2-40B4-BE49-F238E27FC236}">
                <a16:creationId xmlns:a16="http://schemas.microsoft.com/office/drawing/2014/main" id="{6425D92E-FD76-4C8E-A0CA-B9E71764E09A}"/>
              </a:ext>
            </a:extLst>
          </p:cNvPr>
          <p:cNvSpPr>
            <a:spLocks xmlns:a="http://schemas.openxmlformats.org/drawingml/2006/main" noGrp="1"/>
          </p:cNvSpPr>
          <p:nvPr/>
        </p:nvSpPr>
        <p:spPr>
          <a:xfrm xmlns:a="http://schemas.openxmlformats.org/drawingml/2006/main">
            <a:off x="677418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0" name="Standardized person 766: without endpoint">
            <a:extLst xmlns:a="http://schemas.openxmlformats.org/drawingml/2006/main">
              <a:ext uri="{FF2B5EF4-FFF2-40B4-BE49-F238E27FC236}">
                <a16:creationId xmlns:a16="http://schemas.microsoft.com/office/drawing/2014/main" id="{8E162D55-16DB-4C90-B4D1-21F5396D4182}"/>
              </a:ext>
            </a:extLst>
          </p:cNvPr>
          <p:cNvSpPr>
            <a:spLocks xmlns:a="http://schemas.openxmlformats.org/drawingml/2006/main" noGrp="1"/>
          </p:cNvSpPr>
          <p:nvPr/>
        </p:nvSpPr>
        <p:spPr>
          <a:xfrm xmlns:a="http://schemas.openxmlformats.org/drawingml/2006/main">
            <a:off x="690562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1" name="Standardized person 767: without endpoint">
            <a:extLst xmlns:a="http://schemas.openxmlformats.org/drawingml/2006/main">
              <a:ext uri="{FF2B5EF4-FFF2-40B4-BE49-F238E27FC236}">
                <a16:creationId xmlns:a16="http://schemas.microsoft.com/office/drawing/2014/main" id="{475177A7-DD45-4702-ABB0-997A4E5122C0}"/>
              </a:ext>
            </a:extLst>
          </p:cNvPr>
          <p:cNvSpPr>
            <a:spLocks xmlns:a="http://schemas.openxmlformats.org/drawingml/2006/main" noGrp="1"/>
          </p:cNvSpPr>
          <p:nvPr/>
        </p:nvSpPr>
        <p:spPr>
          <a:xfrm xmlns:a="http://schemas.openxmlformats.org/drawingml/2006/main">
            <a:off x="703707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2" name="Standardized person 768: without endpoint">
            <a:extLst xmlns:a="http://schemas.openxmlformats.org/drawingml/2006/main">
              <a:ext uri="{FF2B5EF4-FFF2-40B4-BE49-F238E27FC236}">
                <a16:creationId xmlns:a16="http://schemas.microsoft.com/office/drawing/2014/main" id="{BD075429-0AC6-43B2-9FC7-874EE73915B4}"/>
              </a:ext>
            </a:extLst>
          </p:cNvPr>
          <p:cNvSpPr>
            <a:spLocks xmlns:a="http://schemas.openxmlformats.org/drawingml/2006/main" noGrp="1"/>
          </p:cNvSpPr>
          <p:nvPr/>
        </p:nvSpPr>
        <p:spPr>
          <a:xfrm xmlns:a="http://schemas.openxmlformats.org/drawingml/2006/main">
            <a:off x="716851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3" name="Standardized person 769: without endpoint">
            <a:extLst xmlns:a="http://schemas.openxmlformats.org/drawingml/2006/main">
              <a:ext uri="{FF2B5EF4-FFF2-40B4-BE49-F238E27FC236}">
                <a16:creationId xmlns:a16="http://schemas.microsoft.com/office/drawing/2014/main" id="{4E38F089-5763-4C0E-AB38-6AE6ED56A339}"/>
              </a:ext>
            </a:extLst>
          </p:cNvPr>
          <p:cNvSpPr>
            <a:spLocks xmlns:a="http://schemas.openxmlformats.org/drawingml/2006/main" noGrp="1"/>
          </p:cNvSpPr>
          <p:nvPr/>
        </p:nvSpPr>
        <p:spPr>
          <a:xfrm xmlns:a="http://schemas.openxmlformats.org/drawingml/2006/main">
            <a:off x="729996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4" name="Standardized person 770: without endpoint">
            <a:extLst xmlns:a="http://schemas.openxmlformats.org/drawingml/2006/main">
              <a:ext uri="{FF2B5EF4-FFF2-40B4-BE49-F238E27FC236}">
                <a16:creationId xmlns:a16="http://schemas.microsoft.com/office/drawing/2014/main" id="{B249BF79-7DD4-4EA2-9C2D-82CB6169CED0}"/>
              </a:ext>
            </a:extLst>
          </p:cNvPr>
          <p:cNvSpPr>
            <a:spLocks xmlns:a="http://schemas.openxmlformats.org/drawingml/2006/main" noGrp="1"/>
          </p:cNvSpPr>
          <p:nvPr/>
        </p:nvSpPr>
        <p:spPr>
          <a:xfrm xmlns:a="http://schemas.openxmlformats.org/drawingml/2006/main">
            <a:off x="743140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5" name="Standardized person 771: without endpoint">
            <a:extLst xmlns:a="http://schemas.openxmlformats.org/drawingml/2006/main">
              <a:ext uri="{FF2B5EF4-FFF2-40B4-BE49-F238E27FC236}">
                <a16:creationId xmlns:a16="http://schemas.microsoft.com/office/drawing/2014/main" id="{0A23336B-6D75-4049-BAFA-C264110E8E29}"/>
              </a:ext>
            </a:extLst>
          </p:cNvPr>
          <p:cNvSpPr>
            <a:spLocks xmlns:a="http://schemas.openxmlformats.org/drawingml/2006/main" noGrp="1"/>
          </p:cNvSpPr>
          <p:nvPr/>
        </p:nvSpPr>
        <p:spPr>
          <a:xfrm xmlns:a="http://schemas.openxmlformats.org/drawingml/2006/main">
            <a:off x="756285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6" name="Standardized person 772: without endpoint">
            <a:extLst xmlns:a="http://schemas.openxmlformats.org/drawingml/2006/main">
              <a:ext uri="{FF2B5EF4-FFF2-40B4-BE49-F238E27FC236}">
                <a16:creationId xmlns:a16="http://schemas.microsoft.com/office/drawing/2014/main" id="{BA5997E3-F832-4A97-9DE2-BB019425E612}"/>
              </a:ext>
            </a:extLst>
          </p:cNvPr>
          <p:cNvSpPr>
            <a:spLocks xmlns:a="http://schemas.openxmlformats.org/drawingml/2006/main" noGrp="1"/>
          </p:cNvSpPr>
          <p:nvPr/>
        </p:nvSpPr>
        <p:spPr>
          <a:xfrm xmlns:a="http://schemas.openxmlformats.org/drawingml/2006/main">
            <a:off x="769429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7" name="Standardized person 773: without endpoint">
            <a:extLst xmlns:a="http://schemas.openxmlformats.org/drawingml/2006/main">
              <a:ext uri="{FF2B5EF4-FFF2-40B4-BE49-F238E27FC236}">
                <a16:creationId xmlns:a16="http://schemas.microsoft.com/office/drawing/2014/main" id="{D37452D6-53AF-4D97-A18B-171B6D345BC9}"/>
              </a:ext>
            </a:extLst>
          </p:cNvPr>
          <p:cNvSpPr>
            <a:spLocks xmlns:a="http://schemas.openxmlformats.org/drawingml/2006/main" noGrp="1"/>
          </p:cNvSpPr>
          <p:nvPr/>
        </p:nvSpPr>
        <p:spPr>
          <a:xfrm xmlns:a="http://schemas.openxmlformats.org/drawingml/2006/main">
            <a:off x="782574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8" name="Standardized person 774: without endpoint">
            <a:extLst xmlns:a="http://schemas.openxmlformats.org/drawingml/2006/main">
              <a:ext uri="{FF2B5EF4-FFF2-40B4-BE49-F238E27FC236}">
                <a16:creationId xmlns:a16="http://schemas.microsoft.com/office/drawing/2014/main" id="{84A297F0-62DE-4763-9773-74591D57F185}"/>
              </a:ext>
            </a:extLst>
          </p:cNvPr>
          <p:cNvSpPr>
            <a:spLocks xmlns:a="http://schemas.openxmlformats.org/drawingml/2006/main" noGrp="1"/>
          </p:cNvSpPr>
          <p:nvPr/>
        </p:nvSpPr>
        <p:spPr>
          <a:xfrm xmlns:a="http://schemas.openxmlformats.org/drawingml/2006/main">
            <a:off x="795718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79" name="Standardized person 775: without endpoint">
            <a:extLst xmlns:a="http://schemas.openxmlformats.org/drawingml/2006/main">
              <a:ext uri="{FF2B5EF4-FFF2-40B4-BE49-F238E27FC236}">
                <a16:creationId xmlns:a16="http://schemas.microsoft.com/office/drawing/2014/main" id="{8184F955-8C01-4EBF-BA58-9065C3E01C2D}"/>
              </a:ext>
            </a:extLst>
          </p:cNvPr>
          <p:cNvSpPr>
            <a:spLocks xmlns:a="http://schemas.openxmlformats.org/drawingml/2006/main" noGrp="1"/>
          </p:cNvSpPr>
          <p:nvPr/>
        </p:nvSpPr>
        <p:spPr>
          <a:xfrm xmlns:a="http://schemas.openxmlformats.org/drawingml/2006/main">
            <a:off x="808863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0" name="Standardized person 776: without endpoint">
            <a:extLst xmlns:a="http://schemas.openxmlformats.org/drawingml/2006/main">
              <a:ext uri="{FF2B5EF4-FFF2-40B4-BE49-F238E27FC236}">
                <a16:creationId xmlns:a16="http://schemas.microsoft.com/office/drawing/2014/main" id="{39A5CA99-DD73-4839-9CF3-95C1F4A4D575}"/>
              </a:ext>
            </a:extLst>
          </p:cNvPr>
          <p:cNvSpPr>
            <a:spLocks xmlns:a="http://schemas.openxmlformats.org/drawingml/2006/main" noGrp="1"/>
          </p:cNvSpPr>
          <p:nvPr/>
        </p:nvSpPr>
        <p:spPr>
          <a:xfrm xmlns:a="http://schemas.openxmlformats.org/drawingml/2006/main">
            <a:off x="822007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1" name="Standardized person 777: without endpoint">
            <a:extLst xmlns:a="http://schemas.openxmlformats.org/drawingml/2006/main">
              <a:ext uri="{FF2B5EF4-FFF2-40B4-BE49-F238E27FC236}">
                <a16:creationId xmlns:a16="http://schemas.microsoft.com/office/drawing/2014/main" id="{1D16E5E8-665C-4F09-B850-C6AAA820901A}"/>
              </a:ext>
            </a:extLst>
          </p:cNvPr>
          <p:cNvSpPr>
            <a:spLocks xmlns:a="http://schemas.openxmlformats.org/drawingml/2006/main" noGrp="1"/>
          </p:cNvSpPr>
          <p:nvPr/>
        </p:nvSpPr>
        <p:spPr>
          <a:xfrm xmlns:a="http://schemas.openxmlformats.org/drawingml/2006/main">
            <a:off x="835152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2" name="Standardized person 778: without endpoint">
            <a:extLst xmlns:a="http://schemas.openxmlformats.org/drawingml/2006/main">
              <a:ext uri="{FF2B5EF4-FFF2-40B4-BE49-F238E27FC236}">
                <a16:creationId xmlns:a16="http://schemas.microsoft.com/office/drawing/2014/main" id="{BC174599-812E-4E57-A82C-DE8C6A5F6836}"/>
              </a:ext>
            </a:extLst>
          </p:cNvPr>
          <p:cNvSpPr>
            <a:spLocks xmlns:a="http://schemas.openxmlformats.org/drawingml/2006/main" noGrp="1"/>
          </p:cNvSpPr>
          <p:nvPr/>
        </p:nvSpPr>
        <p:spPr>
          <a:xfrm xmlns:a="http://schemas.openxmlformats.org/drawingml/2006/main">
            <a:off x="848296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3" name="Standardized person 779: without endpoint">
            <a:extLst xmlns:a="http://schemas.openxmlformats.org/drawingml/2006/main">
              <a:ext uri="{FF2B5EF4-FFF2-40B4-BE49-F238E27FC236}">
                <a16:creationId xmlns:a16="http://schemas.microsoft.com/office/drawing/2014/main" id="{4736EC68-12BD-42E6-8514-BC79504C799F}"/>
              </a:ext>
            </a:extLst>
          </p:cNvPr>
          <p:cNvSpPr>
            <a:spLocks xmlns:a="http://schemas.openxmlformats.org/drawingml/2006/main" noGrp="1"/>
          </p:cNvSpPr>
          <p:nvPr/>
        </p:nvSpPr>
        <p:spPr>
          <a:xfrm xmlns:a="http://schemas.openxmlformats.org/drawingml/2006/main">
            <a:off x="861441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4" name="Standardized person 780: without endpoint">
            <a:extLst xmlns:a="http://schemas.openxmlformats.org/drawingml/2006/main">
              <a:ext uri="{FF2B5EF4-FFF2-40B4-BE49-F238E27FC236}">
                <a16:creationId xmlns:a16="http://schemas.microsoft.com/office/drawing/2014/main" id="{E8617E45-C4A2-43EB-9FEC-E21218C606CA}"/>
              </a:ext>
            </a:extLst>
          </p:cNvPr>
          <p:cNvSpPr>
            <a:spLocks xmlns:a="http://schemas.openxmlformats.org/drawingml/2006/main" noGrp="1"/>
          </p:cNvSpPr>
          <p:nvPr/>
        </p:nvSpPr>
        <p:spPr>
          <a:xfrm xmlns:a="http://schemas.openxmlformats.org/drawingml/2006/main">
            <a:off x="874585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5" name="Standardized person 781: without endpoint">
            <a:extLst xmlns:a="http://schemas.openxmlformats.org/drawingml/2006/main">
              <a:ext uri="{FF2B5EF4-FFF2-40B4-BE49-F238E27FC236}">
                <a16:creationId xmlns:a16="http://schemas.microsoft.com/office/drawing/2014/main" id="{5CB24E62-5563-4BB1-BFE5-A43BDD6B184D}"/>
              </a:ext>
            </a:extLst>
          </p:cNvPr>
          <p:cNvSpPr>
            <a:spLocks xmlns:a="http://schemas.openxmlformats.org/drawingml/2006/main" noGrp="1"/>
          </p:cNvSpPr>
          <p:nvPr/>
        </p:nvSpPr>
        <p:spPr>
          <a:xfrm xmlns:a="http://schemas.openxmlformats.org/drawingml/2006/main">
            <a:off x="887730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6" name="Standardized person 782: without endpoint">
            <a:extLst xmlns:a="http://schemas.openxmlformats.org/drawingml/2006/main">
              <a:ext uri="{FF2B5EF4-FFF2-40B4-BE49-F238E27FC236}">
                <a16:creationId xmlns:a16="http://schemas.microsoft.com/office/drawing/2014/main" id="{E59CFD8C-3AFF-4BA0-B61A-EBCFA9384345}"/>
              </a:ext>
            </a:extLst>
          </p:cNvPr>
          <p:cNvSpPr>
            <a:spLocks xmlns:a="http://schemas.openxmlformats.org/drawingml/2006/main" noGrp="1"/>
          </p:cNvSpPr>
          <p:nvPr/>
        </p:nvSpPr>
        <p:spPr>
          <a:xfrm xmlns:a="http://schemas.openxmlformats.org/drawingml/2006/main">
            <a:off x="900874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7" name="Standardized person 783: without endpoint">
            <a:extLst xmlns:a="http://schemas.openxmlformats.org/drawingml/2006/main">
              <a:ext uri="{FF2B5EF4-FFF2-40B4-BE49-F238E27FC236}">
                <a16:creationId xmlns:a16="http://schemas.microsoft.com/office/drawing/2014/main" id="{72D9EA5E-60F5-4204-89E8-A393E29D977C}"/>
              </a:ext>
            </a:extLst>
          </p:cNvPr>
          <p:cNvSpPr>
            <a:spLocks xmlns:a="http://schemas.openxmlformats.org/drawingml/2006/main" noGrp="1"/>
          </p:cNvSpPr>
          <p:nvPr/>
        </p:nvSpPr>
        <p:spPr>
          <a:xfrm xmlns:a="http://schemas.openxmlformats.org/drawingml/2006/main">
            <a:off x="914019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8" name="Standardized person 784: without endpoint">
            <a:extLst xmlns:a="http://schemas.openxmlformats.org/drawingml/2006/main">
              <a:ext uri="{FF2B5EF4-FFF2-40B4-BE49-F238E27FC236}">
                <a16:creationId xmlns:a16="http://schemas.microsoft.com/office/drawing/2014/main" id="{21BED51C-A691-421D-B480-8A4C87201183}"/>
              </a:ext>
            </a:extLst>
          </p:cNvPr>
          <p:cNvSpPr>
            <a:spLocks xmlns:a="http://schemas.openxmlformats.org/drawingml/2006/main" noGrp="1"/>
          </p:cNvSpPr>
          <p:nvPr/>
        </p:nvSpPr>
        <p:spPr>
          <a:xfrm xmlns:a="http://schemas.openxmlformats.org/drawingml/2006/main">
            <a:off x="927163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89" name="Standardized person 785: without endpoint">
            <a:extLst xmlns:a="http://schemas.openxmlformats.org/drawingml/2006/main">
              <a:ext uri="{FF2B5EF4-FFF2-40B4-BE49-F238E27FC236}">
                <a16:creationId xmlns:a16="http://schemas.microsoft.com/office/drawing/2014/main" id="{F3ABAAE1-6EA2-4EF7-8B3C-8C71B72BD226}"/>
              </a:ext>
            </a:extLst>
          </p:cNvPr>
          <p:cNvSpPr>
            <a:spLocks xmlns:a="http://schemas.openxmlformats.org/drawingml/2006/main" noGrp="1"/>
          </p:cNvSpPr>
          <p:nvPr/>
        </p:nvSpPr>
        <p:spPr>
          <a:xfrm xmlns:a="http://schemas.openxmlformats.org/drawingml/2006/main">
            <a:off x="940308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0" name="Standardized person 786: without endpoint">
            <a:extLst xmlns:a="http://schemas.openxmlformats.org/drawingml/2006/main">
              <a:ext uri="{FF2B5EF4-FFF2-40B4-BE49-F238E27FC236}">
                <a16:creationId xmlns:a16="http://schemas.microsoft.com/office/drawing/2014/main" id="{48283D25-C3EA-405C-89E6-4C8D859C78BE}"/>
              </a:ext>
            </a:extLst>
          </p:cNvPr>
          <p:cNvSpPr>
            <a:spLocks xmlns:a="http://schemas.openxmlformats.org/drawingml/2006/main" noGrp="1"/>
          </p:cNvSpPr>
          <p:nvPr/>
        </p:nvSpPr>
        <p:spPr>
          <a:xfrm xmlns:a="http://schemas.openxmlformats.org/drawingml/2006/main">
            <a:off x="953452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1" name="Standardized person 787: without endpoint">
            <a:extLst xmlns:a="http://schemas.openxmlformats.org/drawingml/2006/main">
              <a:ext uri="{FF2B5EF4-FFF2-40B4-BE49-F238E27FC236}">
                <a16:creationId xmlns:a16="http://schemas.microsoft.com/office/drawing/2014/main" id="{062D2ACB-B13D-4CA8-8B6F-56DC2B5A24EB}"/>
              </a:ext>
            </a:extLst>
          </p:cNvPr>
          <p:cNvSpPr>
            <a:spLocks xmlns:a="http://schemas.openxmlformats.org/drawingml/2006/main" noGrp="1"/>
          </p:cNvSpPr>
          <p:nvPr/>
        </p:nvSpPr>
        <p:spPr>
          <a:xfrm xmlns:a="http://schemas.openxmlformats.org/drawingml/2006/main">
            <a:off x="966597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2" name="Standardized person 788: without endpoint">
            <a:extLst xmlns:a="http://schemas.openxmlformats.org/drawingml/2006/main">
              <a:ext uri="{FF2B5EF4-FFF2-40B4-BE49-F238E27FC236}">
                <a16:creationId xmlns:a16="http://schemas.microsoft.com/office/drawing/2014/main" id="{29F22559-DEFE-42E5-AD44-87E5FD6F04AE}"/>
              </a:ext>
            </a:extLst>
          </p:cNvPr>
          <p:cNvSpPr>
            <a:spLocks xmlns:a="http://schemas.openxmlformats.org/drawingml/2006/main" noGrp="1"/>
          </p:cNvSpPr>
          <p:nvPr/>
        </p:nvSpPr>
        <p:spPr>
          <a:xfrm xmlns:a="http://schemas.openxmlformats.org/drawingml/2006/main">
            <a:off x="979741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3" name="Standardized person 789: without endpoint">
            <a:extLst xmlns:a="http://schemas.openxmlformats.org/drawingml/2006/main">
              <a:ext uri="{FF2B5EF4-FFF2-40B4-BE49-F238E27FC236}">
                <a16:creationId xmlns:a16="http://schemas.microsoft.com/office/drawing/2014/main" id="{F71F80DC-AECF-439D-8E91-113E92D5BCD9}"/>
              </a:ext>
            </a:extLst>
          </p:cNvPr>
          <p:cNvSpPr>
            <a:spLocks xmlns:a="http://schemas.openxmlformats.org/drawingml/2006/main" noGrp="1"/>
          </p:cNvSpPr>
          <p:nvPr/>
        </p:nvSpPr>
        <p:spPr>
          <a:xfrm xmlns:a="http://schemas.openxmlformats.org/drawingml/2006/main">
            <a:off x="992886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4" name="Standardized person 790: without endpoint">
            <a:extLst xmlns:a="http://schemas.openxmlformats.org/drawingml/2006/main">
              <a:ext uri="{FF2B5EF4-FFF2-40B4-BE49-F238E27FC236}">
                <a16:creationId xmlns:a16="http://schemas.microsoft.com/office/drawing/2014/main" id="{C3732B4A-0F5A-4231-B7D7-9981B8555B61}"/>
              </a:ext>
            </a:extLst>
          </p:cNvPr>
          <p:cNvSpPr>
            <a:spLocks xmlns:a="http://schemas.openxmlformats.org/drawingml/2006/main" noGrp="1"/>
          </p:cNvSpPr>
          <p:nvPr/>
        </p:nvSpPr>
        <p:spPr>
          <a:xfrm xmlns:a="http://schemas.openxmlformats.org/drawingml/2006/main">
            <a:off x="1006030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5" name="Standardized person 791: without endpoint">
            <a:extLst xmlns:a="http://schemas.openxmlformats.org/drawingml/2006/main">
              <a:ext uri="{FF2B5EF4-FFF2-40B4-BE49-F238E27FC236}">
                <a16:creationId xmlns:a16="http://schemas.microsoft.com/office/drawing/2014/main" id="{11B3F82E-A4C6-4ABC-B384-F0DD9BD32EA3}"/>
              </a:ext>
            </a:extLst>
          </p:cNvPr>
          <p:cNvSpPr>
            <a:spLocks xmlns:a="http://schemas.openxmlformats.org/drawingml/2006/main" noGrp="1"/>
          </p:cNvSpPr>
          <p:nvPr/>
        </p:nvSpPr>
        <p:spPr>
          <a:xfrm xmlns:a="http://schemas.openxmlformats.org/drawingml/2006/main">
            <a:off x="1019175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6" name="Standardized person 792: without endpoint">
            <a:extLst xmlns:a="http://schemas.openxmlformats.org/drawingml/2006/main">
              <a:ext uri="{FF2B5EF4-FFF2-40B4-BE49-F238E27FC236}">
                <a16:creationId xmlns:a16="http://schemas.microsoft.com/office/drawing/2014/main" id="{05B75C7B-AE89-40A6-9FA0-25E6140CA612}"/>
              </a:ext>
            </a:extLst>
          </p:cNvPr>
          <p:cNvSpPr>
            <a:spLocks xmlns:a="http://schemas.openxmlformats.org/drawingml/2006/main" noGrp="1"/>
          </p:cNvSpPr>
          <p:nvPr/>
        </p:nvSpPr>
        <p:spPr>
          <a:xfrm xmlns:a="http://schemas.openxmlformats.org/drawingml/2006/main">
            <a:off x="1032319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7" name="Standardized person 793: without endpoint">
            <a:extLst xmlns:a="http://schemas.openxmlformats.org/drawingml/2006/main">
              <a:ext uri="{FF2B5EF4-FFF2-40B4-BE49-F238E27FC236}">
                <a16:creationId xmlns:a16="http://schemas.microsoft.com/office/drawing/2014/main" id="{FED0FBC6-287D-488A-8FDA-C7F98771207A}"/>
              </a:ext>
            </a:extLst>
          </p:cNvPr>
          <p:cNvSpPr>
            <a:spLocks xmlns:a="http://schemas.openxmlformats.org/drawingml/2006/main" noGrp="1"/>
          </p:cNvSpPr>
          <p:nvPr/>
        </p:nvSpPr>
        <p:spPr>
          <a:xfrm xmlns:a="http://schemas.openxmlformats.org/drawingml/2006/main">
            <a:off x="1045464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8" name="Standardized person 794: without endpoint">
            <a:extLst xmlns:a="http://schemas.openxmlformats.org/drawingml/2006/main">
              <a:ext uri="{FF2B5EF4-FFF2-40B4-BE49-F238E27FC236}">
                <a16:creationId xmlns:a16="http://schemas.microsoft.com/office/drawing/2014/main" id="{9DE3C886-7364-419D-B471-25BD819D0B77}"/>
              </a:ext>
            </a:extLst>
          </p:cNvPr>
          <p:cNvSpPr>
            <a:spLocks xmlns:a="http://schemas.openxmlformats.org/drawingml/2006/main" noGrp="1"/>
          </p:cNvSpPr>
          <p:nvPr/>
        </p:nvSpPr>
        <p:spPr>
          <a:xfrm xmlns:a="http://schemas.openxmlformats.org/drawingml/2006/main">
            <a:off x="1058608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799" name="Standardized person 795: without endpoint">
            <a:extLst xmlns:a="http://schemas.openxmlformats.org/drawingml/2006/main">
              <a:ext uri="{FF2B5EF4-FFF2-40B4-BE49-F238E27FC236}">
                <a16:creationId xmlns:a16="http://schemas.microsoft.com/office/drawing/2014/main" id="{F5AA528F-16D7-4BED-AB92-958EC1233358}"/>
              </a:ext>
            </a:extLst>
          </p:cNvPr>
          <p:cNvSpPr>
            <a:spLocks xmlns:a="http://schemas.openxmlformats.org/drawingml/2006/main" noGrp="1"/>
          </p:cNvSpPr>
          <p:nvPr/>
        </p:nvSpPr>
        <p:spPr>
          <a:xfrm xmlns:a="http://schemas.openxmlformats.org/drawingml/2006/main">
            <a:off x="1071753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0" name="Standardized person 796: without endpoint">
            <a:extLst xmlns:a="http://schemas.openxmlformats.org/drawingml/2006/main">
              <a:ext uri="{FF2B5EF4-FFF2-40B4-BE49-F238E27FC236}">
                <a16:creationId xmlns:a16="http://schemas.microsoft.com/office/drawing/2014/main" id="{1B78CC5E-5282-4F3D-9F3E-C28EBFF3A46C}"/>
              </a:ext>
            </a:extLst>
          </p:cNvPr>
          <p:cNvSpPr>
            <a:spLocks xmlns:a="http://schemas.openxmlformats.org/drawingml/2006/main" noGrp="1"/>
          </p:cNvSpPr>
          <p:nvPr/>
        </p:nvSpPr>
        <p:spPr>
          <a:xfrm xmlns:a="http://schemas.openxmlformats.org/drawingml/2006/main">
            <a:off x="1084897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1" name="Standardized person 797: without endpoint">
            <a:extLst xmlns:a="http://schemas.openxmlformats.org/drawingml/2006/main">
              <a:ext uri="{FF2B5EF4-FFF2-40B4-BE49-F238E27FC236}">
                <a16:creationId xmlns:a16="http://schemas.microsoft.com/office/drawing/2014/main" id="{6FF49DB3-1718-4DE2-997B-7EA0FD0EB4C7}"/>
              </a:ext>
            </a:extLst>
          </p:cNvPr>
          <p:cNvSpPr>
            <a:spLocks xmlns:a="http://schemas.openxmlformats.org/drawingml/2006/main" noGrp="1"/>
          </p:cNvSpPr>
          <p:nvPr/>
        </p:nvSpPr>
        <p:spPr>
          <a:xfrm xmlns:a="http://schemas.openxmlformats.org/drawingml/2006/main">
            <a:off x="1098042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2" name="Standardized person 798: without endpoint">
            <a:extLst xmlns:a="http://schemas.openxmlformats.org/drawingml/2006/main">
              <a:ext uri="{FF2B5EF4-FFF2-40B4-BE49-F238E27FC236}">
                <a16:creationId xmlns:a16="http://schemas.microsoft.com/office/drawing/2014/main" id="{C367B0A1-A4E2-4EBF-9CFB-923E2FC1BED2}"/>
              </a:ext>
            </a:extLst>
          </p:cNvPr>
          <p:cNvSpPr>
            <a:spLocks xmlns:a="http://schemas.openxmlformats.org/drawingml/2006/main" noGrp="1"/>
          </p:cNvSpPr>
          <p:nvPr/>
        </p:nvSpPr>
        <p:spPr>
          <a:xfrm xmlns:a="http://schemas.openxmlformats.org/drawingml/2006/main">
            <a:off x="1111186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3" name="Standardized person 799: without endpoint">
            <a:extLst xmlns:a="http://schemas.openxmlformats.org/drawingml/2006/main">
              <a:ext uri="{FF2B5EF4-FFF2-40B4-BE49-F238E27FC236}">
                <a16:creationId xmlns:a16="http://schemas.microsoft.com/office/drawing/2014/main" id="{3147A112-B1B2-418B-BD8C-563F2389C3A0}"/>
              </a:ext>
            </a:extLst>
          </p:cNvPr>
          <p:cNvSpPr>
            <a:spLocks xmlns:a="http://schemas.openxmlformats.org/drawingml/2006/main" noGrp="1"/>
          </p:cNvSpPr>
          <p:nvPr/>
        </p:nvSpPr>
        <p:spPr>
          <a:xfrm xmlns:a="http://schemas.openxmlformats.org/drawingml/2006/main">
            <a:off x="11243310"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4" name="Standardized person 800: without endpoint">
            <a:extLst xmlns:a="http://schemas.openxmlformats.org/drawingml/2006/main">
              <a:ext uri="{FF2B5EF4-FFF2-40B4-BE49-F238E27FC236}">
                <a16:creationId xmlns:a16="http://schemas.microsoft.com/office/drawing/2014/main" id="{291C6146-CEFC-4261-B981-78DFD8DFEDE7}"/>
              </a:ext>
            </a:extLst>
          </p:cNvPr>
          <p:cNvSpPr>
            <a:spLocks xmlns:a="http://schemas.openxmlformats.org/drawingml/2006/main" noGrp="1"/>
          </p:cNvSpPr>
          <p:nvPr/>
        </p:nvSpPr>
        <p:spPr>
          <a:xfrm xmlns:a="http://schemas.openxmlformats.org/drawingml/2006/main">
            <a:off x="11374755" y="461695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5" name="Standardized person 801: without endpoint">
            <a:extLst xmlns:a="http://schemas.openxmlformats.org/drawingml/2006/main">
              <a:ext uri="{FF2B5EF4-FFF2-40B4-BE49-F238E27FC236}">
                <a16:creationId xmlns:a16="http://schemas.microsoft.com/office/drawing/2014/main" id="{99C83335-C918-4AE7-AF1B-91A3EF9E9EA0}"/>
              </a:ext>
            </a:extLst>
          </p:cNvPr>
          <p:cNvSpPr>
            <a:spLocks xmlns:a="http://schemas.openxmlformats.org/drawingml/2006/main" noGrp="1"/>
          </p:cNvSpPr>
          <p:nvPr/>
        </p:nvSpPr>
        <p:spPr>
          <a:xfrm xmlns:a="http://schemas.openxmlformats.org/drawingml/2006/main">
            <a:off x="624840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6" name="Standardized person 802: without endpoint">
            <a:extLst xmlns:a="http://schemas.openxmlformats.org/drawingml/2006/main">
              <a:ext uri="{FF2B5EF4-FFF2-40B4-BE49-F238E27FC236}">
                <a16:creationId xmlns:a16="http://schemas.microsoft.com/office/drawing/2014/main" id="{7A4CD45F-DE54-4896-BB23-6916E25CD9E5}"/>
              </a:ext>
            </a:extLst>
          </p:cNvPr>
          <p:cNvSpPr>
            <a:spLocks xmlns:a="http://schemas.openxmlformats.org/drawingml/2006/main" noGrp="1"/>
          </p:cNvSpPr>
          <p:nvPr/>
        </p:nvSpPr>
        <p:spPr>
          <a:xfrm xmlns:a="http://schemas.openxmlformats.org/drawingml/2006/main">
            <a:off x="637984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7" name="Standardized person 803: without endpoint">
            <a:extLst xmlns:a="http://schemas.openxmlformats.org/drawingml/2006/main">
              <a:ext uri="{FF2B5EF4-FFF2-40B4-BE49-F238E27FC236}">
                <a16:creationId xmlns:a16="http://schemas.microsoft.com/office/drawing/2014/main" id="{4DEA8C3E-4534-44B8-806C-738D0F17E6AE}"/>
              </a:ext>
            </a:extLst>
          </p:cNvPr>
          <p:cNvSpPr>
            <a:spLocks xmlns:a="http://schemas.openxmlformats.org/drawingml/2006/main" noGrp="1"/>
          </p:cNvSpPr>
          <p:nvPr/>
        </p:nvSpPr>
        <p:spPr>
          <a:xfrm xmlns:a="http://schemas.openxmlformats.org/drawingml/2006/main">
            <a:off x="651129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8" name="Standardized person 804: without endpoint">
            <a:extLst xmlns:a="http://schemas.openxmlformats.org/drawingml/2006/main">
              <a:ext uri="{FF2B5EF4-FFF2-40B4-BE49-F238E27FC236}">
                <a16:creationId xmlns:a16="http://schemas.microsoft.com/office/drawing/2014/main" id="{898ED2DD-A9E5-49EC-8D9D-E5FBB8ADA161}"/>
              </a:ext>
            </a:extLst>
          </p:cNvPr>
          <p:cNvSpPr>
            <a:spLocks xmlns:a="http://schemas.openxmlformats.org/drawingml/2006/main" noGrp="1"/>
          </p:cNvSpPr>
          <p:nvPr/>
        </p:nvSpPr>
        <p:spPr>
          <a:xfrm xmlns:a="http://schemas.openxmlformats.org/drawingml/2006/main">
            <a:off x="664273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09" name="Standardized person 805: without endpoint">
            <a:extLst xmlns:a="http://schemas.openxmlformats.org/drawingml/2006/main">
              <a:ext uri="{FF2B5EF4-FFF2-40B4-BE49-F238E27FC236}">
                <a16:creationId xmlns:a16="http://schemas.microsoft.com/office/drawing/2014/main" id="{A724AA20-7638-4956-A4AF-8EBB3261A828}"/>
              </a:ext>
            </a:extLst>
          </p:cNvPr>
          <p:cNvSpPr>
            <a:spLocks xmlns:a="http://schemas.openxmlformats.org/drawingml/2006/main" noGrp="1"/>
          </p:cNvSpPr>
          <p:nvPr/>
        </p:nvSpPr>
        <p:spPr>
          <a:xfrm xmlns:a="http://schemas.openxmlformats.org/drawingml/2006/main">
            <a:off x="677418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0" name="Standardized person 806: without endpoint">
            <a:extLst xmlns:a="http://schemas.openxmlformats.org/drawingml/2006/main">
              <a:ext uri="{FF2B5EF4-FFF2-40B4-BE49-F238E27FC236}">
                <a16:creationId xmlns:a16="http://schemas.microsoft.com/office/drawing/2014/main" id="{11BA6520-92E1-4F0F-9B73-5500B811E4DC}"/>
              </a:ext>
            </a:extLst>
          </p:cNvPr>
          <p:cNvSpPr>
            <a:spLocks xmlns:a="http://schemas.openxmlformats.org/drawingml/2006/main" noGrp="1"/>
          </p:cNvSpPr>
          <p:nvPr/>
        </p:nvSpPr>
        <p:spPr>
          <a:xfrm xmlns:a="http://schemas.openxmlformats.org/drawingml/2006/main">
            <a:off x="690562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1" name="Standardized person 807: without endpoint">
            <a:extLst xmlns:a="http://schemas.openxmlformats.org/drawingml/2006/main">
              <a:ext uri="{FF2B5EF4-FFF2-40B4-BE49-F238E27FC236}">
                <a16:creationId xmlns:a16="http://schemas.microsoft.com/office/drawing/2014/main" id="{9A19F6F1-7410-4CD1-867F-1F554DC8801E}"/>
              </a:ext>
            </a:extLst>
          </p:cNvPr>
          <p:cNvSpPr>
            <a:spLocks xmlns:a="http://schemas.openxmlformats.org/drawingml/2006/main" noGrp="1"/>
          </p:cNvSpPr>
          <p:nvPr/>
        </p:nvSpPr>
        <p:spPr>
          <a:xfrm xmlns:a="http://schemas.openxmlformats.org/drawingml/2006/main">
            <a:off x="703707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2" name="Standardized person 808: without endpoint">
            <a:extLst xmlns:a="http://schemas.openxmlformats.org/drawingml/2006/main">
              <a:ext uri="{FF2B5EF4-FFF2-40B4-BE49-F238E27FC236}">
                <a16:creationId xmlns:a16="http://schemas.microsoft.com/office/drawing/2014/main" id="{04011A3C-C182-4001-8FE0-2C7DE72AA270}"/>
              </a:ext>
            </a:extLst>
          </p:cNvPr>
          <p:cNvSpPr>
            <a:spLocks xmlns:a="http://schemas.openxmlformats.org/drawingml/2006/main" noGrp="1"/>
          </p:cNvSpPr>
          <p:nvPr/>
        </p:nvSpPr>
        <p:spPr>
          <a:xfrm xmlns:a="http://schemas.openxmlformats.org/drawingml/2006/main">
            <a:off x="716851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3" name="Standardized person 809: without endpoint">
            <a:extLst xmlns:a="http://schemas.openxmlformats.org/drawingml/2006/main">
              <a:ext uri="{FF2B5EF4-FFF2-40B4-BE49-F238E27FC236}">
                <a16:creationId xmlns:a16="http://schemas.microsoft.com/office/drawing/2014/main" id="{158799EA-A8CE-4687-94C8-41099E3EE36A}"/>
              </a:ext>
            </a:extLst>
          </p:cNvPr>
          <p:cNvSpPr>
            <a:spLocks xmlns:a="http://schemas.openxmlformats.org/drawingml/2006/main" noGrp="1"/>
          </p:cNvSpPr>
          <p:nvPr/>
        </p:nvSpPr>
        <p:spPr>
          <a:xfrm xmlns:a="http://schemas.openxmlformats.org/drawingml/2006/main">
            <a:off x="729996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4" name="Standardized person 810: without endpoint">
            <a:extLst xmlns:a="http://schemas.openxmlformats.org/drawingml/2006/main">
              <a:ext uri="{FF2B5EF4-FFF2-40B4-BE49-F238E27FC236}">
                <a16:creationId xmlns:a16="http://schemas.microsoft.com/office/drawing/2014/main" id="{05C003C7-7A12-48A2-AB5B-C0D9C956DF1E}"/>
              </a:ext>
            </a:extLst>
          </p:cNvPr>
          <p:cNvSpPr>
            <a:spLocks xmlns:a="http://schemas.openxmlformats.org/drawingml/2006/main" noGrp="1"/>
          </p:cNvSpPr>
          <p:nvPr/>
        </p:nvSpPr>
        <p:spPr>
          <a:xfrm xmlns:a="http://schemas.openxmlformats.org/drawingml/2006/main">
            <a:off x="743140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5" name="Standardized person 811: without endpoint">
            <a:extLst xmlns:a="http://schemas.openxmlformats.org/drawingml/2006/main">
              <a:ext uri="{FF2B5EF4-FFF2-40B4-BE49-F238E27FC236}">
                <a16:creationId xmlns:a16="http://schemas.microsoft.com/office/drawing/2014/main" id="{A78C04BE-8F59-4E87-AB1C-F332949E9B5A}"/>
              </a:ext>
            </a:extLst>
          </p:cNvPr>
          <p:cNvSpPr>
            <a:spLocks xmlns:a="http://schemas.openxmlformats.org/drawingml/2006/main" noGrp="1"/>
          </p:cNvSpPr>
          <p:nvPr/>
        </p:nvSpPr>
        <p:spPr>
          <a:xfrm xmlns:a="http://schemas.openxmlformats.org/drawingml/2006/main">
            <a:off x="756285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6" name="Standardized person 812: without endpoint">
            <a:extLst xmlns:a="http://schemas.openxmlformats.org/drawingml/2006/main">
              <a:ext uri="{FF2B5EF4-FFF2-40B4-BE49-F238E27FC236}">
                <a16:creationId xmlns:a16="http://schemas.microsoft.com/office/drawing/2014/main" id="{48CB477A-9B1B-49FC-82F4-A4F05B15A512}"/>
              </a:ext>
            </a:extLst>
          </p:cNvPr>
          <p:cNvSpPr>
            <a:spLocks xmlns:a="http://schemas.openxmlformats.org/drawingml/2006/main" noGrp="1"/>
          </p:cNvSpPr>
          <p:nvPr/>
        </p:nvSpPr>
        <p:spPr>
          <a:xfrm xmlns:a="http://schemas.openxmlformats.org/drawingml/2006/main">
            <a:off x="769429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7" name="Standardized person 813: without endpoint">
            <a:extLst xmlns:a="http://schemas.openxmlformats.org/drawingml/2006/main">
              <a:ext uri="{FF2B5EF4-FFF2-40B4-BE49-F238E27FC236}">
                <a16:creationId xmlns:a16="http://schemas.microsoft.com/office/drawing/2014/main" id="{588D82F1-9C71-47E8-8114-7F76E8331DBA}"/>
              </a:ext>
            </a:extLst>
          </p:cNvPr>
          <p:cNvSpPr>
            <a:spLocks xmlns:a="http://schemas.openxmlformats.org/drawingml/2006/main" noGrp="1"/>
          </p:cNvSpPr>
          <p:nvPr/>
        </p:nvSpPr>
        <p:spPr>
          <a:xfrm xmlns:a="http://schemas.openxmlformats.org/drawingml/2006/main">
            <a:off x="782574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8" name="Standardized person 814: without endpoint">
            <a:extLst xmlns:a="http://schemas.openxmlformats.org/drawingml/2006/main">
              <a:ext uri="{FF2B5EF4-FFF2-40B4-BE49-F238E27FC236}">
                <a16:creationId xmlns:a16="http://schemas.microsoft.com/office/drawing/2014/main" id="{582F2B75-8BD8-4549-BDA7-DF18C78C3F54}"/>
              </a:ext>
            </a:extLst>
          </p:cNvPr>
          <p:cNvSpPr>
            <a:spLocks xmlns:a="http://schemas.openxmlformats.org/drawingml/2006/main" noGrp="1"/>
          </p:cNvSpPr>
          <p:nvPr/>
        </p:nvSpPr>
        <p:spPr>
          <a:xfrm xmlns:a="http://schemas.openxmlformats.org/drawingml/2006/main">
            <a:off x="795718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19" name="Standardized person 815: without endpoint">
            <a:extLst xmlns:a="http://schemas.openxmlformats.org/drawingml/2006/main">
              <a:ext uri="{FF2B5EF4-FFF2-40B4-BE49-F238E27FC236}">
                <a16:creationId xmlns:a16="http://schemas.microsoft.com/office/drawing/2014/main" id="{1C195371-C898-4883-9261-2A075B44783A}"/>
              </a:ext>
            </a:extLst>
          </p:cNvPr>
          <p:cNvSpPr>
            <a:spLocks xmlns:a="http://schemas.openxmlformats.org/drawingml/2006/main" noGrp="1"/>
          </p:cNvSpPr>
          <p:nvPr/>
        </p:nvSpPr>
        <p:spPr>
          <a:xfrm xmlns:a="http://schemas.openxmlformats.org/drawingml/2006/main">
            <a:off x="808863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0" name="Standardized person 816: without endpoint">
            <a:extLst xmlns:a="http://schemas.openxmlformats.org/drawingml/2006/main">
              <a:ext uri="{FF2B5EF4-FFF2-40B4-BE49-F238E27FC236}">
                <a16:creationId xmlns:a16="http://schemas.microsoft.com/office/drawing/2014/main" id="{ED3DE056-3CD7-4A61-8BF6-F550FC040D40}"/>
              </a:ext>
            </a:extLst>
          </p:cNvPr>
          <p:cNvSpPr>
            <a:spLocks xmlns:a="http://schemas.openxmlformats.org/drawingml/2006/main" noGrp="1"/>
          </p:cNvSpPr>
          <p:nvPr/>
        </p:nvSpPr>
        <p:spPr>
          <a:xfrm xmlns:a="http://schemas.openxmlformats.org/drawingml/2006/main">
            <a:off x="822007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1" name="Standardized person 817: without endpoint">
            <a:extLst xmlns:a="http://schemas.openxmlformats.org/drawingml/2006/main">
              <a:ext uri="{FF2B5EF4-FFF2-40B4-BE49-F238E27FC236}">
                <a16:creationId xmlns:a16="http://schemas.microsoft.com/office/drawing/2014/main" id="{82077899-2A23-4F58-8D8A-188A8CA3405B}"/>
              </a:ext>
            </a:extLst>
          </p:cNvPr>
          <p:cNvSpPr>
            <a:spLocks xmlns:a="http://schemas.openxmlformats.org/drawingml/2006/main" noGrp="1"/>
          </p:cNvSpPr>
          <p:nvPr/>
        </p:nvSpPr>
        <p:spPr>
          <a:xfrm xmlns:a="http://schemas.openxmlformats.org/drawingml/2006/main">
            <a:off x="835152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2" name="Standardized person 818: without endpoint">
            <a:extLst xmlns:a="http://schemas.openxmlformats.org/drawingml/2006/main">
              <a:ext uri="{FF2B5EF4-FFF2-40B4-BE49-F238E27FC236}">
                <a16:creationId xmlns:a16="http://schemas.microsoft.com/office/drawing/2014/main" id="{61C2522B-6971-4CCB-A1E2-BDE6CBE69AC2}"/>
              </a:ext>
            </a:extLst>
          </p:cNvPr>
          <p:cNvSpPr>
            <a:spLocks xmlns:a="http://schemas.openxmlformats.org/drawingml/2006/main" noGrp="1"/>
          </p:cNvSpPr>
          <p:nvPr/>
        </p:nvSpPr>
        <p:spPr>
          <a:xfrm xmlns:a="http://schemas.openxmlformats.org/drawingml/2006/main">
            <a:off x="848296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3" name="Standardized person 819: without endpoint">
            <a:extLst xmlns:a="http://schemas.openxmlformats.org/drawingml/2006/main">
              <a:ext uri="{FF2B5EF4-FFF2-40B4-BE49-F238E27FC236}">
                <a16:creationId xmlns:a16="http://schemas.microsoft.com/office/drawing/2014/main" id="{883BDE1D-D79C-4A59-969B-529C62297704}"/>
              </a:ext>
            </a:extLst>
          </p:cNvPr>
          <p:cNvSpPr>
            <a:spLocks xmlns:a="http://schemas.openxmlformats.org/drawingml/2006/main" noGrp="1"/>
          </p:cNvSpPr>
          <p:nvPr/>
        </p:nvSpPr>
        <p:spPr>
          <a:xfrm xmlns:a="http://schemas.openxmlformats.org/drawingml/2006/main">
            <a:off x="861441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4" name="Standardized person 820: without endpoint">
            <a:extLst xmlns:a="http://schemas.openxmlformats.org/drawingml/2006/main">
              <a:ext uri="{FF2B5EF4-FFF2-40B4-BE49-F238E27FC236}">
                <a16:creationId xmlns:a16="http://schemas.microsoft.com/office/drawing/2014/main" id="{C171DB18-953D-46BD-881C-807A0AFC5B6E}"/>
              </a:ext>
            </a:extLst>
          </p:cNvPr>
          <p:cNvSpPr>
            <a:spLocks xmlns:a="http://schemas.openxmlformats.org/drawingml/2006/main" noGrp="1"/>
          </p:cNvSpPr>
          <p:nvPr/>
        </p:nvSpPr>
        <p:spPr>
          <a:xfrm xmlns:a="http://schemas.openxmlformats.org/drawingml/2006/main">
            <a:off x="874585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5" name="Standardized person 821: without endpoint">
            <a:extLst xmlns:a="http://schemas.openxmlformats.org/drawingml/2006/main">
              <a:ext uri="{FF2B5EF4-FFF2-40B4-BE49-F238E27FC236}">
                <a16:creationId xmlns:a16="http://schemas.microsoft.com/office/drawing/2014/main" id="{886BC91E-B851-4303-909A-51CDB01FC276}"/>
              </a:ext>
            </a:extLst>
          </p:cNvPr>
          <p:cNvSpPr>
            <a:spLocks xmlns:a="http://schemas.openxmlformats.org/drawingml/2006/main" noGrp="1"/>
          </p:cNvSpPr>
          <p:nvPr/>
        </p:nvSpPr>
        <p:spPr>
          <a:xfrm xmlns:a="http://schemas.openxmlformats.org/drawingml/2006/main">
            <a:off x="887730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6" name="Standardized person 822: without endpoint">
            <a:extLst xmlns:a="http://schemas.openxmlformats.org/drawingml/2006/main">
              <a:ext uri="{FF2B5EF4-FFF2-40B4-BE49-F238E27FC236}">
                <a16:creationId xmlns:a16="http://schemas.microsoft.com/office/drawing/2014/main" id="{790CD5A0-DF40-4065-81C2-0FBABE9566DE}"/>
              </a:ext>
            </a:extLst>
          </p:cNvPr>
          <p:cNvSpPr>
            <a:spLocks xmlns:a="http://schemas.openxmlformats.org/drawingml/2006/main" noGrp="1"/>
          </p:cNvSpPr>
          <p:nvPr/>
        </p:nvSpPr>
        <p:spPr>
          <a:xfrm xmlns:a="http://schemas.openxmlformats.org/drawingml/2006/main">
            <a:off x="900874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7" name="Standardized person 823: without endpoint">
            <a:extLst xmlns:a="http://schemas.openxmlformats.org/drawingml/2006/main">
              <a:ext uri="{FF2B5EF4-FFF2-40B4-BE49-F238E27FC236}">
                <a16:creationId xmlns:a16="http://schemas.microsoft.com/office/drawing/2014/main" id="{4F2EF7FE-4663-414C-B0C9-D17EB03EFD20}"/>
              </a:ext>
            </a:extLst>
          </p:cNvPr>
          <p:cNvSpPr>
            <a:spLocks xmlns:a="http://schemas.openxmlformats.org/drawingml/2006/main" noGrp="1"/>
          </p:cNvSpPr>
          <p:nvPr/>
        </p:nvSpPr>
        <p:spPr>
          <a:xfrm xmlns:a="http://schemas.openxmlformats.org/drawingml/2006/main">
            <a:off x="914019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8" name="Standardized person 824: without endpoint">
            <a:extLst xmlns:a="http://schemas.openxmlformats.org/drawingml/2006/main">
              <a:ext uri="{FF2B5EF4-FFF2-40B4-BE49-F238E27FC236}">
                <a16:creationId xmlns:a16="http://schemas.microsoft.com/office/drawing/2014/main" id="{F295D05A-F07A-4839-8242-5BEA90A5B881}"/>
              </a:ext>
            </a:extLst>
          </p:cNvPr>
          <p:cNvSpPr>
            <a:spLocks xmlns:a="http://schemas.openxmlformats.org/drawingml/2006/main" noGrp="1"/>
          </p:cNvSpPr>
          <p:nvPr/>
        </p:nvSpPr>
        <p:spPr>
          <a:xfrm xmlns:a="http://schemas.openxmlformats.org/drawingml/2006/main">
            <a:off x="927163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29" name="Standardized person 825: without endpoint">
            <a:extLst xmlns:a="http://schemas.openxmlformats.org/drawingml/2006/main">
              <a:ext uri="{FF2B5EF4-FFF2-40B4-BE49-F238E27FC236}">
                <a16:creationId xmlns:a16="http://schemas.microsoft.com/office/drawing/2014/main" id="{28CCF804-DDA0-4597-8EAE-8BEBDE7A0FAB}"/>
              </a:ext>
            </a:extLst>
          </p:cNvPr>
          <p:cNvSpPr>
            <a:spLocks xmlns:a="http://schemas.openxmlformats.org/drawingml/2006/main" noGrp="1"/>
          </p:cNvSpPr>
          <p:nvPr/>
        </p:nvSpPr>
        <p:spPr>
          <a:xfrm xmlns:a="http://schemas.openxmlformats.org/drawingml/2006/main">
            <a:off x="940308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0" name="Standardized person 826: without endpoint">
            <a:extLst xmlns:a="http://schemas.openxmlformats.org/drawingml/2006/main">
              <a:ext uri="{FF2B5EF4-FFF2-40B4-BE49-F238E27FC236}">
                <a16:creationId xmlns:a16="http://schemas.microsoft.com/office/drawing/2014/main" id="{9365D61D-654A-47A0-9589-339537C235BB}"/>
              </a:ext>
            </a:extLst>
          </p:cNvPr>
          <p:cNvSpPr>
            <a:spLocks xmlns:a="http://schemas.openxmlformats.org/drawingml/2006/main" noGrp="1"/>
          </p:cNvSpPr>
          <p:nvPr/>
        </p:nvSpPr>
        <p:spPr>
          <a:xfrm xmlns:a="http://schemas.openxmlformats.org/drawingml/2006/main">
            <a:off x="953452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1" name="Standardized person 827: without endpoint">
            <a:extLst xmlns:a="http://schemas.openxmlformats.org/drawingml/2006/main">
              <a:ext uri="{FF2B5EF4-FFF2-40B4-BE49-F238E27FC236}">
                <a16:creationId xmlns:a16="http://schemas.microsoft.com/office/drawing/2014/main" id="{FB20B333-D4B0-4C2F-9A9C-951B29486B10}"/>
              </a:ext>
            </a:extLst>
          </p:cNvPr>
          <p:cNvSpPr>
            <a:spLocks xmlns:a="http://schemas.openxmlformats.org/drawingml/2006/main" noGrp="1"/>
          </p:cNvSpPr>
          <p:nvPr/>
        </p:nvSpPr>
        <p:spPr>
          <a:xfrm xmlns:a="http://schemas.openxmlformats.org/drawingml/2006/main">
            <a:off x="966597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2" name="Standardized person 828: without endpoint">
            <a:extLst xmlns:a="http://schemas.openxmlformats.org/drawingml/2006/main">
              <a:ext uri="{FF2B5EF4-FFF2-40B4-BE49-F238E27FC236}">
                <a16:creationId xmlns:a16="http://schemas.microsoft.com/office/drawing/2014/main" id="{086AA61A-A015-484A-88F1-3E595E3D2865}"/>
              </a:ext>
            </a:extLst>
          </p:cNvPr>
          <p:cNvSpPr>
            <a:spLocks xmlns:a="http://schemas.openxmlformats.org/drawingml/2006/main" noGrp="1"/>
          </p:cNvSpPr>
          <p:nvPr/>
        </p:nvSpPr>
        <p:spPr>
          <a:xfrm xmlns:a="http://schemas.openxmlformats.org/drawingml/2006/main">
            <a:off x="979741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3" name="Standardized person 829: without endpoint">
            <a:extLst xmlns:a="http://schemas.openxmlformats.org/drawingml/2006/main">
              <a:ext uri="{FF2B5EF4-FFF2-40B4-BE49-F238E27FC236}">
                <a16:creationId xmlns:a16="http://schemas.microsoft.com/office/drawing/2014/main" id="{3D54D017-4DE1-40A8-8B81-336EDA411863}"/>
              </a:ext>
            </a:extLst>
          </p:cNvPr>
          <p:cNvSpPr>
            <a:spLocks xmlns:a="http://schemas.openxmlformats.org/drawingml/2006/main" noGrp="1"/>
          </p:cNvSpPr>
          <p:nvPr/>
        </p:nvSpPr>
        <p:spPr>
          <a:xfrm xmlns:a="http://schemas.openxmlformats.org/drawingml/2006/main">
            <a:off x="992886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4" name="Standardized person 830: without endpoint">
            <a:extLst xmlns:a="http://schemas.openxmlformats.org/drawingml/2006/main">
              <a:ext uri="{FF2B5EF4-FFF2-40B4-BE49-F238E27FC236}">
                <a16:creationId xmlns:a16="http://schemas.microsoft.com/office/drawing/2014/main" id="{1429F130-C1A3-4985-8D52-C4D2D0E382FF}"/>
              </a:ext>
            </a:extLst>
          </p:cNvPr>
          <p:cNvSpPr>
            <a:spLocks xmlns:a="http://schemas.openxmlformats.org/drawingml/2006/main" noGrp="1"/>
          </p:cNvSpPr>
          <p:nvPr/>
        </p:nvSpPr>
        <p:spPr>
          <a:xfrm xmlns:a="http://schemas.openxmlformats.org/drawingml/2006/main">
            <a:off x="1006030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5" name="Standardized person 831: without endpoint">
            <a:extLst xmlns:a="http://schemas.openxmlformats.org/drawingml/2006/main">
              <a:ext uri="{FF2B5EF4-FFF2-40B4-BE49-F238E27FC236}">
                <a16:creationId xmlns:a16="http://schemas.microsoft.com/office/drawing/2014/main" id="{B7EAAF3C-843C-4E9D-9246-86FA8765A641}"/>
              </a:ext>
            </a:extLst>
          </p:cNvPr>
          <p:cNvSpPr>
            <a:spLocks xmlns:a="http://schemas.openxmlformats.org/drawingml/2006/main" noGrp="1"/>
          </p:cNvSpPr>
          <p:nvPr/>
        </p:nvSpPr>
        <p:spPr>
          <a:xfrm xmlns:a="http://schemas.openxmlformats.org/drawingml/2006/main">
            <a:off x="1019175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6" name="Standardized person 832: without endpoint">
            <a:extLst xmlns:a="http://schemas.openxmlformats.org/drawingml/2006/main">
              <a:ext uri="{FF2B5EF4-FFF2-40B4-BE49-F238E27FC236}">
                <a16:creationId xmlns:a16="http://schemas.microsoft.com/office/drawing/2014/main" id="{6BBE399A-8474-4C1F-9AC9-1DA944000A20}"/>
              </a:ext>
            </a:extLst>
          </p:cNvPr>
          <p:cNvSpPr>
            <a:spLocks xmlns:a="http://schemas.openxmlformats.org/drawingml/2006/main" noGrp="1"/>
          </p:cNvSpPr>
          <p:nvPr/>
        </p:nvSpPr>
        <p:spPr>
          <a:xfrm xmlns:a="http://schemas.openxmlformats.org/drawingml/2006/main">
            <a:off x="1032319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7" name="Standardized person 833: without endpoint">
            <a:extLst xmlns:a="http://schemas.openxmlformats.org/drawingml/2006/main">
              <a:ext uri="{FF2B5EF4-FFF2-40B4-BE49-F238E27FC236}">
                <a16:creationId xmlns:a16="http://schemas.microsoft.com/office/drawing/2014/main" id="{84F0D104-E469-406A-9B71-62E26921AA64}"/>
              </a:ext>
            </a:extLst>
          </p:cNvPr>
          <p:cNvSpPr>
            <a:spLocks xmlns:a="http://schemas.openxmlformats.org/drawingml/2006/main" noGrp="1"/>
          </p:cNvSpPr>
          <p:nvPr/>
        </p:nvSpPr>
        <p:spPr>
          <a:xfrm xmlns:a="http://schemas.openxmlformats.org/drawingml/2006/main">
            <a:off x="1045464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8" name="Standardized person 834: without endpoint">
            <a:extLst xmlns:a="http://schemas.openxmlformats.org/drawingml/2006/main">
              <a:ext uri="{FF2B5EF4-FFF2-40B4-BE49-F238E27FC236}">
                <a16:creationId xmlns:a16="http://schemas.microsoft.com/office/drawing/2014/main" id="{6E4FD3DB-B710-46DD-BC6E-18399B6C103F}"/>
              </a:ext>
            </a:extLst>
          </p:cNvPr>
          <p:cNvSpPr>
            <a:spLocks xmlns:a="http://schemas.openxmlformats.org/drawingml/2006/main" noGrp="1"/>
          </p:cNvSpPr>
          <p:nvPr/>
        </p:nvSpPr>
        <p:spPr>
          <a:xfrm xmlns:a="http://schemas.openxmlformats.org/drawingml/2006/main">
            <a:off x="1058608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39" name="Standardized person 835: without endpoint">
            <a:extLst xmlns:a="http://schemas.openxmlformats.org/drawingml/2006/main">
              <a:ext uri="{FF2B5EF4-FFF2-40B4-BE49-F238E27FC236}">
                <a16:creationId xmlns:a16="http://schemas.microsoft.com/office/drawing/2014/main" id="{6A8F70AC-6B7B-48CB-8468-40DB4ADF5D84}"/>
              </a:ext>
            </a:extLst>
          </p:cNvPr>
          <p:cNvSpPr>
            <a:spLocks xmlns:a="http://schemas.openxmlformats.org/drawingml/2006/main" noGrp="1"/>
          </p:cNvSpPr>
          <p:nvPr/>
        </p:nvSpPr>
        <p:spPr>
          <a:xfrm xmlns:a="http://schemas.openxmlformats.org/drawingml/2006/main">
            <a:off x="1071753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0" name="Standardized person 836: without endpoint">
            <a:extLst xmlns:a="http://schemas.openxmlformats.org/drawingml/2006/main">
              <a:ext uri="{FF2B5EF4-FFF2-40B4-BE49-F238E27FC236}">
                <a16:creationId xmlns:a16="http://schemas.microsoft.com/office/drawing/2014/main" id="{42B22072-6B5E-40EE-960F-568016071066}"/>
              </a:ext>
            </a:extLst>
          </p:cNvPr>
          <p:cNvSpPr>
            <a:spLocks xmlns:a="http://schemas.openxmlformats.org/drawingml/2006/main" noGrp="1"/>
          </p:cNvSpPr>
          <p:nvPr/>
        </p:nvSpPr>
        <p:spPr>
          <a:xfrm xmlns:a="http://schemas.openxmlformats.org/drawingml/2006/main">
            <a:off x="1084897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1" name="Standardized person 837: without endpoint">
            <a:extLst xmlns:a="http://schemas.openxmlformats.org/drawingml/2006/main">
              <a:ext uri="{FF2B5EF4-FFF2-40B4-BE49-F238E27FC236}">
                <a16:creationId xmlns:a16="http://schemas.microsoft.com/office/drawing/2014/main" id="{AEF5D3EB-B436-4685-915C-5AE689973BBE}"/>
              </a:ext>
            </a:extLst>
          </p:cNvPr>
          <p:cNvSpPr>
            <a:spLocks xmlns:a="http://schemas.openxmlformats.org/drawingml/2006/main" noGrp="1"/>
          </p:cNvSpPr>
          <p:nvPr/>
        </p:nvSpPr>
        <p:spPr>
          <a:xfrm xmlns:a="http://schemas.openxmlformats.org/drawingml/2006/main">
            <a:off x="1098042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2" name="Standardized person 838: without endpoint">
            <a:extLst xmlns:a="http://schemas.openxmlformats.org/drawingml/2006/main">
              <a:ext uri="{FF2B5EF4-FFF2-40B4-BE49-F238E27FC236}">
                <a16:creationId xmlns:a16="http://schemas.microsoft.com/office/drawing/2014/main" id="{86282639-6D27-4217-BB98-BBDB22E93234}"/>
              </a:ext>
            </a:extLst>
          </p:cNvPr>
          <p:cNvSpPr>
            <a:spLocks xmlns:a="http://schemas.openxmlformats.org/drawingml/2006/main" noGrp="1"/>
          </p:cNvSpPr>
          <p:nvPr/>
        </p:nvSpPr>
        <p:spPr>
          <a:xfrm xmlns:a="http://schemas.openxmlformats.org/drawingml/2006/main">
            <a:off x="1111186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3" name="Standardized person 839: without endpoint">
            <a:extLst xmlns:a="http://schemas.openxmlformats.org/drawingml/2006/main">
              <a:ext uri="{FF2B5EF4-FFF2-40B4-BE49-F238E27FC236}">
                <a16:creationId xmlns:a16="http://schemas.microsoft.com/office/drawing/2014/main" id="{A8041E25-2321-4DEC-8AC7-96213F57A615}"/>
              </a:ext>
            </a:extLst>
          </p:cNvPr>
          <p:cNvSpPr>
            <a:spLocks xmlns:a="http://schemas.openxmlformats.org/drawingml/2006/main" noGrp="1"/>
          </p:cNvSpPr>
          <p:nvPr/>
        </p:nvSpPr>
        <p:spPr>
          <a:xfrm xmlns:a="http://schemas.openxmlformats.org/drawingml/2006/main">
            <a:off x="11243310"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4" name="Standardized person 840: without endpoint">
            <a:extLst xmlns:a="http://schemas.openxmlformats.org/drawingml/2006/main">
              <a:ext uri="{FF2B5EF4-FFF2-40B4-BE49-F238E27FC236}">
                <a16:creationId xmlns:a16="http://schemas.microsoft.com/office/drawing/2014/main" id="{83581E29-D7C9-4D01-B810-30E29189F38F}"/>
              </a:ext>
            </a:extLst>
          </p:cNvPr>
          <p:cNvSpPr>
            <a:spLocks xmlns:a="http://schemas.openxmlformats.org/drawingml/2006/main" noGrp="1"/>
          </p:cNvSpPr>
          <p:nvPr/>
        </p:nvSpPr>
        <p:spPr>
          <a:xfrm xmlns:a="http://schemas.openxmlformats.org/drawingml/2006/main">
            <a:off x="11374755" y="4720590"/>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5" name="Standardized person 841: without endpoint">
            <a:extLst xmlns:a="http://schemas.openxmlformats.org/drawingml/2006/main">
              <a:ext uri="{FF2B5EF4-FFF2-40B4-BE49-F238E27FC236}">
                <a16:creationId xmlns:a16="http://schemas.microsoft.com/office/drawing/2014/main" id="{93DC23F4-08B3-40A4-92F9-8F21B29DB225}"/>
              </a:ext>
            </a:extLst>
          </p:cNvPr>
          <p:cNvSpPr>
            <a:spLocks xmlns:a="http://schemas.openxmlformats.org/drawingml/2006/main" noGrp="1"/>
          </p:cNvSpPr>
          <p:nvPr/>
        </p:nvSpPr>
        <p:spPr>
          <a:xfrm xmlns:a="http://schemas.openxmlformats.org/drawingml/2006/main">
            <a:off x="624840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6" name="Standardized person 842: without endpoint">
            <a:extLst xmlns:a="http://schemas.openxmlformats.org/drawingml/2006/main">
              <a:ext uri="{FF2B5EF4-FFF2-40B4-BE49-F238E27FC236}">
                <a16:creationId xmlns:a16="http://schemas.microsoft.com/office/drawing/2014/main" id="{8FBC06BF-28C0-4601-8327-9D8D7A1DEDB6}"/>
              </a:ext>
            </a:extLst>
          </p:cNvPr>
          <p:cNvSpPr>
            <a:spLocks xmlns:a="http://schemas.openxmlformats.org/drawingml/2006/main" noGrp="1"/>
          </p:cNvSpPr>
          <p:nvPr/>
        </p:nvSpPr>
        <p:spPr>
          <a:xfrm xmlns:a="http://schemas.openxmlformats.org/drawingml/2006/main">
            <a:off x="637984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7" name="Standardized person 843: without endpoint">
            <a:extLst xmlns:a="http://schemas.openxmlformats.org/drawingml/2006/main">
              <a:ext uri="{FF2B5EF4-FFF2-40B4-BE49-F238E27FC236}">
                <a16:creationId xmlns:a16="http://schemas.microsoft.com/office/drawing/2014/main" id="{EC4137FC-2AEE-4421-A1A5-2A5209A5E145}"/>
              </a:ext>
            </a:extLst>
          </p:cNvPr>
          <p:cNvSpPr>
            <a:spLocks xmlns:a="http://schemas.openxmlformats.org/drawingml/2006/main" noGrp="1"/>
          </p:cNvSpPr>
          <p:nvPr/>
        </p:nvSpPr>
        <p:spPr>
          <a:xfrm xmlns:a="http://schemas.openxmlformats.org/drawingml/2006/main">
            <a:off x="651129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8" name="Standardized person 844: without endpoint">
            <a:extLst xmlns:a="http://schemas.openxmlformats.org/drawingml/2006/main">
              <a:ext uri="{FF2B5EF4-FFF2-40B4-BE49-F238E27FC236}">
                <a16:creationId xmlns:a16="http://schemas.microsoft.com/office/drawing/2014/main" id="{B04BD236-EA5E-4AF8-AF7A-BF3E08EA7817}"/>
              </a:ext>
            </a:extLst>
          </p:cNvPr>
          <p:cNvSpPr>
            <a:spLocks xmlns:a="http://schemas.openxmlformats.org/drawingml/2006/main" noGrp="1"/>
          </p:cNvSpPr>
          <p:nvPr/>
        </p:nvSpPr>
        <p:spPr>
          <a:xfrm xmlns:a="http://schemas.openxmlformats.org/drawingml/2006/main">
            <a:off x="664273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49" name="Standardized person 845: without endpoint">
            <a:extLst xmlns:a="http://schemas.openxmlformats.org/drawingml/2006/main">
              <a:ext uri="{FF2B5EF4-FFF2-40B4-BE49-F238E27FC236}">
                <a16:creationId xmlns:a16="http://schemas.microsoft.com/office/drawing/2014/main" id="{85158367-6730-4A42-8145-342DFA614D7D}"/>
              </a:ext>
            </a:extLst>
          </p:cNvPr>
          <p:cNvSpPr>
            <a:spLocks xmlns:a="http://schemas.openxmlformats.org/drawingml/2006/main" noGrp="1"/>
          </p:cNvSpPr>
          <p:nvPr/>
        </p:nvSpPr>
        <p:spPr>
          <a:xfrm xmlns:a="http://schemas.openxmlformats.org/drawingml/2006/main">
            <a:off x="677418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0" name="Standardized person 846: without endpoint">
            <a:extLst xmlns:a="http://schemas.openxmlformats.org/drawingml/2006/main">
              <a:ext uri="{FF2B5EF4-FFF2-40B4-BE49-F238E27FC236}">
                <a16:creationId xmlns:a16="http://schemas.microsoft.com/office/drawing/2014/main" id="{4FC8DDF0-0B2B-4373-93DE-5BB9AF1F5111}"/>
              </a:ext>
            </a:extLst>
          </p:cNvPr>
          <p:cNvSpPr>
            <a:spLocks xmlns:a="http://schemas.openxmlformats.org/drawingml/2006/main" noGrp="1"/>
          </p:cNvSpPr>
          <p:nvPr/>
        </p:nvSpPr>
        <p:spPr>
          <a:xfrm xmlns:a="http://schemas.openxmlformats.org/drawingml/2006/main">
            <a:off x="690562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1" name="Standardized person 847: without endpoint">
            <a:extLst xmlns:a="http://schemas.openxmlformats.org/drawingml/2006/main">
              <a:ext uri="{FF2B5EF4-FFF2-40B4-BE49-F238E27FC236}">
                <a16:creationId xmlns:a16="http://schemas.microsoft.com/office/drawing/2014/main" id="{CC3FA157-76E8-40E0-95F3-4856A90322F7}"/>
              </a:ext>
            </a:extLst>
          </p:cNvPr>
          <p:cNvSpPr>
            <a:spLocks xmlns:a="http://schemas.openxmlformats.org/drawingml/2006/main" noGrp="1"/>
          </p:cNvSpPr>
          <p:nvPr/>
        </p:nvSpPr>
        <p:spPr>
          <a:xfrm xmlns:a="http://schemas.openxmlformats.org/drawingml/2006/main">
            <a:off x="703707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2" name="Standardized person 848: without endpoint">
            <a:extLst xmlns:a="http://schemas.openxmlformats.org/drawingml/2006/main">
              <a:ext uri="{FF2B5EF4-FFF2-40B4-BE49-F238E27FC236}">
                <a16:creationId xmlns:a16="http://schemas.microsoft.com/office/drawing/2014/main" id="{3ED7F702-17BC-4F2F-9DD1-8AEB8A0B2049}"/>
              </a:ext>
            </a:extLst>
          </p:cNvPr>
          <p:cNvSpPr>
            <a:spLocks xmlns:a="http://schemas.openxmlformats.org/drawingml/2006/main" noGrp="1"/>
          </p:cNvSpPr>
          <p:nvPr/>
        </p:nvSpPr>
        <p:spPr>
          <a:xfrm xmlns:a="http://schemas.openxmlformats.org/drawingml/2006/main">
            <a:off x="716851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3" name="Standardized person 849: without endpoint">
            <a:extLst xmlns:a="http://schemas.openxmlformats.org/drawingml/2006/main">
              <a:ext uri="{FF2B5EF4-FFF2-40B4-BE49-F238E27FC236}">
                <a16:creationId xmlns:a16="http://schemas.microsoft.com/office/drawing/2014/main" id="{10F98515-BBF4-42D8-93D6-6F01C63C39B6}"/>
              </a:ext>
            </a:extLst>
          </p:cNvPr>
          <p:cNvSpPr>
            <a:spLocks xmlns:a="http://schemas.openxmlformats.org/drawingml/2006/main" noGrp="1"/>
          </p:cNvSpPr>
          <p:nvPr/>
        </p:nvSpPr>
        <p:spPr>
          <a:xfrm xmlns:a="http://schemas.openxmlformats.org/drawingml/2006/main">
            <a:off x="729996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4" name="Standardized person 850: without endpoint">
            <a:extLst xmlns:a="http://schemas.openxmlformats.org/drawingml/2006/main">
              <a:ext uri="{FF2B5EF4-FFF2-40B4-BE49-F238E27FC236}">
                <a16:creationId xmlns:a16="http://schemas.microsoft.com/office/drawing/2014/main" id="{BE728C13-B82E-460C-9971-F4CF4F9414A1}"/>
              </a:ext>
            </a:extLst>
          </p:cNvPr>
          <p:cNvSpPr>
            <a:spLocks xmlns:a="http://schemas.openxmlformats.org/drawingml/2006/main" noGrp="1"/>
          </p:cNvSpPr>
          <p:nvPr/>
        </p:nvSpPr>
        <p:spPr>
          <a:xfrm xmlns:a="http://schemas.openxmlformats.org/drawingml/2006/main">
            <a:off x="743140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5" name="Standardized person 851: without endpoint">
            <a:extLst xmlns:a="http://schemas.openxmlformats.org/drawingml/2006/main">
              <a:ext uri="{FF2B5EF4-FFF2-40B4-BE49-F238E27FC236}">
                <a16:creationId xmlns:a16="http://schemas.microsoft.com/office/drawing/2014/main" id="{72A4D3FB-8365-408B-A6B4-905396E9F364}"/>
              </a:ext>
            </a:extLst>
          </p:cNvPr>
          <p:cNvSpPr>
            <a:spLocks xmlns:a="http://schemas.openxmlformats.org/drawingml/2006/main" noGrp="1"/>
          </p:cNvSpPr>
          <p:nvPr/>
        </p:nvSpPr>
        <p:spPr>
          <a:xfrm xmlns:a="http://schemas.openxmlformats.org/drawingml/2006/main">
            <a:off x="756285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6" name="Standardized person 852: without endpoint">
            <a:extLst xmlns:a="http://schemas.openxmlformats.org/drawingml/2006/main">
              <a:ext uri="{FF2B5EF4-FFF2-40B4-BE49-F238E27FC236}">
                <a16:creationId xmlns:a16="http://schemas.microsoft.com/office/drawing/2014/main" id="{2C3414A3-A9DF-4135-A0E7-8EBC66E8779F}"/>
              </a:ext>
            </a:extLst>
          </p:cNvPr>
          <p:cNvSpPr>
            <a:spLocks xmlns:a="http://schemas.openxmlformats.org/drawingml/2006/main" noGrp="1"/>
          </p:cNvSpPr>
          <p:nvPr/>
        </p:nvSpPr>
        <p:spPr>
          <a:xfrm xmlns:a="http://schemas.openxmlformats.org/drawingml/2006/main">
            <a:off x="769429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7" name="Standardized person 853: without endpoint">
            <a:extLst xmlns:a="http://schemas.openxmlformats.org/drawingml/2006/main">
              <a:ext uri="{FF2B5EF4-FFF2-40B4-BE49-F238E27FC236}">
                <a16:creationId xmlns:a16="http://schemas.microsoft.com/office/drawing/2014/main" id="{B322C6A5-7B7E-4B55-9CCF-1BA9AB3E272D}"/>
              </a:ext>
            </a:extLst>
          </p:cNvPr>
          <p:cNvSpPr>
            <a:spLocks xmlns:a="http://schemas.openxmlformats.org/drawingml/2006/main" noGrp="1"/>
          </p:cNvSpPr>
          <p:nvPr/>
        </p:nvSpPr>
        <p:spPr>
          <a:xfrm xmlns:a="http://schemas.openxmlformats.org/drawingml/2006/main">
            <a:off x="782574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8" name="Standardized person 854: without endpoint">
            <a:extLst xmlns:a="http://schemas.openxmlformats.org/drawingml/2006/main">
              <a:ext uri="{FF2B5EF4-FFF2-40B4-BE49-F238E27FC236}">
                <a16:creationId xmlns:a16="http://schemas.microsoft.com/office/drawing/2014/main" id="{7F459482-B3AE-40F6-B30F-5577D4699332}"/>
              </a:ext>
            </a:extLst>
          </p:cNvPr>
          <p:cNvSpPr>
            <a:spLocks xmlns:a="http://schemas.openxmlformats.org/drawingml/2006/main" noGrp="1"/>
          </p:cNvSpPr>
          <p:nvPr/>
        </p:nvSpPr>
        <p:spPr>
          <a:xfrm xmlns:a="http://schemas.openxmlformats.org/drawingml/2006/main">
            <a:off x="795718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59" name="Standardized person 855: without endpoint">
            <a:extLst xmlns:a="http://schemas.openxmlformats.org/drawingml/2006/main">
              <a:ext uri="{FF2B5EF4-FFF2-40B4-BE49-F238E27FC236}">
                <a16:creationId xmlns:a16="http://schemas.microsoft.com/office/drawing/2014/main" id="{DC527585-E7D5-4FEE-9D25-BB4D38913771}"/>
              </a:ext>
            </a:extLst>
          </p:cNvPr>
          <p:cNvSpPr>
            <a:spLocks xmlns:a="http://schemas.openxmlformats.org/drawingml/2006/main" noGrp="1"/>
          </p:cNvSpPr>
          <p:nvPr/>
        </p:nvSpPr>
        <p:spPr>
          <a:xfrm xmlns:a="http://schemas.openxmlformats.org/drawingml/2006/main">
            <a:off x="808863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0" name="Standardized person 856: without endpoint">
            <a:extLst xmlns:a="http://schemas.openxmlformats.org/drawingml/2006/main">
              <a:ext uri="{FF2B5EF4-FFF2-40B4-BE49-F238E27FC236}">
                <a16:creationId xmlns:a16="http://schemas.microsoft.com/office/drawing/2014/main" id="{66AE83B0-FCE1-4E0A-AF48-66FB3A8D3491}"/>
              </a:ext>
            </a:extLst>
          </p:cNvPr>
          <p:cNvSpPr>
            <a:spLocks xmlns:a="http://schemas.openxmlformats.org/drawingml/2006/main" noGrp="1"/>
          </p:cNvSpPr>
          <p:nvPr/>
        </p:nvSpPr>
        <p:spPr>
          <a:xfrm xmlns:a="http://schemas.openxmlformats.org/drawingml/2006/main">
            <a:off x="822007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1" name="Standardized person 857: without endpoint">
            <a:extLst xmlns:a="http://schemas.openxmlformats.org/drawingml/2006/main">
              <a:ext uri="{FF2B5EF4-FFF2-40B4-BE49-F238E27FC236}">
                <a16:creationId xmlns:a16="http://schemas.microsoft.com/office/drawing/2014/main" id="{0667F6EC-63A4-4DE1-BAFF-C29CDC976843}"/>
              </a:ext>
            </a:extLst>
          </p:cNvPr>
          <p:cNvSpPr>
            <a:spLocks xmlns:a="http://schemas.openxmlformats.org/drawingml/2006/main" noGrp="1"/>
          </p:cNvSpPr>
          <p:nvPr/>
        </p:nvSpPr>
        <p:spPr>
          <a:xfrm xmlns:a="http://schemas.openxmlformats.org/drawingml/2006/main">
            <a:off x="835152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2" name="Standardized person 858: without endpoint">
            <a:extLst xmlns:a="http://schemas.openxmlformats.org/drawingml/2006/main">
              <a:ext uri="{FF2B5EF4-FFF2-40B4-BE49-F238E27FC236}">
                <a16:creationId xmlns:a16="http://schemas.microsoft.com/office/drawing/2014/main" id="{C974832D-6FED-46F7-B069-3A6E36C93E26}"/>
              </a:ext>
            </a:extLst>
          </p:cNvPr>
          <p:cNvSpPr>
            <a:spLocks xmlns:a="http://schemas.openxmlformats.org/drawingml/2006/main" noGrp="1"/>
          </p:cNvSpPr>
          <p:nvPr/>
        </p:nvSpPr>
        <p:spPr>
          <a:xfrm xmlns:a="http://schemas.openxmlformats.org/drawingml/2006/main">
            <a:off x="848296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3" name="Standardized person 859: without endpoint">
            <a:extLst xmlns:a="http://schemas.openxmlformats.org/drawingml/2006/main">
              <a:ext uri="{FF2B5EF4-FFF2-40B4-BE49-F238E27FC236}">
                <a16:creationId xmlns:a16="http://schemas.microsoft.com/office/drawing/2014/main" id="{7124DE6B-16BA-4451-82BE-A1288C08ED71}"/>
              </a:ext>
            </a:extLst>
          </p:cNvPr>
          <p:cNvSpPr>
            <a:spLocks xmlns:a="http://schemas.openxmlformats.org/drawingml/2006/main" noGrp="1"/>
          </p:cNvSpPr>
          <p:nvPr/>
        </p:nvSpPr>
        <p:spPr>
          <a:xfrm xmlns:a="http://schemas.openxmlformats.org/drawingml/2006/main">
            <a:off x="861441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4" name="Standardized person 860: without endpoint">
            <a:extLst xmlns:a="http://schemas.openxmlformats.org/drawingml/2006/main">
              <a:ext uri="{FF2B5EF4-FFF2-40B4-BE49-F238E27FC236}">
                <a16:creationId xmlns:a16="http://schemas.microsoft.com/office/drawing/2014/main" id="{0129E19E-D56D-42FA-8970-C292E235C67F}"/>
              </a:ext>
            </a:extLst>
          </p:cNvPr>
          <p:cNvSpPr>
            <a:spLocks xmlns:a="http://schemas.openxmlformats.org/drawingml/2006/main" noGrp="1"/>
          </p:cNvSpPr>
          <p:nvPr/>
        </p:nvSpPr>
        <p:spPr>
          <a:xfrm xmlns:a="http://schemas.openxmlformats.org/drawingml/2006/main">
            <a:off x="874585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5" name="Standardized person 861: without endpoint">
            <a:extLst xmlns:a="http://schemas.openxmlformats.org/drawingml/2006/main">
              <a:ext uri="{FF2B5EF4-FFF2-40B4-BE49-F238E27FC236}">
                <a16:creationId xmlns:a16="http://schemas.microsoft.com/office/drawing/2014/main" id="{5BCD8CE4-D31F-4446-96C2-F806C287FF28}"/>
              </a:ext>
            </a:extLst>
          </p:cNvPr>
          <p:cNvSpPr>
            <a:spLocks xmlns:a="http://schemas.openxmlformats.org/drawingml/2006/main" noGrp="1"/>
          </p:cNvSpPr>
          <p:nvPr/>
        </p:nvSpPr>
        <p:spPr>
          <a:xfrm xmlns:a="http://schemas.openxmlformats.org/drawingml/2006/main">
            <a:off x="887730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6" name="Standardized person 862: without endpoint">
            <a:extLst xmlns:a="http://schemas.openxmlformats.org/drawingml/2006/main">
              <a:ext uri="{FF2B5EF4-FFF2-40B4-BE49-F238E27FC236}">
                <a16:creationId xmlns:a16="http://schemas.microsoft.com/office/drawing/2014/main" id="{FD98284E-07E9-485D-81C6-64083FBA87BB}"/>
              </a:ext>
            </a:extLst>
          </p:cNvPr>
          <p:cNvSpPr>
            <a:spLocks xmlns:a="http://schemas.openxmlformats.org/drawingml/2006/main" noGrp="1"/>
          </p:cNvSpPr>
          <p:nvPr/>
        </p:nvSpPr>
        <p:spPr>
          <a:xfrm xmlns:a="http://schemas.openxmlformats.org/drawingml/2006/main">
            <a:off x="900874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7" name="Standardized person 863: without endpoint">
            <a:extLst xmlns:a="http://schemas.openxmlformats.org/drawingml/2006/main">
              <a:ext uri="{FF2B5EF4-FFF2-40B4-BE49-F238E27FC236}">
                <a16:creationId xmlns:a16="http://schemas.microsoft.com/office/drawing/2014/main" id="{B66DC33B-1DC3-4FAF-A606-6494965B8E17}"/>
              </a:ext>
            </a:extLst>
          </p:cNvPr>
          <p:cNvSpPr>
            <a:spLocks xmlns:a="http://schemas.openxmlformats.org/drawingml/2006/main" noGrp="1"/>
          </p:cNvSpPr>
          <p:nvPr/>
        </p:nvSpPr>
        <p:spPr>
          <a:xfrm xmlns:a="http://schemas.openxmlformats.org/drawingml/2006/main">
            <a:off x="914019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8" name="Standardized person 864: without endpoint">
            <a:extLst xmlns:a="http://schemas.openxmlformats.org/drawingml/2006/main">
              <a:ext uri="{FF2B5EF4-FFF2-40B4-BE49-F238E27FC236}">
                <a16:creationId xmlns:a16="http://schemas.microsoft.com/office/drawing/2014/main" id="{D9DDAD56-B6DD-4C0F-B577-F5C19544026F}"/>
              </a:ext>
            </a:extLst>
          </p:cNvPr>
          <p:cNvSpPr>
            <a:spLocks xmlns:a="http://schemas.openxmlformats.org/drawingml/2006/main" noGrp="1"/>
          </p:cNvSpPr>
          <p:nvPr/>
        </p:nvSpPr>
        <p:spPr>
          <a:xfrm xmlns:a="http://schemas.openxmlformats.org/drawingml/2006/main">
            <a:off x="927163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69" name="Standardized person 865: without endpoint">
            <a:extLst xmlns:a="http://schemas.openxmlformats.org/drawingml/2006/main">
              <a:ext uri="{FF2B5EF4-FFF2-40B4-BE49-F238E27FC236}">
                <a16:creationId xmlns:a16="http://schemas.microsoft.com/office/drawing/2014/main" id="{EB03AB53-7022-48AD-A4A8-79D9FA8ED0E4}"/>
              </a:ext>
            </a:extLst>
          </p:cNvPr>
          <p:cNvSpPr>
            <a:spLocks xmlns:a="http://schemas.openxmlformats.org/drawingml/2006/main" noGrp="1"/>
          </p:cNvSpPr>
          <p:nvPr/>
        </p:nvSpPr>
        <p:spPr>
          <a:xfrm xmlns:a="http://schemas.openxmlformats.org/drawingml/2006/main">
            <a:off x="940308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0" name="Standardized person 866: without endpoint">
            <a:extLst xmlns:a="http://schemas.openxmlformats.org/drawingml/2006/main">
              <a:ext uri="{FF2B5EF4-FFF2-40B4-BE49-F238E27FC236}">
                <a16:creationId xmlns:a16="http://schemas.microsoft.com/office/drawing/2014/main" id="{FD604016-058D-4E05-B9DA-DAA08789C6E4}"/>
              </a:ext>
            </a:extLst>
          </p:cNvPr>
          <p:cNvSpPr>
            <a:spLocks xmlns:a="http://schemas.openxmlformats.org/drawingml/2006/main" noGrp="1"/>
          </p:cNvSpPr>
          <p:nvPr/>
        </p:nvSpPr>
        <p:spPr>
          <a:xfrm xmlns:a="http://schemas.openxmlformats.org/drawingml/2006/main">
            <a:off x="953452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1" name="Standardized person 867: without endpoint">
            <a:extLst xmlns:a="http://schemas.openxmlformats.org/drawingml/2006/main">
              <a:ext uri="{FF2B5EF4-FFF2-40B4-BE49-F238E27FC236}">
                <a16:creationId xmlns:a16="http://schemas.microsoft.com/office/drawing/2014/main" id="{8AA248FB-54EE-4452-B7B4-F09D6B62ACC8}"/>
              </a:ext>
            </a:extLst>
          </p:cNvPr>
          <p:cNvSpPr>
            <a:spLocks xmlns:a="http://schemas.openxmlformats.org/drawingml/2006/main" noGrp="1"/>
          </p:cNvSpPr>
          <p:nvPr/>
        </p:nvSpPr>
        <p:spPr>
          <a:xfrm xmlns:a="http://schemas.openxmlformats.org/drawingml/2006/main">
            <a:off x="966597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2" name="Standardized person 868: without endpoint">
            <a:extLst xmlns:a="http://schemas.openxmlformats.org/drawingml/2006/main">
              <a:ext uri="{FF2B5EF4-FFF2-40B4-BE49-F238E27FC236}">
                <a16:creationId xmlns:a16="http://schemas.microsoft.com/office/drawing/2014/main" id="{1ED79857-092A-4A6F-8A8E-3778ED889D3F}"/>
              </a:ext>
            </a:extLst>
          </p:cNvPr>
          <p:cNvSpPr>
            <a:spLocks xmlns:a="http://schemas.openxmlformats.org/drawingml/2006/main" noGrp="1"/>
          </p:cNvSpPr>
          <p:nvPr/>
        </p:nvSpPr>
        <p:spPr>
          <a:xfrm xmlns:a="http://schemas.openxmlformats.org/drawingml/2006/main">
            <a:off x="979741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3" name="Standardized person 869: without endpoint">
            <a:extLst xmlns:a="http://schemas.openxmlformats.org/drawingml/2006/main">
              <a:ext uri="{FF2B5EF4-FFF2-40B4-BE49-F238E27FC236}">
                <a16:creationId xmlns:a16="http://schemas.microsoft.com/office/drawing/2014/main" id="{CCFB4273-A491-4595-B235-A3F9A9B41CE0}"/>
              </a:ext>
            </a:extLst>
          </p:cNvPr>
          <p:cNvSpPr>
            <a:spLocks xmlns:a="http://schemas.openxmlformats.org/drawingml/2006/main" noGrp="1"/>
          </p:cNvSpPr>
          <p:nvPr/>
        </p:nvSpPr>
        <p:spPr>
          <a:xfrm xmlns:a="http://schemas.openxmlformats.org/drawingml/2006/main">
            <a:off x="992886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4" name="Standardized person 870: without endpoint">
            <a:extLst xmlns:a="http://schemas.openxmlformats.org/drawingml/2006/main">
              <a:ext uri="{FF2B5EF4-FFF2-40B4-BE49-F238E27FC236}">
                <a16:creationId xmlns:a16="http://schemas.microsoft.com/office/drawing/2014/main" id="{DD65D3EC-2C66-4B6C-93FF-319FF006EE4F}"/>
              </a:ext>
            </a:extLst>
          </p:cNvPr>
          <p:cNvSpPr>
            <a:spLocks xmlns:a="http://schemas.openxmlformats.org/drawingml/2006/main" noGrp="1"/>
          </p:cNvSpPr>
          <p:nvPr/>
        </p:nvSpPr>
        <p:spPr>
          <a:xfrm xmlns:a="http://schemas.openxmlformats.org/drawingml/2006/main">
            <a:off x="1006030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5" name="Standardized person 871: without endpoint">
            <a:extLst xmlns:a="http://schemas.openxmlformats.org/drawingml/2006/main">
              <a:ext uri="{FF2B5EF4-FFF2-40B4-BE49-F238E27FC236}">
                <a16:creationId xmlns:a16="http://schemas.microsoft.com/office/drawing/2014/main" id="{B7BFBB95-22C6-4E89-87F8-BB48B805EAC3}"/>
              </a:ext>
            </a:extLst>
          </p:cNvPr>
          <p:cNvSpPr>
            <a:spLocks xmlns:a="http://schemas.openxmlformats.org/drawingml/2006/main" noGrp="1"/>
          </p:cNvSpPr>
          <p:nvPr/>
        </p:nvSpPr>
        <p:spPr>
          <a:xfrm xmlns:a="http://schemas.openxmlformats.org/drawingml/2006/main">
            <a:off x="1019175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6" name="Standardized person 872: without endpoint">
            <a:extLst xmlns:a="http://schemas.openxmlformats.org/drawingml/2006/main">
              <a:ext uri="{FF2B5EF4-FFF2-40B4-BE49-F238E27FC236}">
                <a16:creationId xmlns:a16="http://schemas.microsoft.com/office/drawing/2014/main" id="{017EAE1B-D848-424D-9E4E-06F5AD438BB2}"/>
              </a:ext>
            </a:extLst>
          </p:cNvPr>
          <p:cNvSpPr>
            <a:spLocks xmlns:a="http://schemas.openxmlformats.org/drawingml/2006/main" noGrp="1"/>
          </p:cNvSpPr>
          <p:nvPr/>
        </p:nvSpPr>
        <p:spPr>
          <a:xfrm xmlns:a="http://schemas.openxmlformats.org/drawingml/2006/main">
            <a:off x="1032319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7" name="Standardized person 873: without endpoint">
            <a:extLst xmlns:a="http://schemas.openxmlformats.org/drawingml/2006/main">
              <a:ext uri="{FF2B5EF4-FFF2-40B4-BE49-F238E27FC236}">
                <a16:creationId xmlns:a16="http://schemas.microsoft.com/office/drawing/2014/main" id="{FDC76203-0F21-4763-97F8-51F795147944}"/>
              </a:ext>
            </a:extLst>
          </p:cNvPr>
          <p:cNvSpPr>
            <a:spLocks xmlns:a="http://schemas.openxmlformats.org/drawingml/2006/main" noGrp="1"/>
          </p:cNvSpPr>
          <p:nvPr/>
        </p:nvSpPr>
        <p:spPr>
          <a:xfrm xmlns:a="http://schemas.openxmlformats.org/drawingml/2006/main">
            <a:off x="1045464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8" name="Standardized person 874: without endpoint">
            <a:extLst xmlns:a="http://schemas.openxmlformats.org/drawingml/2006/main">
              <a:ext uri="{FF2B5EF4-FFF2-40B4-BE49-F238E27FC236}">
                <a16:creationId xmlns:a16="http://schemas.microsoft.com/office/drawing/2014/main" id="{046A7B3D-B836-41FA-8463-03C1C9C6909A}"/>
              </a:ext>
            </a:extLst>
          </p:cNvPr>
          <p:cNvSpPr>
            <a:spLocks xmlns:a="http://schemas.openxmlformats.org/drawingml/2006/main" noGrp="1"/>
          </p:cNvSpPr>
          <p:nvPr/>
        </p:nvSpPr>
        <p:spPr>
          <a:xfrm xmlns:a="http://schemas.openxmlformats.org/drawingml/2006/main">
            <a:off x="1058608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79" name="Standardized person 875: without endpoint">
            <a:extLst xmlns:a="http://schemas.openxmlformats.org/drawingml/2006/main">
              <a:ext uri="{FF2B5EF4-FFF2-40B4-BE49-F238E27FC236}">
                <a16:creationId xmlns:a16="http://schemas.microsoft.com/office/drawing/2014/main" id="{296D9F45-47D3-4836-8BF2-A08B4B341989}"/>
              </a:ext>
            </a:extLst>
          </p:cNvPr>
          <p:cNvSpPr>
            <a:spLocks xmlns:a="http://schemas.openxmlformats.org/drawingml/2006/main" noGrp="1"/>
          </p:cNvSpPr>
          <p:nvPr/>
        </p:nvSpPr>
        <p:spPr>
          <a:xfrm xmlns:a="http://schemas.openxmlformats.org/drawingml/2006/main">
            <a:off x="1071753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0" name="Standardized person 876: without endpoint">
            <a:extLst xmlns:a="http://schemas.openxmlformats.org/drawingml/2006/main">
              <a:ext uri="{FF2B5EF4-FFF2-40B4-BE49-F238E27FC236}">
                <a16:creationId xmlns:a16="http://schemas.microsoft.com/office/drawing/2014/main" id="{F0768F8C-1651-4CDD-9DE5-7A5CFD69AF2B}"/>
              </a:ext>
            </a:extLst>
          </p:cNvPr>
          <p:cNvSpPr>
            <a:spLocks xmlns:a="http://schemas.openxmlformats.org/drawingml/2006/main" noGrp="1"/>
          </p:cNvSpPr>
          <p:nvPr/>
        </p:nvSpPr>
        <p:spPr>
          <a:xfrm xmlns:a="http://schemas.openxmlformats.org/drawingml/2006/main">
            <a:off x="1084897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1" name="Standardized person 877: without endpoint">
            <a:extLst xmlns:a="http://schemas.openxmlformats.org/drawingml/2006/main">
              <a:ext uri="{FF2B5EF4-FFF2-40B4-BE49-F238E27FC236}">
                <a16:creationId xmlns:a16="http://schemas.microsoft.com/office/drawing/2014/main" id="{3EF6FB65-5380-4BBC-9D91-357B11EC3701}"/>
              </a:ext>
            </a:extLst>
          </p:cNvPr>
          <p:cNvSpPr>
            <a:spLocks xmlns:a="http://schemas.openxmlformats.org/drawingml/2006/main" noGrp="1"/>
          </p:cNvSpPr>
          <p:nvPr/>
        </p:nvSpPr>
        <p:spPr>
          <a:xfrm xmlns:a="http://schemas.openxmlformats.org/drawingml/2006/main">
            <a:off x="1098042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2" name="Standardized person 878: without endpoint">
            <a:extLst xmlns:a="http://schemas.openxmlformats.org/drawingml/2006/main">
              <a:ext uri="{FF2B5EF4-FFF2-40B4-BE49-F238E27FC236}">
                <a16:creationId xmlns:a16="http://schemas.microsoft.com/office/drawing/2014/main" id="{17C61850-DC84-4424-B356-B655C347E504}"/>
              </a:ext>
            </a:extLst>
          </p:cNvPr>
          <p:cNvSpPr>
            <a:spLocks xmlns:a="http://schemas.openxmlformats.org/drawingml/2006/main" noGrp="1"/>
          </p:cNvSpPr>
          <p:nvPr/>
        </p:nvSpPr>
        <p:spPr>
          <a:xfrm xmlns:a="http://schemas.openxmlformats.org/drawingml/2006/main">
            <a:off x="1111186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3" name="Standardized person 879: without endpoint">
            <a:extLst xmlns:a="http://schemas.openxmlformats.org/drawingml/2006/main">
              <a:ext uri="{FF2B5EF4-FFF2-40B4-BE49-F238E27FC236}">
                <a16:creationId xmlns:a16="http://schemas.microsoft.com/office/drawing/2014/main" id="{9D67EC30-BA2B-4922-9502-9711349E80F2}"/>
              </a:ext>
            </a:extLst>
          </p:cNvPr>
          <p:cNvSpPr>
            <a:spLocks xmlns:a="http://schemas.openxmlformats.org/drawingml/2006/main" noGrp="1"/>
          </p:cNvSpPr>
          <p:nvPr/>
        </p:nvSpPr>
        <p:spPr>
          <a:xfrm xmlns:a="http://schemas.openxmlformats.org/drawingml/2006/main">
            <a:off x="11243310"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4" name="Standardized person 880: without endpoint">
            <a:extLst xmlns:a="http://schemas.openxmlformats.org/drawingml/2006/main">
              <a:ext uri="{FF2B5EF4-FFF2-40B4-BE49-F238E27FC236}">
                <a16:creationId xmlns:a16="http://schemas.microsoft.com/office/drawing/2014/main" id="{9D42426F-1F69-4A60-A4FC-197D818213EC}"/>
              </a:ext>
            </a:extLst>
          </p:cNvPr>
          <p:cNvSpPr>
            <a:spLocks xmlns:a="http://schemas.openxmlformats.org/drawingml/2006/main" noGrp="1"/>
          </p:cNvSpPr>
          <p:nvPr/>
        </p:nvSpPr>
        <p:spPr>
          <a:xfrm xmlns:a="http://schemas.openxmlformats.org/drawingml/2006/main">
            <a:off x="11374755" y="4824222"/>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5" name="Standardized person 881: without endpoint">
            <a:extLst xmlns:a="http://schemas.openxmlformats.org/drawingml/2006/main">
              <a:ext uri="{FF2B5EF4-FFF2-40B4-BE49-F238E27FC236}">
                <a16:creationId xmlns:a16="http://schemas.microsoft.com/office/drawing/2014/main" id="{3D4F001D-2BF4-4FF7-9BD4-0FD5EF778B05}"/>
              </a:ext>
            </a:extLst>
          </p:cNvPr>
          <p:cNvSpPr>
            <a:spLocks xmlns:a="http://schemas.openxmlformats.org/drawingml/2006/main" noGrp="1"/>
          </p:cNvSpPr>
          <p:nvPr/>
        </p:nvSpPr>
        <p:spPr>
          <a:xfrm xmlns:a="http://schemas.openxmlformats.org/drawingml/2006/main">
            <a:off x="624840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6" name="Standardized person 882: without endpoint">
            <a:extLst xmlns:a="http://schemas.openxmlformats.org/drawingml/2006/main">
              <a:ext uri="{FF2B5EF4-FFF2-40B4-BE49-F238E27FC236}">
                <a16:creationId xmlns:a16="http://schemas.microsoft.com/office/drawing/2014/main" id="{D9983217-E7D1-49D7-B840-D2FAB82AA566}"/>
              </a:ext>
            </a:extLst>
          </p:cNvPr>
          <p:cNvSpPr>
            <a:spLocks xmlns:a="http://schemas.openxmlformats.org/drawingml/2006/main" noGrp="1"/>
          </p:cNvSpPr>
          <p:nvPr/>
        </p:nvSpPr>
        <p:spPr>
          <a:xfrm xmlns:a="http://schemas.openxmlformats.org/drawingml/2006/main">
            <a:off x="637984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7" name="Standardized person 883: without endpoint">
            <a:extLst xmlns:a="http://schemas.openxmlformats.org/drawingml/2006/main">
              <a:ext uri="{FF2B5EF4-FFF2-40B4-BE49-F238E27FC236}">
                <a16:creationId xmlns:a16="http://schemas.microsoft.com/office/drawing/2014/main" id="{81507710-EEE2-468B-B465-90C4AFD28F62}"/>
              </a:ext>
            </a:extLst>
          </p:cNvPr>
          <p:cNvSpPr>
            <a:spLocks xmlns:a="http://schemas.openxmlformats.org/drawingml/2006/main" noGrp="1"/>
          </p:cNvSpPr>
          <p:nvPr/>
        </p:nvSpPr>
        <p:spPr>
          <a:xfrm xmlns:a="http://schemas.openxmlformats.org/drawingml/2006/main">
            <a:off x="651129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8" name="Standardized person 884: without endpoint">
            <a:extLst xmlns:a="http://schemas.openxmlformats.org/drawingml/2006/main">
              <a:ext uri="{FF2B5EF4-FFF2-40B4-BE49-F238E27FC236}">
                <a16:creationId xmlns:a16="http://schemas.microsoft.com/office/drawing/2014/main" id="{00707CF4-737A-4FAF-9A16-C406E907CB36}"/>
              </a:ext>
            </a:extLst>
          </p:cNvPr>
          <p:cNvSpPr>
            <a:spLocks xmlns:a="http://schemas.openxmlformats.org/drawingml/2006/main" noGrp="1"/>
          </p:cNvSpPr>
          <p:nvPr/>
        </p:nvSpPr>
        <p:spPr>
          <a:xfrm xmlns:a="http://schemas.openxmlformats.org/drawingml/2006/main">
            <a:off x="664273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89" name="Standardized person 885: without endpoint">
            <a:extLst xmlns:a="http://schemas.openxmlformats.org/drawingml/2006/main">
              <a:ext uri="{FF2B5EF4-FFF2-40B4-BE49-F238E27FC236}">
                <a16:creationId xmlns:a16="http://schemas.microsoft.com/office/drawing/2014/main" id="{6CA52A4A-4399-4171-A90B-9B5AB070DCA4}"/>
              </a:ext>
            </a:extLst>
          </p:cNvPr>
          <p:cNvSpPr>
            <a:spLocks xmlns:a="http://schemas.openxmlformats.org/drawingml/2006/main" noGrp="1"/>
          </p:cNvSpPr>
          <p:nvPr/>
        </p:nvSpPr>
        <p:spPr>
          <a:xfrm xmlns:a="http://schemas.openxmlformats.org/drawingml/2006/main">
            <a:off x="677418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0" name="Standardized person 886: without endpoint">
            <a:extLst xmlns:a="http://schemas.openxmlformats.org/drawingml/2006/main">
              <a:ext uri="{FF2B5EF4-FFF2-40B4-BE49-F238E27FC236}">
                <a16:creationId xmlns:a16="http://schemas.microsoft.com/office/drawing/2014/main" id="{842D1C3B-842C-46B2-B875-527E65A70345}"/>
              </a:ext>
            </a:extLst>
          </p:cNvPr>
          <p:cNvSpPr>
            <a:spLocks xmlns:a="http://schemas.openxmlformats.org/drawingml/2006/main" noGrp="1"/>
          </p:cNvSpPr>
          <p:nvPr/>
        </p:nvSpPr>
        <p:spPr>
          <a:xfrm xmlns:a="http://schemas.openxmlformats.org/drawingml/2006/main">
            <a:off x="690562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1" name="Standardized person 887: without endpoint">
            <a:extLst xmlns:a="http://schemas.openxmlformats.org/drawingml/2006/main">
              <a:ext uri="{FF2B5EF4-FFF2-40B4-BE49-F238E27FC236}">
                <a16:creationId xmlns:a16="http://schemas.microsoft.com/office/drawing/2014/main" id="{DD502C01-2279-42A2-9468-48AD87D1439B}"/>
              </a:ext>
            </a:extLst>
          </p:cNvPr>
          <p:cNvSpPr>
            <a:spLocks xmlns:a="http://schemas.openxmlformats.org/drawingml/2006/main" noGrp="1"/>
          </p:cNvSpPr>
          <p:nvPr/>
        </p:nvSpPr>
        <p:spPr>
          <a:xfrm xmlns:a="http://schemas.openxmlformats.org/drawingml/2006/main">
            <a:off x="703707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2" name="Standardized person 888: without endpoint">
            <a:extLst xmlns:a="http://schemas.openxmlformats.org/drawingml/2006/main">
              <a:ext uri="{FF2B5EF4-FFF2-40B4-BE49-F238E27FC236}">
                <a16:creationId xmlns:a16="http://schemas.microsoft.com/office/drawing/2014/main" id="{228831E9-236B-4EEE-8298-0128EC740B4D}"/>
              </a:ext>
            </a:extLst>
          </p:cNvPr>
          <p:cNvSpPr>
            <a:spLocks xmlns:a="http://schemas.openxmlformats.org/drawingml/2006/main" noGrp="1"/>
          </p:cNvSpPr>
          <p:nvPr/>
        </p:nvSpPr>
        <p:spPr>
          <a:xfrm xmlns:a="http://schemas.openxmlformats.org/drawingml/2006/main">
            <a:off x="716851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3" name="Standardized person 889: without endpoint">
            <a:extLst xmlns:a="http://schemas.openxmlformats.org/drawingml/2006/main">
              <a:ext uri="{FF2B5EF4-FFF2-40B4-BE49-F238E27FC236}">
                <a16:creationId xmlns:a16="http://schemas.microsoft.com/office/drawing/2014/main" id="{A1F21836-A63F-4A60-9F5E-46B22FEEBA4E}"/>
              </a:ext>
            </a:extLst>
          </p:cNvPr>
          <p:cNvSpPr>
            <a:spLocks xmlns:a="http://schemas.openxmlformats.org/drawingml/2006/main" noGrp="1"/>
          </p:cNvSpPr>
          <p:nvPr/>
        </p:nvSpPr>
        <p:spPr>
          <a:xfrm xmlns:a="http://schemas.openxmlformats.org/drawingml/2006/main">
            <a:off x="729996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4" name="Standardized person 890: without endpoint">
            <a:extLst xmlns:a="http://schemas.openxmlformats.org/drawingml/2006/main">
              <a:ext uri="{FF2B5EF4-FFF2-40B4-BE49-F238E27FC236}">
                <a16:creationId xmlns:a16="http://schemas.microsoft.com/office/drawing/2014/main" id="{475396CA-0B4A-4311-8227-832A283541B0}"/>
              </a:ext>
            </a:extLst>
          </p:cNvPr>
          <p:cNvSpPr>
            <a:spLocks xmlns:a="http://schemas.openxmlformats.org/drawingml/2006/main" noGrp="1"/>
          </p:cNvSpPr>
          <p:nvPr/>
        </p:nvSpPr>
        <p:spPr>
          <a:xfrm xmlns:a="http://schemas.openxmlformats.org/drawingml/2006/main">
            <a:off x="743140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5" name="Standardized person 891: without endpoint">
            <a:extLst xmlns:a="http://schemas.openxmlformats.org/drawingml/2006/main">
              <a:ext uri="{FF2B5EF4-FFF2-40B4-BE49-F238E27FC236}">
                <a16:creationId xmlns:a16="http://schemas.microsoft.com/office/drawing/2014/main" id="{73533258-0DE9-414E-93AD-050496A2DC13}"/>
              </a:ext>
            </a:extLst>
          </p:cNvPr>
          <p:cNvSpPr>
            <a:spLocks xmlns:a="http://schemas.openxmlformats.org/drawingml/2006/main" noGrp="1"/>
          </p:cNvSpPr>
          <p:nvPr/>
        </p:nvSpPr>
        <p:spPr>
          <a:xfrm xmlns:a="http://schemas.openxmlformats.org/drawingml/2006/main">
            <a:off x="756285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6" name="Standardized person 892: without endpoint">
            <a:extLst xmlns:a="http://schemas.openxmlformats.org/drawingml/2006/main">
              <a:ext uri="{FF2B5EF4-FFF2-40B4-BE49-F238E27FC236}">
                <a16:creationId xmlns:a16="http://schemas.microsoft.com/office/drawing/2014/main" id="{4F67B7F2-07AD-42A5-AC72-DF45027DC68E}"/>
              </a:ext>
            </a:extLst>
          </p:cNvPr>
          <p:cNvSpPr>
            <a:spLocks xmlns:a="http://schemas.openxmlformats.org/drawingml/2006/main" noGrp="1"/>
          </p:cNvSpPr>
          <p:nvPr/>
        </p:nvSpPr>
        <p:spPr>
          <a:xfrm xmlns:a="http://schemas.openxmlformats.org/drawingml/2006/main">
            <a:off x="769429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7" name="Standardized person 893: without endpoint">
            <a:extLst xmlns:a="http://schemas.openxmlformats.org/drawingml/2006/main">
              <a:ext uri="{FF2B5EF4-FFF2-40B4-BE49-F238E27FC236}">
                <a16:creationId xmlns:a16="http://schemas.microsoft.com/office/drawing/2014/main" id="{9BEEEF6D-952A-4D4F-B03D-1E3AA2045DD2}"/>
              </a:ext>
            </a:extLst>
          </p:cNvPr>
          <p:cNvSpPr>
            <a:spLocks xmlns:a="http://schemas.openxmlformats.org/drawingml/2006/main" noGrp="1"/>
          </p:cNvSpPr>
          <p:nvPr/>
        </p:nvSpPr>
        <p:spPr>
          <a:xfrm xmlns:a="http://schemas.openxmlformats.org/drawingml/2006/main">
            <a:off x="782574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8" name="Standardized person 894: without endpoint">
            <a:extLst xmlns:a="http://schemas.openxmlformats.org/drawingml/2006/main">
              <a:ext uri="{FF2B5EF4-FFF2-40B4-BE49-F238E27FC236}">
                <a16:creationId xmlns:a16="http://schemas.microsoft.com/office/drawing/2014/main" id="{38AF107A-6C26-42E2-8BF7-F91110D2AF3F}"/>
              </a:ext>
            </a:extLst>
          </p:cNvPr>
          <p:cNvSpPr>
            <a:spLocks xmlns:a="http://schemas.openxmlformats.org/drawingml/2006/main" noGrp="1"/>
          </p:cNvSpPr>
          <p:nvPr/>
        </p:nvSpPr>
        <p:spPr>
          <a:xfrm xmlns:a="http://schemas.openxmlformats.org/drawingml/2006/main">
            <a:off x="795718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899" name="Standardized person 895: without endpoint">
            <a:extLst xmlns:a="http://schemas.openxmlformats.org/drawingml/2006/main">
              <a:ext uri="{FF2B5EF4-FFF2-40B4-BE49-F238E27FC236}">
                <a16:creationId xmlns:a16="http://schemas.microsoft.com/office/drawing/2014/main" id="{47CD0F3C-9646-499F-B9E2-58B920E3302B}"/>
              </a:ext>
            </a:extLst>
          </p:cNvPr>
          <p:cNvSpPr>
            <a:spLocks xmlns:a="http://schemas.openxmlformats.org/drawingml/2006/main" noGrp="1"/>
          </p:cNvSpPr>
          <p:nvPr/>
        </p:nvSpPr>
        <p:spPr>
          <a:xfrm xmlns:a="http://schemas.openxmlformats.org/drawingml/2006/main">
            <a:off x="808863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0" name="Standardized person 896: without endpoint">
            <a:extLst xmlns:a="http://schemas.openxmlformats.org/drawingml/2006/main">
              <a:ext uri="{FF2B5EF4-FFF2-40B4-BE49-F238E27FC236}">
                <a16:creationId xmlns:a16="http://schemas.microsoft.com/office/drawing/2014/main" id="{587182D3-6D87-47C8-B59F-A92F18634B1F}"/>
              </a:ext>
            </a:extLst>
          </p:cNvPr>
          <p:cNvSpPr>
            <a:spLocks xmlns:a="http://schemas.openxmlformats.org/drawingml/2006/main" noGrp="1"/>
          </p:cNvSpPr>
          <p:nvPr/>
        </p:nvSpPr>
        <p:spPr>
          <a:xfrm xmlns:a="http://schemas.openxmlformats.org/drawingml/2006/main">
            <a:off x="822007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1" name="Standardized person 897: without endpoint">
            <a:extLst xmlns:a="http://schemas.openxmlformats.org/drawingml/2006/main">
              <a:ext uri="{FF2B5EF4-FFF2-40B4-BE49-F238E27FC236}">
                <a16:creationId xmlns:a16="http://schemas.microsoft.com/office/drawing/2014/main" id="{6F430D2E-708B-46C4-9D84-88D8D450D966}"/>
              </a:ext>
            </a:extLst>
          </p:cNvPr>
          <p:cNvSpPr>
            <a:spLocks xmlns:a="http://schemas.openxmlformats.org/drawingml/2006/main" noGrp="1"/>
          </p:cNvSpPr>
          <p:nvPr/>
        </p:nvSpPr>
        <p:spPr>
          <a:xfrm xmlns:a="http://schemas.openxmlformats.org/drawingml/2006/main">
            <a:off x="835152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2" name="Standardized person 898: without endpoint">
            <a:extLst xmlns:a="http://schemas.openxmlformats.org/drawingml/2006/main">
              <a:ext uri="{FF2B5EF4-FFF2-40B4-BE49-F238E27FC236}">
                <a16:creationId xmlns:a16="http://schemas.microsoft.com/office/drawing/2014/main" id="{5EF3C66F-B8C9-480C-9BD5-7C56FC05C687}"/>
              </a:ext>
            </a:extLst>
          </p:cNvPr>
          <p:cNvSpPr>
            <a:spLocks xmlns:a="http://schemas.openxmlformats.org/drawingml/2006/main" noGrp="1"/>
          </p:cNvSpPr>
          <p:nvPr/>
        </p:nvSpPr>
        <p:spPr>
          <a:xfrm xmlns:a="http://schemas.openxmlformats.org/drawingml/2006/main">
            <a:off x="848296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3" name="Standardized person 899: without endpoint">
            <a:extLst xmlns:a="http://schemas.openxmlformats.org/drawingml/2006/main">
              <a:ext uri="{FF2B5EF4-FFF2-40B4-BE49-F238E27FC236}">
                <a16:creationId xmlns:a16="http://schemas.microsoft.com/office/drawing/2014/main" id="{55A0C523-A911-472F-87CE-036DDA04B3F3}"/>
              </a:ext>
            </a:extLst>
          </p:cNvPr>
          <p:cNvSpPr>
            <a:spLocks xmlns:a="http://schemas.openxmlformats.org/drawingml/2006/main" noGrp="1"/>
          </p:cNvSpPr>
          <p:nvPr/>
        </p:nvSpPr>
        <p:spPr>
          <a:xfrm xmlns:a="http://schemas.openxmlformats.org/drawingml/2006/main">
            <a:off x="861441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4" name="Standardized person 900: without endpoint">
            <a:extLst xmlns:a="http://schemas.openxmlformats.org/drawingml/2006/main">
              <a:ext uri="{FF2B5EF4-FFF2-40B4-BE49-F238E27FC236}">
                <a16:creationId xmlns:a16="http://schemas.microsoft.com/office/drawing/2014/main" id="{122E6E70-D91B-4A3E-9686-78AB53529CB7}"/>
              </a:ext>
            </a:extLst>
          </p:cNvPr>
          <p:cNvSpPr>
            <a:spLocks xmlns:a="http://schemas.openxmlformats.org/drawingml/2006/main" noGrp="1"/>
          </p:cNvSpPr>
          <p:nvPr/>
        </p:nvSpPr>
        <p:spPr>
          <a:xfrm xmlns:a="http://schemas.openxmlformats.org/drawingml/2006/main">
            <a:off x="874585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5" name="Standardized person 901: without endpoint">
            <a:extLst xmlns:a="http://schemas.openxmlformats.org/drawingml/2006/main">
              <a:ext uri="{FF2B5EF4-FFF2-40B4-BE49-F238E27FC236}">
                <a16:creationId xmlns:a16="http://schemas.microsoft.com/office/drawing/2014/main" id="{812FEEC0-1EE0-4372-98AF-7EEDDCB1AD3E}"/>
              </a:ext>
            </a:extLst>
          </p:cNvPr>
          <p:cNvSpPr>
            <a:spLocks xmlns:a="http://schemas.openxmlformats.org/drawingml/2006/main" noGrp="1"/>
          </p:cNvSpPr>
          <p:nvPr/>
        </p:nvSpPr>
        <p:spPr>
          <a:xfrm xmlns:a="http://schemas.openxmlformats.org/drawingml/2006/main">
            <a:off x="887730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6" name="Standardized person 902: without endpoint">
            <a:extLst xmlns:a="http://schemas.openxmlformats.org/drawingml/2006/main">
              <a:ext uri="{FF2B5EF4-FFF2-40B4-BE49-F238E27FC236}">
                <a16:creationId xmlns:a16="http://schemas.microsoft.com/office/drawing/2014/main" id="{0CF88926-B8B7-407F-9584-D22F57CE2CC2}"/>
              </a:ext>
            </a:extLst>
          </p:cNvPr>
          <p:cNvSpPr>
            <a:spLocks xmlns:a="http://schemas.openxmlformats.org/drawingml/2006/main" noGrp="1"/>
          </p:cNvSpPr>
          <p:nvPr/>
        </p:nvSpPr>
        <p:spPr>
          <a:xfrm xmlns:a="http://schemas.openxmlformats.org/drawingml/2006/main">
            <a:off x="900874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7" name="Standardized person 903: without endpoint">
            <a:extLst xmlns:a="http://schemas.openxmlformats.org/drawingml/2006/main">
              <a:ext uri="{FF2B5EF4-FFF2-40B4-BE49-F238E27FC236}">
                <a16:creationId xmlns:a16="http://schemas.microsoft.com/office/drawing/2014/main" id="{F5B946DC-8D69-439C-8978-C29E078674DF}"/>
              </a:ext>
            </a:extLst>
          </p:cNvPr>
          <p:cNvSpPr>
            <a:spLocks xmlns:a="http://schemas.openxmlformats.org/drawingml/2006/main" noGrp="1"/>
          </p:cNvSpPr>
          <p:nvPr/>
        </p:nvSpPr>
        <p:spPr>
          <a:xfrm xmlns:a="http://schemas.openxmlformats.org/drawingml/2006/main">
            <a:off x="914019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8" name="Standardized person 904: without endpoint">
            <a:extLst xmlns:a="http://schemas.openxmlformats.org/drawingml/2006/main">
              <a:ext uri="{FF2B5EF4-FFF2-40B4-BE49-F238E27FC236}">
                <a16:creationId xmlns:a16="http://schemas.microsoft.com/office/drawing/2014/main" id="{C898F0B0-835C-4FC5-A3EE-E4E2ED1F7AB5}"/>
              </a:ext>
            </a:extLst>
          </p:cNvPr>
          <p:cNvSpPr>
            <a:spLocks xmlns:a="http://schemas.openxmlformats.org/drawingml/2006/main" noGrp="1"/>
          </p:cNvSpPr>
          <p:nvPr/>
        </p:nvSpPr>
        <p:spPr>
          <a:xfrm xmlns:a="http://schemas.openxmlformats.org/drawingml/2006/main">
            <a:off x="927163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09" name="Standardized person 905: without endpoint">
            <a:extLst xmlns:a="http://schemas.openxmlformats.org/drawingml/2006/main">
              <a:ext uri="{FF2B5EF4-FFF2-40B4-BE49-F238E27FC236}">
                <a16:creationId xmlns:a16="http://schemas.microsoft.com/office/drawing/2014/main" id="{1C7092E8-B37F-4A22-BE1D-C8C4215201EC}"/>
              </a:ext>
            </a:extLst>
          </p:cNvPr>
          <p:cNvSpPr>
            <a:spLocks xmlns:a="http://schemas.openxmlformats.org/drawingml/2006/main" noGrp="1"/>
          </p:cNvSpPr>
          <p:nvPr/>
        </p:nvSpPr>
        <p:spPr>
          <a:xfrm xmlns:a="http://schemas.openxmlformats.org/drawingml/2006/main">
            <a:off x="940308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0" name="Standardized person 906: without endpoint">
            <a:extLst xmlns:a="http://schemas.openxmlformats.org/drawingml/2006/main">
              <a:ext uri="{FF2B5EF4-FFF2-40B4-BE49-F238E27FC236}">
                <a16:creationId xmlns:a16="http://schemas.microsoft.com/office/drawing/2014/main" id="{2748DA91-F3FF-43EA-90CB-841899C891FD}"/>
              </a:ext>
            </a:extLst>
          </p:cNvPr>
          <p:cNvSpPr>
            <a:spLocks xmlns:a="http://schemas.openxmlformats.org/drawingml/2006/main" noGrp="1"/>
          </p:cNvSpPr>
          <p:nvPr/>
        </p:nvSpPr>
        <p:spPr>
          <a:xfrm xmlns:a="http://schemas.openxmlformats.org/drawingml/2006/main">
            <a:off x="953452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1" name="Standardized person 907: without endpoint">
            <a:extLst xmlns:a="http://schemas.openxmlformats.org/drawingml/2006/main">
              <a:ext uri="{FF2B5EF4-FFF2-40B4-BE49-F238E27FC236}">
                <a16:creationId xmlns:a16="http://schemas.microsoft.com/office/drawing/2014/main" id="{9078EC6D-A1A6-4EAA-B857-62B8C720E009}"/>
              </a:ext>
            </a:extLst>
          </p:cNvPr>
          <p:cNvSpPr>
            <a:spLocks xmlns:a="http://schemas.openxmlformats.org/drawingml/2006/main" noGrp="1"/>
          </p:cNvSpPr>
          <p:nvPr/>
        </p:nvSpPr>
        <p:spPr>
          <a:xfrm xmlns:a="http://schemas.openxmlformats.org/drawingml/2006/main">
            <a:off x="966597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2" name="Standardized person 908: without endpoint">
            <a:extLst xmlns:a="http://schemas.openxmlformats.org/drawingml/2006/main">
              <a:ext uri="{FF2B5EF4-FFF2-40B4-BE49-F238E27FC236}">
                <a16:creationId xmlns:a16="http://schemas.microsoft.com/office/drawing/2014/main" id="{FB89303F-9A93-4D35-B738-0E00F03608AE}"/>
              </a:ext>
            </a:extLst>
          </p:cNvPr>
          <p:cNvSpPr>
            <a:spLocks xmlns:a="http://schemas.openxmlformats.org/drawingml/2006/main" noGrp="1"/>
          </p:cNvSpPr>
          <p:nvPr/>
        </p:nvSpPr>
        <p:spPr>
          <a:xfrm xmlns:a="http://schemas.openxmlformats.org/drawingml/2006/main">
            <a:off x="979741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3" name="Standardized person 909: without endpoint">
            <a:extLst xmlns:a="http://schemas.openxmlformats.org/drawingml/2006/main">
              <a:ext uri="{FF2B5EF4-FFF2-40B4-BE49-F238E27FC236}">
                <a16:creationId xmlns:a16="http://schemas.microsoft.com/office/drawing/2014/main" id="{C300AABB-3F7D-4D01-AC7B-662B9BC802BF}"/>
              </a:ext>
            </a:extLst>
          </p:cNvPr>
          <p:cNvSpPr>
            <a:spLocks xmlns:a="http://schemas.openxmlformats.org/drawingml/2006/main" noGrp="1"/>
          </p:cNvSpPr>
          <p:nvPr/>
        </p:nvSpPr>
        <p:spPr>
          <a:xfrm xmlns:a="http://schemas.openxmlformats.org/drawingml/2006/main">
            <a:off x="992886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4" name="Standardized person 910: without endpoint">
            <a:extLst xmlns:a="http://schemas.openxmlformats.org/drawingml/2006/main">
              <a:ext uri="{FF2B5EF4-FFF2-40B4-BE49-F238E27FC236}">
                <a16:creationId xmlns:a16="http://schemas.microsoft.com/office/drawing/2014/main" id="{44192FE2-C54E-4FEC-9047-6BDE3FD31A73}"/>
              </a:ext>
            </a:extLst>
          </p:cNvPr>
          <p:cNvSpPr>
            <a:spLocks xmlns:a="http://schemas.openxmlformats.org/drawingml/2006/main" noGrp="1"/>
          </p:cNvSpPr>
          <p:nvPr/>
        </p:nvSpPr>
        <p:spPr>
          <a:xfrm xmlns:a="http://schemas.openxmlformats.org/drawingml/2006/main">
            <a:off x="1006030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5" name="Standardized person 911: without endpoint">
            <a:extLst xmlns:a="http://schemas.openxmlformats.org/drawingml/2006/main">
              <a:ext uri="{FF2B5EF4-FFF2-40B4-BE49-F238E27FC236}">
                <a16:creationId xmlns:a16="http://schemas.microsoft.com/office/drawing/2014/main" id="{9C2DF182-375D-4C22-87A6-04D2F090373F}"/>
              </a:ext>
            </a:extLst>
          </p:cNvPr>
          <p:cNvSpPr>
            <a:spLocks xmlns:a="http://schemas.openxmlformats.org/drawingml/2006/main" noGrp="1"/>
          </p:cNvSpPr>
          <p:nvPr/>
        </p:nvSpPr>
        <p:spPr>
          <a:xfrm xmlns:a="http://schemas.openxmlformats.org/drawingml/2006/main">
            <a:off x="1019175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6" name="Standardized person 912: without endpoint">
            <a:extLst xmlns:a="http://schemas.openxmlformats.org/drawingml/2006/main">
              <a:ext uri="{FF2B5EF4-FFF2-40B4-BE49-F238E27FC236}">
                <a16:creationId xmlns:a16="http://schemas.microsoft.com/office/drawing/2014/main" id="{AE4037E8-40BD-4317-AD85-AA553DB9FC53}"/>
              </a:ext>
            </a:extLst>
          </p:cNvPr>
          <p:cNvSpPr>
            <a:spLocks xmlns:a="http://schemas.openxmlformats.org/drawingml/2006/main" noGrp="1"/>
          </p:cNvSpPr>
          <p:nvPr/>
        </p:nvSpPr>
        <p:spPr>
          <a:xfrm xmlns:a="http://schemas.openxmlformats.org/drawingml/2006/main">
            <a:off x="1032319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7" name="Standardized person 913: without endpoint">
            <a:extLst xmlns:a="http://schemas.openxmlformats.org/drawingml/2006/main">
              <a:ext uri="{FF2B5EF4-FFF2-40B4-BE49-F238E27FC236}">
                <a16:creationId xmlns:a16="http://schemas.microsoft.com/office/drawing/2014/main" id="{D40C0F8F-5F8B-40E4-8DE7-AA9305D9B4E8}"/>
              </a:ext>
            </a:extLst>
          </p:cNvPr>
          <p:cNvSpPr>
            <a:spLocks xmlns:a="http://schemas.openxmlformats.org/drawingml/2006/main" noGrp="1"/>
          </p:cNvSpPr>
          <p:nvPr/>
        </p:nvSpPr>
        <p:spPr>
          <a:xfrm xmlns:a="http://schemas.openxmlformats.org/drawingml/2006/main">
            <a:off x="1045464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8" name="Standardized person 914: without endpoint">
            <a:extLst xmlns:a="http://schemas.openxmlformats.org/drawingml/2006/main">
              <a:ext uri="{FF2B5EF4-FFF2-40B4-BE49-F238E27FC236}">
                <a16:creationId xmlns:a16="http://schemas.microsoft.com/office/drawing/2014/main" id="{033B2D55-0A59-4373-A635-9CE12A97A988}"/>
              </a:ext>
            </a:extLst>
          </p:cNvPr>
          <p:cNvSpPr>
            <a:spLocks xmlns:a="http://schemas.openxmlformats.org/drawingml/2006/main" noGrp="1"/>
          </p:cNvSpPr>
          <p:nvPr/>
        </p:nvSpPr>
        <p:spPr>
          <a:xfrm xmlns:a="http://schemas.openxmlformats.org/drawingml/2006/main">
            <a:off x="1058608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19" name="Standardized person 915: without endpoint">
            <a:extLst xmlns:a="http://schemas.openxmlformats.org/drawingml/2006/main">
              <a:ext uri="{FF2B5EF4-FFF2-40B4-BE49-F238E27FC236}">
                <a16:creationId xmlns:a16="http://schemas.microsoft.com/office/drawing/2014/main" id="{2082B22D-B8E8-42B0-BE39-0CE8CD982067}"/>
              </a:ext>
            </a:extLst>
          </p:cNvPr>
          <p:cNvSpPr>
            <a:spLocks xmlns:a="http://schemas.openxmlformats.org/drawingml/2006/main" noGrp="1"/>
          </p:cNvSpPr>
          <p:nvPr/>
        </p:nvSpPr>
        <p:spPr>
          <a:xfrm xmlns:a="http://schemas.openxmlformats.org/drawingml/2006/main">
            <a:off x="1071753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0" name="Standardized person 916: without endpoint">
            <a:extLst xmlns:a="http://schemas.openxmlformats.org/drawingml/2006/main">
              <a:ext uri="{FF2B5EF4-FFF2-40B4-BE49-F238E27FC236}">
                <a16:creationId xmlns:a16="http://schemas.microsoft.com/office/drawing/2014/main" id="{9ECF80F4-25DB-44A1-A788-9E6FA79D5413}"/>
              </a:ext>
            </a:extLst>
          </p:cNvPr>
          <p:cNvSpPr>
            <a:spLocks xmlns:a="http://schemas.openxmlformats.org/drawingml/2006/main" noGrp="1"/>
          </p:cNvSpPr>
          <p:nvPr/>
        </p:nvSpPr>
        <p:spPr>
          <a:xfrm xmlns:a="http://schemas.openxmlformats.org/drawingml/2006/main">
            <a:off x="1084897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1" name="Standardized person 917: without endpoint">
            <a:extLst xmlns:a="http://schemas.openxmlformats.org/drawingml/2006/main">
              <a:ext uri="{FF2B5EF4-FFF2-40B4-BE49-F238E27FC236}">
                <a16:creationId xmlns:a16="http://schemas.microsoft.com/office/drawing/2014/main" id="{A9B53813-E644-4323-9701-D5CB3F61D9F2}"/>
              </a:ext>
            </a:extLst>
          </p:cNvPr>
          <p:cNvSpPr>
            <a:spLocks xmlns:a="http://schemas.openxmlformats.org/drawingml/2006/main" noGrp="1"/>
          </p:cNvSpPr>
          <p:nvPr/>
        </p:nvSpPr>
        <p:spPr>
          <a:xfrm xmlns:a="http://schemas.openxmlformats.org/drawingml/2006/main">
            <a:off x="1098042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2" name="Standardized person 918: without endpoint">
            <a:extLst xmlns:a="http://schemas.openxmlformats.org/drawingml/2006/main">
              <a:ext uri="{FF2B5EF4-FFF2-40B4-BE49-F238E27FC236}">
                <a16:creationId xmlns:a16="http://schemas.microsoft.com/office/drawing/2014/main" id="{F7F8F0AB-E74C-441E-B208-2EDED474BEEE}"/>
              </a:ext>
            </a:extLst>
          </p:cNvPr>
          <p:cNvSpPr>
            <a:spLocks xmlns:a="http://schemas.openxmlformats.org/drawingml/2006/main" noGrp="1"/>
          </p:cNvSpPr>
          <p:nvPr/>
        </p:nvSpPr>
        <p:spPr>
          <a:xfrm xmlns:a="http://schemas.openxmlformats.org/drawingml/2006/main">
            <a:off x="1111186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3" name="Standardized person 919: without endpoint">
            <a:extLst xmlns:a="http://schemas.openxmlformats.org/drawingml/2006/main">
              <a:ext uri="{FF2B5EF4-FFF2-40B4-BE49-F238E27FC236}">
                <a16:creationId xmlns:a16="http://schemas.microsoft.com/office/drawing/2014/main" id="{D4CD2C45-2F66-41D3-B188-FBC42551A45B}"/>
              </a:ext>
            </a:extLst>
          </p:cNvPr>
          <p:cNvSpPr>
            <a:spLocks xmlns:a="http://schemas.openxmlformats.org/drawingml/2006/main" noGrp="1"/>
          </p:cNvSpPr>
          <p:nvPr/>
        </p:nvSpPr>
        <p:spPr>
          <a:xfrm xmlns:a="http://schemas.openxmlformats.org/drawingml/2006/main">
            <a:off x="11243310"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4" name="Standardized person 920: without endpoint">
            <a:extLst xmlns:a="http://schemas.openxmlformats.org/drawingml/2006/main">
              <a:ext uri="{FF2B5EF4-FFF2-40B4-BE49-F238E27FC236}">
                <a16:creationId xmlns:a16="http://schemas.microsoft.com/office/drawing/2014/main" id="{0BDEC3A1-9D0E-4525-A26E-4476C61424CC}"/>
              </a:ext>
            </a:extLst>
          </p:cNvPr>
          <p:cNvSpPr>
            <a:spLocks xmlns:a="http://schemas.openxmlformats.org/drawingml/2006/main" noGrp="1"/>
          </p:cNvSpPr>
          <p:nvPr/>
        </p:nvSpPr>
        <p:spPr>
          <a:xfrm xmlns:a="http://schemas.openxmlformats.org/drawingml/2006/main">
            <a:off x="11374755" y="4927854"/>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5" name="Standardized person 921: without endpoint">
            <a:extLst xmlns:a="http://schemas.openxmlformats.org/drawingml/2006/main">
              <a:ext uri="{FF2B5EF4-FFF2-40B4-BE49-F238E27FC236}">
                <a16:creationId xmlns:a16="http://schemas.microsoft.com/office/drawing/2014/main" id="{35F51048-2D02-47AF-919C-939A5A13E16D}"/>
              </a:ext>
            </a:extLst>
          </p:cNvPr>
          <p:cNvSpPr>
            <a:spLocks xmlns:a="http://schemas.openxmlformats.org/drawingml/2006/main" noGrp="1"/>
          </p:cNvSpPr>
          <p:nvPr/>
        </p:nvSpPr>
        <p:spPr>
          <a:xfrm xmlns:a="http://schemas.openxmlformats.org/drawingml/2006/main">
            <a:off x="624840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6" name="Standardized person 922: without endpoint">
            <a:extLst xmlns:a="http://schemas.openxmlformats.org/drawingml/2006/main">
              <a:ext uri="{FF2B5EF4-FFF2-40B4-BE49-F238E27FC236}">
                <a16:creationId xmlns:a16="http://schemas.microsoft.com/office/drawing/2014/main" id="{C90719B3-EAB7-4EAC-B439-EEA2847083C2}"/>
              </a:ext>
            </a:extLst>
          </p:cNvPr>
          <p:cNvSpPr>
            <a:spLocks xmlns:a="http://schemas.openxmlformats.org/drawingml/2006/main" noGrp="1"/>
          </p:cNvSpPr>
          <p:nvPr/>
        </p:nvSpPr>
        <p:spPr>
          <a:xfrm xmlns:a="http://schemas.openxmlformats.org/drawingml/2006/main">
            <a:off x="637984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7" name="Standardized person 923: without endpoint">
            <a:extLst xmlns:a="http://schemas.openxmlformats.org/drawingml/2006/main">
              <a:ext uri="{FF2B5EF4-FFF2-40B4-BE49-F238E27FC236}">
                <a16:creationId xmlns:a16="http://schemas.microsoft.com/office/drawing/2014/main" id="{B9D0D5CC-7C64-4B55-AF4B-629012CEE15E}"/>
              </a:ext>
            </a:extLst>
          </p:cNvPr>
          <p:cNvSpPr>
            <a:spLocks xmlns:a="http://schemas.openxmlformats.org/drawingml/2006/main" noGrp="1"/>
          </p:cNvSpPr>
          <p:nvPr/>
        </p:nvSpPr>
        <p:spPr>
          <a:xfrm xmlns:a="http://schemas.openxmlformats.org/drawingml/2006/main">
            <a:off x="651129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8" name="Standardized person 924: without endpoint">
            <a:extLst xmlns:a="http://schemas.openxmlformats.org/drawingml/2006/main">
              <a:ext uri="{FF2B5EF4-FFF2-40B4-BE49-F238E27FC236}">
                <a16:creationId xmlns:a16="http://schemas.microsoft.com/office/drawing/2014/main" id="{C1ED0776-8EF7-4838-930C-96C89047C5BA}"/>
              </a:ext>
            </a:extLst>
          </p:cNvPr>
          <p:cNvSpPr>
            <a:spLocks xmlns:a="http://schemas.openxmlformats.org/drawingml/2006/main" noGrp="1"/>
          </p:cNvSpPr>
          <p:nvPr/>
        </p:nvSpPr>
        <p:spPr>
          <a:xfrm xmlns:a="http://schemas.openxmlformats.org/drawingml/2006/main">
            <a:off x="664273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29" name="Standardized person 925: without endpoint">
            <a:extLst xmlns:a="http://schemas.openxmlformats.org/drawingml/2006/main">
              <a:ext uri="{FF2B5EF4-FFF2-40B4-BE49-F238E27FC236}">
                <a16:creationId xmlns:a16="http://schemas.microsoft.com/office/drawing/2014/main" id="{9793D3E0-F08A-477B-9B50-0EDC46E4FA64}"/>
              </a:ext>
            </a:extLst>
          </p:cNvPr>
          <p:cNvSpPr>
            <a:spLocks xmlns:a="http://schemas.openxmlformats.org/drawingml/2006/main" noGrp="1"/>
          </p:cNvSpPr>
          <p:nvPr/>
        </p:nvSpPr>
        <p:spPr>
          <a:xfrm xmlns:a="http://schemas.openxmlformats.org/drawingml/2006/main">
            <a:off x="677418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0" name="Standardized person 926: without endpoint">
            <a:extLst xmlns:a="http://schemas.openxmlformats.org/drawingml/2006/main">
              <a:ext uri="{FF2B5EF4-FFF2-40B4-BE49-F238E27FC236}">
                <a16:creationId xmlns:a16="http://schemas.microsoft.com/office/drawing/2014/main" id="{30DD44DD-0BF2-405E-BE85-CB6DE0592132}"/>
              </a:ext>
            </a:extLst>
          </p:cNvPr>
          <p:cNvSpPr>
            <a:spLocks xmlns:a="http://schemas.openxmlformats.org/drawingml/2006/main" noGrp="1"/>
          </p:cNvSpPr>
          <p:nvPr/>
        </p:nvSpPr>
        <p:spPr>
          <a:xfrm xmlns:a="http://schemas.openxmlformats.org/drawingml/2006/main">
            <a:off x="690562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1" name="Standardized person 927: without endpoint">
            <a:extLst xmlns:a="http://schemas.openxmlformats.org/drawingml/2006/main">
              <a:ext uri="{FF2B5EF4-FFF2-40B4-BE49-F238E27FC236}">
                <a16:creationId xmlns:a16="http://schemas.microsoft.com/office/drawing/2014/main" id="{B7372BC8-00E5-45F0-9F71-0BB75F9C099F}"/>
              </a:ext>
            </a:extLst>
          </p:cNvPr>
          <p:cNvSpPr>
            <a:spLocks xmlns:a="http://schemas.openxmlformats.org/drawingml/2006/main" noGrp="1"/>
          </p:cNvSpPr>
          <p:nvPr/>
        </p:nvSpPr>
        <p:spPr>
          <a:xfrm xmlns:a="http://schemas.openxmlformats.org/drawingml/2006/main">
            <a:off x="703707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2" name="Standardized person 928: without endpoint">
            <a:extLst xmlns:a="http://schemas.openxmlformats.org/drawingml/2006/main">
              <a:ext uri="{FF2B5EF4-FFF2-40B4-BE49-F238E27FC236}">
                <a16:creationId xmlns:a16="http://schemas.microsoft.com/office/drawing/2014/main" id="{3D6AD3FC-9D83-44C9-BDC6-6C5A5FA6A9F7}"/>
              </a:ext>
            </a:extLst>
          </p:cNvPr>
          <p:cNvSpPr>
            <a:spLocks xmlns:a="http://schemas.openxmlformats.org/drawingml/2006/main" noGrp="1"/>
          </p:cNvSpPr>
          <p:nvPr/>
        </p:nvSpPr>
        <p:spPr>
          <a:xfrm xmlns:a="http://schemas.openxmlformats.org/drawingml/2006/main">
            <a:off x="716851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3" name="Standardized person 929: without endpoint">
            <a:extLst xmlns:a="http://schemas.openxmlformats.org/drawingml/2006/main">
              <a:ext uri="{FF2B5EF4-FFF2-40B4-BE49-F238E27FC236}">
                <a16:creationId xmlns:a16="http://schemas.microsoft.com/office/drawing/2014/main" id="{1EA0EEFA-723D-48AD-A8AE-6EB8EC962945}"/>
              </a:ext>
            </a:extLst>
          </p:cNvPr>
          <p:cNvSpPr>
            <a:spLocks xmlns:a="http://schemas.openxmlformats.org/drawingml/2006/main" noGrp="1"/>
          </p:cNvSpPr>
          <p:nvPr/>
        </p:nvSpPr>
        <p:spPr>
          <a:xfrm xmlns:a="http://schemas.openxmlformats.org/drawingml/2006/main">
            <a:off x="729996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4" name="Standardized person 930: without endpoint">
            <a:extLst xmlns:a="http://schemas.openxmlformats.org/drawingml/2006/main">
              <a:ext uri="{FF2B5EF4-FFF2-40B4-BE49-F238E27FC236}">
                <a16:creationId xmlns:a16="http://schemas.microsoft.com/office/drawing/2014/main" id="{50D0A443-B907-4E7A-ADB2-6114EAC962B1}"/>
              </a:ext>
            </a:extLst>
          </p:cNvPr>
          <p:cNvSpPr>
            <a:spLocks xmlns:a="http://schemas.openxmlformats.org/drawingml/2006/main" noGrp="1"/>
          </p:cNvSpPr>
          <p:nvPr/>
        </p:nvSpPr>
        <p:spPr>
          <a:xfrm xmlns:a="http://schemas.openxmlformats.org/drawingml/2006/main">
            <a:off x="743140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5" name="Standardized person 931: without endpoint">
            <a:extLst xmlns:a="http://schemas.openxmlformats.org/drawingml/2006/main">
              <a:ext uri="{FF2B5EF4-FFF2-40B4-BE49-F238E27FC236}">
                <a16:creationId xmlns:a16="http://schemas.microsoft.com/office/drawing/2014/main" id="{5E4D723A-33E5-4F1D-B5D8-5F58BDB23560}"/>
              </a:ext>
            </a:extLst>
          </p:cNvPr>
          <p:cNvSpPr>
            <a:spLocks xmlns:a="http://schemas.openxmlformats.org/drawingml/2006/main" noGrp="1"/>
          </p:cNvSpPr>
          <p:nvPr/>
        </p:nvSpPr>
        <p:spPr>
          <a:xfrm xmlns:a="http://schemas.openxmlformats.org/drawingml/2006/main">
            <a:off x="756285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6" name="Standardized person 932: without endpoint">
            <a:extLst xmlns:a="http://schemas.openxmlformats.org/drawingml/2006/main">
              <a:ext uri="{FF2B5EF4-FFF2-40B4-BE49-F238E27FC236}">
                <a16:creationId xmlns:a16="http://schemas.microsoft.com/office/drawing/2014/main" id="{95D3766C-F449-4282-B812-0A675FAA8BCF}"/>
              </a:ext>
            </a:extLst>
          </p:cNvPr>
          <p:cNvSpPr>
            <a:spLocks xmlns:a="http://schemas.openxmlformats.org/drawingml/2006/main" noGrp="1"/>
          </p:cNvSpPr>
          <p:nvPr/>
        </p:nvSpPr>
        <p:spPr>
          <a:xfrm xmlns:a="http://schemas.openxmlformats.org/drawingml/2006/main">
            <a:off x="769429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7" name="Standardized person 933: without endpoint">
            <a:extLst xmlns:a="http://schemas.openxmlformats.org/drawingml/2006/main">
              <a:ext uri="{FF2B5EF4-FFF2-40B4-BE49-F238E27FC236}">
                <a16:creationId xmlns:a16="http://schemas.microsoft.com/office/drawing/2014/main" id="{C887ADA9-6A03-4B82-898C-9679A5FA327D}"/>
              </a:ext>
            </a:extLst>
          </p:cNvPr>
          <p:cNvSpPr>
            <a:spLocks xmlns:a="http://schemas.openxmlformats.org/drawingml/2006/main" noGrp="1"/>
          </p:cNvSpPr>
          <p:nvPr/>
        </p:nvSpPr>
        <p:spPr>
          <a:xfrm xmlns:a="http://schemas.openxmlformats.org/drawingml/2006/main">
            <a:off x="782574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8" name="Standardized person 934: without endpoint">
            <a:extLst xmlns:a="http://schemas.openxmlformats.org/drawingml/2006/main">
              <a:ext uri="{FF2B5EF4-FFF2-40B4-BE49-F238E27FC236}">
                <a16:creationId xmlns:a16="http://schemas.microsoft.com/office/drawing/2014/main" id="{CDC23ACC-3075-498B-9CF9-BD58795FAA7B}"/>
              </a:ext>
            </a:extLst>
          </p:cNvPr>
          <p:cNvSpPr>
            <a:spLocks xmlns:a="http://schemas.openxmlformats.org/drawingml/2006/main" noGrp="1"/>
          </p:cNvSpPr>
          <p:nvPr/>
        </p:nvSpPr>
        <p:spPr>
          <a:xfrm xmlns:a="http://schemas.openxmlformats.org/drawingml/2006/main">
            <a:off x="795718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39" name="Standardized person 935: without endpoint">
            <a:extLst xmlns:a="http://schemas.openxmlformats.org/drawingml/2006/main">
              <a:ext uri="{FF2B5EF4-FFF2-40B4-BE49-F238E27FC236}">
                <a16:creationId xmlns:a16="http://schemas.microsoft.com/office/drawing/2014/main" id="{DCF5F467-BDF1-4D1F-B985-835DF6771EE1}"/>
              </a:ext>
            </a:extLst>
          </p:cNvPr>
          <p:cNvSpPr>
            <a:spLocks xmlns:a="http://schemas.openxmlformats.org/drawingml/2006/main" noGrp="1"/>
          </p:cNvSpPr>
          <p:nvPr/>
        </p:nvSpPr>
        <p:spPr>
          <a:xfrm xmlns:a="http://schemas.openxmlformats.org/drawingml/2006/main">
            <a:off x="808863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0" name="Standardized person 936: without endpoint">
            <a:extLst xmlns:a="http://schemas.openxmlformats.org/drawingml/2006/main">
              <a:ext uri="{FF2B5EF4-FFF2-40B4-BE49-F238E27FC236}">
                <a16:creationId xmlns:a16="http://schemas.microsoft.com/office/drawing/2014/main" id="{CB37B4CC-34BF-4984-8152-D6FF0894C224}"/>
              </a:ext>
            </a:extLst>
          </p:cNvPr>
          <p:cNvSpPr>
            <a:spLocks xmlns:a="http://schemas.openxmlformats.org/drawingml/2006/main" noGrp="1"/>
          </p:cNvSpPr>
          <p:nvPr/>
        </p:nvSpPr>
        <p:spPr>
          <a:xfrm xmlns:a="http://schemas.openxmlformats.org/drawingml/2006/main">
            <a:off x="822007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1" name="Standardized person 937: without endpoint">
            <a:extLst xmlns:a="http://schemas.openxmlformats.org/drawingml/2006/main">
              <a:ext uri="{FF2B5EF4-FFF2-40B4-BE49-F238E27FC236}">
                <a16:creationId xmlns:a16="http://schemas.microsoft.com/office/drawing/2014/main" id="{39D9A339-A352-4BAF-BF09-7A0FC58FBC73}"/>
              </a:ext>
            </a:extLst>
          </p:cNvPr>
          <p:cNvSpPr>
            <a:spLocks xmlns:a="http://schemas.openxmlformats.org/drawingml/2006/main" noGrp="1"/>
          </p:cNvSpPr>
          <p:nvPr/>
        </p:nvSpPr>
        <p:spPr>
          <a:xfrm xmlns:a="http://schemas.openxmlformats.org/drawingml/2006/main">
            <a:off x="835152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2" name="Standardized person 938: without endpoint">
            <a:extLst xmlns:a="http://schemas.openxmlformats.org/drawingml/2006/main">
              <a:ext uri="{FF2B5EF4-FFF2-40B4-BE49-F238E27FC236}">
                <a16:creationId xmlns:a16="http://schemas.microsoft.com/office/drawing/2014/main" id="{EB8C1426-48EB-4B00-92E8-BFD409E0B5BD}"/>
              </a:ext>
            </a:extLst>
          </p:cNvPr>
          <p:cNvSpPr>
            <a:spLocks xmlns:a="http://schemas.openxmlformats.org/drawingml/2006/main" noGrp="1"/>
          </p:cNvSpPr>
          <p:nvPr/>
        </p:nvSpPr>
        <p:spPr>
          <a:xfrm xmlns:a="http://schemas.openxmlformats.org/drawingml/2006/main">
            <a:off x="848296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3" name="Standardized person 939: without endpoint">
            <a:extLst xmlns:a="http://schemas.openxmlformats.org/drawingml/2006/main">
              <a:ext uri="{FF2B5EF4-FFF2-40B4-BE49-F238E27FC236}">
                <a16:creationId xmlns:a16="http://schemas.microsoft.com/office/drawing/2014/main" id="{AF00AE2B-3671-4156-BCE3-63F1770D937D}"/>
              </a:ext>
            </a:extLst>
          </p:cNvPr>
          <p:cNvSpPr>
            <a:spLocks xmlns:a="http://schemas.openxmlformats.org/drawingml/2006/main" noGrp="1"/>
          </p:cNvSpPr>
          <p:nvPr/>
        </p:nvSpPr>
        <p:spPr>
          <a:xfrm xmlns:a="http://schemas.openxmlformats.org/drawingml/2006/main">
            <a:off x="861441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4" name="Standardized person 940: without endpoint">
            <a:extLst xmlns:a="http://schemas.openxmlformats.org/drawingml/2006/main">
              <a:ext uri="{FF2B5EF4-FFF2-40B4-BE49-F238E27FC236}">
                <a16:creationId xmlns:a16="http://schemas.microsoft.com/office/drawing/2014/main" id="{626F2940-3494-4585-B5B8-E83D9E75A6EA}"/>
              </a:ext>
            </a:extLst>
          </p:cNvPr>
          <p:cNvSpPr>
            <a:spLocks xmlns:a="http://schemas.openxmlformats.org/drawingml/2006/main" noGrp="1"/>
          </p:cNvSpPr>
          <p:nvPr/>
        </p:nvSpPr>
        <p:spPr>
          <a:xfrm xmlns:a="http://schemas.openxmlformats.org/drawingml/2006/main">
            <a:off x="874585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5" name="Standardized person 941: without endpoint">
            <a:extLst xmlns:a="http://schemas.openxmlformats.org/drawingml/2006/main">
              <a:ext uri="{FF2B5EF4-FFF2-40B4-BE49-F238E27FC236}">
                <a16:creationId xmlns:a16="http://schemas.microsoft.com/office/drawing/2014/main" id="{C2CA1C64-6373-4582-86E9-065C702CF715}"/>
              </a:ext>
            </a:extLst>
          </p:cNvPr>
          <p:cNvSpPr>
            <a:spLocks xmlns:a="http://schemas.openxmlformats.org/drawingml/2006/main" noGrp="1"/>
          </p:cNvSpPr>
          <p:nvPr/>
        </p:nvSpPr>
        <p:spPr>
          <a:xfrm xmlns:a="http://schemas.openxmlformats.org/drawingml/2006/main">
            <a:off x="887730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6" name="Standardized person 942: without endpoint">
            <a:extLst xmlns:a="http://schemas.openxmlformats.org/drawingml/2006/main">
              <a:ext uri="{FF2B5EF4-FFF2-40B4-BE49-F238E27FC236}">
                <a16:creationId xmlns:a16="http://schemas.microsoft.com/office/drawing/2014/main" id="{D0105BDE-C8CD-47B9-BD57-5DEB85DFC9CF}"/>
              </a:ext>
            </a:extLst>
          </p:cNvPr>
          <p:cNvSpPr>
            <a:spLocks xmlns:a="http://schemas.openxmlformats.org/drawingml/2006/main" noGrp="1"/>
          </p:cNvSpPr>
          <p:nvPr/>
        </p:nvSpPr>
        <p:spPr>
          <a:xfrm xmlns:a="http://schemas.openxmlformats.org/drawingml/2006/main">
            <a:off x="900874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7" name="Standardized person 943: without endpoint">
            <a:extLst xmlns:a="http://schemas.openxmlformats.org/drawingml/2006/main">
              <a:ext uri="{FF2B5EF4-FFF2-40B4-BE49-F238E27FC236}">
                <a16:creationId xmlns:a16="http://schemas.microsoft.com/office/drawing/2014/main" id="{8B78C41B-1EBB-4542-B3A4-558A15FDC815}"/>
              </a:ext>
            </a:extLst>
          </p:cNvPr>
          <p:cNvSpPr>
            <a:spLocks xmlns:a="http://schemas.openxmlformats.org/drawingml/2006/main" noGrp="1"/>
          </p:cNvSpPr>
          <p:nvPr/>
        </p:nvSpPr>
        <p:spPr>
          <a:xfrm xmlns:a="http://schemas.openxmlformats.org/drawingml/2006/main">
            <a:off x="914019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8" name="Standardized person 944: without endpoint">
            <a:extLst xmlns:a="http://schemas.openxmlformats.org/drawingml/2006/main">
              <a:ext uri="{FF2B5EF4-FFF2-40B4-BE49-F238E27FC236}">
                <a16:creationId xmlns:a16="http://schemas.microsoft.com/office/drawing/2014/main" id="{C78F7F7B-A685-42F6-AEE0-0693A46AE0BD}"/>
              </a:ext>
            </a:extLst>
          </p:cNvPr>
          <p:cNvSpPr>
            <a:spLocks xmlns:a="http://schemas.openxmlformats.org/drawingml/2006/main" noGrp="1"/>
          </p:cNvSpPr>
          <p:nvPr/>
        </p:nvSpPr>
        <p:spPr>
          <a:xfrm xmlns:a="http://schemas.openxmlformats.org/drawingml/2006/main">
            <a:off x="927163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49" name="Standardized person 945: without endpoint">
            <a:extLst xmlns:a="http://schemas.openxmlformats.org/drawingml/2006/main">
              <a:ext uri="{FF2B5EF4-FFF2-40B4-BE49-F238E27FC236}">
                <a16:creationId xmlns:a16="http://schemas.microsoft.com/office/drawing/2014/main" id="{8D5529BB-563D-4E1D-B4E8-32DCE8E382E5}"/>
              </a:ext>
            </a:extLst>
          </p:cNvPr>
          <p:cNvSpPr>
            <a:spLocks xmlns:a="http://schemas.openxmlformats.org/drawingml/2006/main" noGrp="1"/>
          </p:cNvSpPr>
          <p:nvPr/>
        </p:nvSpPr>
        <p:spPr>
          <a:xfrm xmlns:a="http://schemas.openxmlformats.org/drawingml/2006/main">
            <a:off x="940308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0" name="Standardized person 946: without endpoint">
            <a:extLst xmlns:a="http://schemas.openxmlformats.org/drawingml/2006/main">
              <a:ext uri="{FF2B5EF4-FFF2-40B4-BE49-F238E27FC236}">
                <a16:creationId xmlns:a16="http://schemas.microsoft.com/office/drawing/2014/main" id="{966CAB78-317C-4603-B92D-80086ACBE527}"/>
              </a:ext>
            </a:extLst>
          </p:cNvPr>
          <p:cNvSpPr>
            <a:spLocks xmlns:a="http://schemas.openxmlformats.org/drawingml/2006/main" noGrp="1"/>
          </p:cNvSpPr>
          <p:nvPr/>
        </p:nvSpPr>
        <p:spPr>
          <a:xfrm xmlns:a="http://schemas.openxmlformats.org/drawingml/2006/main">
            <a:off x="953452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1" name="Standardized person 947: without endpoint">
            <a:extLst xmlns:a="http://schemas.openxmlformats.org/drawingml/2006/main">
              <a:ext uri="{FF2B5EF4-FFF2-40B4-BE49-F238E27FC236}">
                <a16:creationId xmlns:a16="http://schemas.microsoft.com/office/drawing/2014/main" id="{AB61CA14-004D-4ED9-8CE1-C3285F89D6F7}"/>
              </a:ext>
            </a:extLst>
          </p:cNvPr>
          <p:cNvSpPr>
            <a:spLocks xmlns:a="http://schemas.openxmlformats.org/drawingml/2006/main" noGrp="1"/>
          </p:cNvSpPr>
          <p:nvPr/>
        </p:nvSpPr>
        <p:spPr>
          <a:xfrm xmlns:a="http://schemas.openxmlformats.org/drawingml/2006/main">
            <a:off x="966597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2" name="Standardized person 948: without endpoint">
            <a:extLst xmlns:a="http://schemas.openxmlformats.org/drawingml/2006/main">
              <a:ext uri="{FF2B5EF4-FFF2-40B4-BE49-F238E27FC236}">
                <a16:creationId xmlns:a16="http://schemas.microsoft.com/office/drawing/2014/main" id="{F44681ED-6E6C-4524-A693-B60926A8AB88}"/>
              </a:ext>
            </a:extLst>
          </p:cNvPr>
          <p:cNvSpPr>
            <a:spLocks xmlns:a="http://schemas.openxmlformats.org/drawingml/2006/main" noGrp="1"/>
          </p:cNvSpPr>
          <p:nvPr/>
        </p:nvSpPr>
        <p:spPr>
          <a:xfrm xmlns:a="http://schemas.openxmlformats.org/drawingml/2006/main">
            <a:off x="979741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3" name="Standardized person 949: without endpoint">
            <a:extLst xmlns:a="http://schemas.openxmlformats.org/drawingml/2006/main">
              <a:ext uri="{FF2B5EF4-FFF2-40B4-BE49-F238E27FC236}">
                <a16:creationId xmlns:a16="http://schemas.microsoft.com/office/drawing/2014/main" id="{73DFD9D2-0D3C-4D1F-AD98-14FD8C542FAF}"/>
              </a:ext>
            </a:extLst>
          </p:cNvPr>
          <p:cNvSpPr>
            <a:spLocks xmlns:a="http://schemas.openxmlformats.org/drawingml/2006/main" noGrp="1"/>
          </p:cNvSpPr>
          <p:nvPr/>
        </p:nvSpPr>
        <p:spPr>
          <a:xfrm xmlns:a="http://schemas.openxmlformats.org/drawingml/2006/main">
            <a:off x="992886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4" name="Standardized person 950: without endpoint">
            <a:extLst xmlns:a="http://schemas.openxmlformats.org/drawingml/2006/main">
              <a:ext uri="{FF2B5EF4-FFF2-40B4-BE49-F238E27FC236}">
                <a16:creationId xmlns:a16="http://schemas.microsoft.com/office/drawing/2014/main" id="{F62BEC77-6D5B-4933-94AD-FE66DF228737}"/>
              </a:ext>
            </a:extLst>
          </p:cNvPr>
          <p:cNvSpPr>
            <a:spLocks xmlns:a="http://schemas.openxmlformats.org/drawingml/2006/main" noGrp="1"/>
          </p:cNvSpPr>
          <p:nvPr/>
        </p:nvSpPr>
        <p:spPr>
          <a:xfrm xmlns:a="http://schemas.openxmlformats.org/drawingml/2006/main">
            <a:off x="1006030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5" name="Standardized person 951: without endpoint">
            <a:extLst xmlns:a="http://schemas.openxmlformats.org/drawingml/2006/main">
              <a:ext uri="{FF2B5EF4-FFF2-40B4-BE49-F238E27FC236}">
                <a16:creationId xmlns:a16="http://schemas.microsoft.com/office/drawing/2014/main" id="{4DC74B4C-252C-4B7B-B108-79E80C106728}"/>
              </a:ext>
            </a:extLst>
          </p:cNvPr>
          <p:cNvSpPr>
            <a:spLocks xmlns:a="http://schemas.openxmlformats.org/drawingml/2006/main" noGrp="1"/>
          </p:cNvSpPr>
          <p:nvPr/>
        </p:nvSpPr>
        <p:spPr>
          <a:xfrm xmlns:a="http://schemas.openxmlformats.org/drawingml/2006/main">
            <a:off x="1019175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6" name="Standardized person 952: without endpoint">
            <a:extLst xmlns:a="http://schemas.openxmlformats.org/drawingml/2006/main">
              <a:ext uri="{FF2B5EF4-FFF2-40B4-BE49-F238E27FC236}">
                <a16:creationId xmlns:a16="http://schemas.microsoft.com/office/drawing/2014/main" id="{C293B9F3-9BDB-4524-BEF7-1F27EDDA3C0F}"/>
              </a:ext>
            </a:extLst>
          </p:cNvPr>
          <p:cNvSpPr>
            <a:spLocks xmlns:a="http://schemas.openxmlformats.org/drawingml/2006/main" noGrp="1"/>
          </p:cNvSpPr>
          <p:nvPr/>
        </p:nvSpPr>
        <p:spPr>
          <a:xfrm xmlns:a="http://schemas.openxmlformats.org/drawingml/2006/main">
            <a:off x="1032319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7" name="Standardized person 953: without endpoint">
            <a:extLst xmlns:a="http://schemas.openxmlformats.org/drawingml/2006/main">
              <a:ext uri="{FF2B5EF4-FFF2-40B4-BE49-F238E27FC236}">
                <a16:creationId xmlns:a16="http://schemas.microsoft.com/office/drawing/2014/main" id="{6EEFE47C-880D-44B2-A81C-DB3B3752BD93}"/>
              </a:ext>
            </a:extLst>
          </p:cNvPr>
          <p:cNvSpPr>
            <a:spLocks xmlns:a="http://schemas.openxmlformats.org/drawingml/2006/main" noGrp="1"/>
          </p:cNvSpPr>
          <p:nvPr/>
        </p:nvSpPr>
        <p:spPr>
          <a:xfrm xmlns:a="http://schemas.openxmlformats.org/drawingml/2006/main">
            <a:off x="1045464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8" name="Standardized person 954: without endpoint">
            <a:extLst xmlns:a="http://schemas.openxmlformats.org/drawingml/2006/main">
              <a:ext uri="{FF2B5EF4-FFF2-40B4-BE49-F238E27FC236}">
                <a16:creationId xmlns:a16="http://schemas.microsoft.com/office/drawing/2014/main" id="{108E281C-336F-4B9E-9728-CC8686206432}"/>
              </a:ext>
            </a:extLst>
          </p:cNvPr>
          <p:cNvSpPr>
            <a:spLocks xmlns:a="http://schemas.openxmlformats.org/drawingml/2006/main" noGrp="1"/>
          </p:cNvSpPr>
          <p:nvPr/>
        </p:nvSpPr>
        <p:spPr>
          <a:xfrm xmlns:a="http://schemas.openxmlformats.org/drawingml/2006/main">
            <a:off x="1058608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59" name="Standardized person 955: without endpoint">
            <a:extLst xmlns:a="http://schemas.openxmlformats.org/drawingml/2006/main">
              <a:ext uri="{FF2B5EF4-FFF2-40B4-BE49-F238E27FC236}">
                <a16:creationId xmlns:a16="http://schemas.microsoft.com/office/drawing/2014/main" id="{DC51A5F4-6DE0-451B-A967-C255FA02267F}"/>
              </a:ext>
            </a:extLst>
          </p:cNvPr>
          <p:cNvSpPr>
            <a:spLocks xmlns:a="http://schemas.openxmlformats.org/drawingml/2006/main" noGrp="1"/>
          </p:cNvSpPr>
          <p:nvPr/>
        </p:nvSpPr>
        <p:spPr>
          <a:xfrm xmlns:a="http://schemas.openxmlformats.org/drawingml/2006/main">
            <a:off x="1071753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0" name="Standardized person 956: without endpoint">
            <a:extLst xmlns:a="http://schemas.openxmlformats.org/drawingml/2006/main">
              <a:ext uri="{FF2B5EF4-FFF2-40B4-BE49-F238E27FC236}">
                <a16:creationId xmlns:a16="http://schemas.microsoft.com/office/drawing/2014/main" id="{29DD9D97-7455-4D43-A708-6A435DD4FB31}"/>
              </a:ext>
            </a:extLst>
          </p:cNvPr>
          <p:cNvSpPr>
            <a:spLocks xmlns:a="http://schemas.openxmlformats.org/drawingml/2006/main" noGrp="1"/>
          </p:cNvSpPr>
          <p:nvPr/>
        </p:nvSpPr>
        <p:spPr>
          <a:xfrm xmlns:a="http://schemas.openxmlformats.org/drawingml/2006/main">
            <a:off x="1084897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1" name="Standardized person 957: without endpoint">
            <a:extLst xmlns:a="http://schemas.openxmlformats.org/drawingml/2006/main">
              <a:ext uri="{FF2B5EF4-FFF2-40B4-BE49-F238E27FC236}">
                <a16:creationId xmlns:a16="http://schemas.microsoft.com/office/drawing/2014/main" id="{DE758234-560D-41CC-9421-2D79398CADCF}"/>
              </a:ext>
            </a:extLst>
          </p:cNvPr>
          <p:cNvSpPr>
            <a:spLocks xmlns:a="http://schemas.openxmlformats.org/drawingml/2006/main" noGrp="1"/>
          </p:cNvSpPr>
          <p:nvPr/>
        </p:nvSpPr>
        <p:spPr>
          <a:xfrm xmlns:a="http://schemas.openxmlformats.org/drawingml/2006/main">
            <a:off x="1098042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2" name="Standardized person 958: without endpoint">
            <a:extLst xmlns:a="http://schemas.openxmlformats.org/drawingml/2006/main">
              <a:ext uri="{FF2B5EF4-FFF2-40B4-BE49-F238E27FC236}">
                <a16:creationId xmlns:a16="http://schemas.microsoft.com/office/drawing/2014/main" id="{E0E6C0BB-A5FE-4439-BA5E-21FB2296A7CB}"/>
              </a:ext>
            </a:extLst>
          </p:cNvPr>
          <p:cNvSpPr>
            <a:spLocks xmlns:a="http://schemas.openxmlformats.org/drawingml/2006/main" noGrp="1"/>
          </p:cNvSpPr>
          <p:nvPr/>
        </p:nvSpPr>
        <p:spPr>
          <a:xfrm xmlns:a="http://schemas.openxmlformats.org/drawingml/2006/main">
            <a:off x="1111186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3" name="Standardized person 959: without endpoint">
            <a:extLst xmlns:a="http://schemas.openxmlformats.org/drawingml/2006/main">
              <a:ext uri="{FF2B5EF4-FFF2-40B4-BE49-F238E27FC236}">
                <a16:creationId xmlns:a16="http://schemas.microsoft.com/office/drawing/2014/main" id="{7287AC31-0B73-411C-8056-7B6AD12D4A8C}"/>
              </a:ext>
            </a:extLst>
          </p:cNvPr>
          <p:cNvSpPr>
            <a:spLocks xmlns:a="http://schemas.openxmlformats.org/drawingml/2006/main" noGrp="1"/>
          </p:cNvSpPr>
          <p:nvPr/>
        </p:nvSpPr>
        <p:spPr>
          <a:xfrm xmlns:a="http://schemas.openxmlformats.org/drawingml/2006/main">
            <a:off x="11243310"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4" name="Standardized person 960: without endpoint">
            <a:extLst xmlns:a="http://schemas.openxmlformats.org/drawingml/2006/main">
              <a:ext uri="{FF2B5EF4-FFF2-40B4-BE49-F238E27FC236}">
                <a16:creationId xmlns:a16="http://schemas.microsoft.com/office/drawing/2014/main" id="{1851ECB2-B6F1-4FE2-B6F4-4AC618356785}"/>
              </a:ext>
            </a:extLst>
          </p:cNvPr>
          <p:cNvSpPr>
            <a:spLocks xmlns:a="http://schemas.openxmlformats.org/drawingml/2006/main" noGrp="1"/>
          </p:cNvSpPr>
          <p:nvPr/>
        </p:nvSpPr>
        <p:spPr>
          <a:xfrm xmlns:a="http://schemas.openxmlformats.org/drawingml/2006/main">
            <a:off x="11374755" y="5031486"/>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5" name="Standardized person 961: without endpoint">
            <a:extLst xmlns:a="http://schemas.openxmlformats.org/drawingml/2006/main">
              <a:ext uri="{FF2B5EF4-FFF2-40B4-BE49-F238E27FC236}">
                <a16:creationId xmlns:a16="http://schemas.microsoft.com/office/drawing/2014/main" id="{5D02ED4F-5964-4619-AF88-65DF4AEF2C90}"/>
              </a:ext>
            </a:extLst>
          </p:cNvPr>
          <p:cNvSpPr>
            <a:spLocks xmlns:a="http://schemas.openxmlformats.org/drawingml/2006/main" noGrp="1"/>
          </p:cNvSpPr>
          <p:nvPr/>
        </p:nvSpPr>
        <p:spPr>
          <a:xfrm xmlns:a="http://schemas.openxmlformats.org/drawingml/2006/main">
            <a:off x="624840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6" name="Standardized person 962: without endpoint">
            <a:extLst xmlns:a="http://schemas.openxmlformats.org/drawingml/2006/main">
              <a:ext uri="{FF2B5EF4-FFF2-40B4-BE49-F238E27FC236}">
                <a16:creationId xmlns:a16="http://schemas.microsoft.com/office/drawing/2014/main" id="{1C610D0D-2B86-4A37-91A2-4BA46819E1F2}"/>
              </a:ext>
            </a:extLst>
          </p:cNvPr>
          <p:cNvSpPr>
            <a:spLocks xmlns:a="http://schemas.openxmlformats.org/drawingml/2006/main" noGrp="1"/>
          </p:cNvSpPr>
          <p:nvPr/>
        </p:nvSpPr>
        <p:spPr>
          <a:xfrm xmlns:a="http://schemas.openxmlformats.org/drawingml/2006/main">
            <a:off x="637984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7" name="Standardized person 963: without endpoint">
            <a:extLst xmlns:a="http://schemas.openxmlformats.org/drawingml/2006/main">
              <a:ext uri="{FF2B5EF4-FFF2-40B4-BE49-F238E27FC236}">
                <a16:creationId xmlns:a16="http://schemas.microsoft.com/office/drawing/2014/main" id="{45A71AAD-6B74-4858-A8E8-2F74397340D5}"/>
              </a:ext>
            </a:extLst>
          </p:cNvPr>
          <p:cNvSpPr>
            <a:spLocks xmlns:a="http://schemas.openxmlformats.org/drawingml/2006/main" noGrp="1"/>
          </p:cNvSpPr>
          <p:nvPr/>
        </p:nvSpPr>
        <p:spPr>
          <a:xfrm xmlns:a="http://schemas.openxmlformats.org/drawingml/2006/main">
            <a:off x="651129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8" name="Standardized person 964: without endpoint">
            <a:extLst xmlns:a="http://schemas.openxmlformats.org/drawingml/2006/main">
              <a:ext uri="{FF2B5EF4-FFF2-40B4-BE49-F238E27FC236}">
                <a16:creationId xmlns:a16="http://schemas.microsoft.com/office/drawing/2014/main" id="{5C85663E-9B52-4956-B91E-B85BC806BE52}"/>
              </a:ext>
            </a:extLst>
          </p:cNvPr>
          <p:cNvSpPr>
            <a:spLocks xmlns:a="http://schemas.openxmlformats.org/drawingml/2006/main" noGrp="1"/>
          </p:cNvSpPr>
          <p:nvPr/>
        </p:nvSpPr>
        <p:spPr>
          <a:xfrm xmlns:a="http://schemas.openxmlformats.org/drawingml/2006/main">
            <a:off x="664273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69" name="Standardized person 965: without endpoint">
            <a:extLst xmlns:a="http://schemas.openxmlformats.org/drawingml/2006/main">
              <a:ext uri="{FF2B5EF4-FFF2-40B4-BE49-F238E27FC236}">
                <a16:creationId xmlns:a16="http://schemas.microsoft.com/office/drawing/2014/main" id="{44E94E53-4CB7-4A9D-849C-F13B5BB797AE}"/>
              </a:ext>
            </a:extLst>
          </p:cNvPr>
          <p:cNvSpPr>
            <a:spLocks xmlns:a="http://schemas.openxmlformats.org/drawingml/2006/main" noGrp="1"/>
          </p:cNvSpPr>
          <p:nvPr/>
        </p:nvSpPr>
        <p:spPr>
          <a:xfrm xmlns:a="http://schemas.openxmlformats.org/drawingml/2006/main">
            <a:off x="677418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0" name="Standardized person 966: without endpoint">
            <a:extLst xmlns:a="http://schemas.openxmlformats.org/drawingml/2006/main">
              <a:ext uri="{FF2B5EF4-FFF2-40B4-BE49-F238E27FC236}">
                <a16:creationId xmlns:a16="http://schemas.microsoft.com/office/drawing/2014/main" id="{568978B4-54F0-4173-A95A-D6AB9C76C4A3}"/>
              </a:ext>
            </a:extLst>
          </p:cNvPr>
          <p:cNvSpPr>
            <a:spLocks xmlns:a="http://schemas.openxmlformats.org/drawingml/2006/main" noGrp="1"/>
          </p:cNvSpPr>
          <p:nvPr/>
        </p:nvSpPr>
        <p:spPr>
          <a:xfrm xmlns:a="http://schemas.openxmlformats.org/drawingml/2006/main">
            <a:off x="690562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1" name="Standardized person 967: without endpoint">
            <a:extLst xmlns:a="http://schemas.openxmlformats.org/drawingml/2006/main">
              <a:ext uri="{FF2B5EF4-FFF2-40B4-BE49-F238E27FC236}">
                <a16:creationId xmlns:a16="http://schemas.microsoft.com/office/drawing/2014/main" id="{13F58104-17E2-4195-8E6F-6E405E52595B}"/>
              </a:ext>
            </a:extLst>
          </p:cNvPr>
          <p:cNvSpPr>
            <a:spLocks xmlns:a="http://schemas.openxmlformats.org/drawingml/2006/main" noGrp="1"/>
          </p:cNvSpPr>
          <p:nvPr/>
        </p:nvSpPr>
        <p:spPr>
          <a:xfrm xmlns:a="http://schemas.openxmlformats.org/drawingml/2006/main">
            <a:off x="703707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2" name="Standardized person 968: without endpoint">
            <a:extLst xmlns:a="http://schemas.openxmlformats.org/drawingml/2006/main">
              <a:ext uri="{FF2B5EF4-FFF2-40B4-BE49-F238E27FC236}">
                <a16:creationId xmlns:a16="http://schemas.microsoft.com/office/drawing/2014/main" id="{70EA2782-02DC-420F-BAF3-05BE962FF2DB}"/>
              </a:ext>
            </a:extLst>
          </p:cNvPr>
          <p:cNvSpPr>
            <a:spLocks xmlns:a="http://schemas.openxmlformats.org/drawingml/2006/main" noGrp="1"/>
          </p:cNvSpPr>
          <p:nvPr/>
        </p:nvSpPr>
        <p:spPr>
          <a:xfrm xmlns:a="http://schemas.openxmlformats.org/drawingml/2006/main">
            <a:off x="716851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3" name="Standardized person 969: without endpoint">
            <a:extLst xmlns:a="http://schemas.openxmlformats.org/drawingml/2006/main">
              <a:ext uri="{FF2B5EF4-FFF2-40B4-BE49-F238E27FC236}">
                <a16:creationId xmlns:a16="http://schemas.microsoft.com/office/drawing/2014/main" id="{E3EB6853-63B3-4CAF-AD3D-F3BF477E6C71}"/>
              </a:ext>
            </a:extLst>
          </p:cNvPr>
          <p:cNvSpPr>
            <a:spLocks xmlns:a="http://schemas.openxmlformats.org/drawingml/2006/main" noGrp="1"/>
          </p:cNvSpPr>
          <p:nvPr/>
        </p:nvSpPr>
        <p:spPr>
          <a:xfrm xmlns:a="http://schemas.openxmlformats.org/drawingml/2006/main">
            <a:off x="729996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4" name="Standardized person 970: without endpoint">
            <a:extLst xmlns:a="http://schemas.openxmlformats.org/drawingml/2006/main">
              <a:ext uri="{FF2B5EF4-FFF2-40B4-BE49-F238E27FC236}">
                <a16:creationId xmlns:a16="http://schemas.microsoft.com/office/drawing/2014/main" id="{EC6076CE-E9EC-4E0C-B9DC-8E559E08963F}"/>
              </a:ext>
            </a:extLst>
          </p:cNvPr>
          <p:cNvSpPr>
            <a:spLocks xmlns:a="http://schemas.openxmlformats.org/drawingml/2006/main" noGrp="1"/>
          </p:cNvSpPr>
          <p:nvPr/>
        </p:nvSpPr>
        <p:spPr>
          <a:xfrm xmlns:a="http://schemas.openxmlformats.org/drawingml/2006/main">
            <a:off x="743140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5" name="Standardized person 971: without endpoint">
            <a:extLst xmlns:a="http://schemas.openxmlformats.org/drawingml/2006/main">
              <a:ext uri="{FF2B5EF4-FFF2-40B4-BE49-F238E27FC236}">
                <a16:creationId xmlns:a16="http://schemas.microsoft.com/office/drawing/2014/main" id="{119D611F-12DF-4DA3-8D4D-56113E9BC8D2}"/>
              </a:ext>
            </a:extLst>
          </p:cNvPr>
          <p:cNvSpPr>
            <a:spLocks xmlns:a="http://schemas.openxmlformats.org/drawingml/2006/main" noGrp="1"/>
          </p:cNvSpPr>
          <p:nvPr/>
        </p:nvSpPr>
        <p:spPr>
          <a:xfrm xmlns:a="http://schemas.openxmlformats.org/drawingml/2006/main">
            <a:off x="756285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6" name="Standardized person 972: without endpoint">
            <a:extLst xmlns:a="http://schemas.openxmlformats.org/drawingml/2006/main">
              <a:ext uri="{FF2B5EF4-FFF2-40B4-BE49-F238E27FC236}">
                <a16:creationId xmlns:a16="http://schemas.microsoft.com/office/drawing/2014/main" id="{53D66E05-F331-47A6-AE41-1371E5A86C92}"/>
              </a:ext>
            </a:extLst>
          </p:cNvPr>
          <p:cNvSpPr>
            <a:spLocks xmlns:a="http://schemas.openxmlformats.org/drawingml/2006/main" noGrp="1"/>
          </p:cNvSpPr>
          <p:nvPr/>
        </p:nvSpPr>
        <p:spPr>
          <a:xfrm xmlns:a="http://schemas.openxmlformats.org/drawingml/2006/main">
            <a:off x="769429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7" name="Standardized person 973: without endpoint">
            <a:extLst xmlns:a="http://schemas.openxmlformats.org/drawingml/2006/main">
              <a:ext uri="{FF2B5EF4-FFF2-40B4-BE49-F238E27FC236}">
                <a16:creationId xmlns:a16="http://schemas.microsoft.com/office/drawing/2014/main" id="{BFBF4DBF-880B-41FA-A5A1-5C0C2EC6B099}"/>
              </a:ext>
            </a:extLst>
          </p:cNvPr>
          <p:cNvSpPr>
            <a:spLocks xmlns:a="http://schemas.openxmlformats.org/drawingml/2006/main" noGrp="1"/>
          </p:cNvSpPr>
          <p:nvPr/>
        </p:nvSpPr>
        <p:spPr>
          <a:xfrm xmlns:a="http://schemas.openxmlformats.org/drawingml/2006/main">
            <a:off x="782574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8" name="Standardized person 974: without endpoint">
            <a:extLst xmlns:a="http://schemas.openxmlformats.org/drawingml/2006/main">
              <a:ext uri="{FF2B5EF4-FFF2-40B4-BE49-F238E27FC236}">
                <a16:creationId xmlns:a16="http://schemas.microsoft.com/office/drawing/2014/main" id="{EEB66359-64C6-4A36-8F5F-CF6326CC2B15}"/>
              </a:ext>
            </a:extLst>
          </p:cNvPr>
          <p:cNvSpPr>
            <a:spLocks xmlns:a="http://schemas.openxmlformats.org/drawingml/2006/main" noGrp="1"/>
          </p:cNvSpPr>
          <p:nvPr/>
        </p:nvSpPr>
        <p:spPr>
          <a:xfrm xmlns:a="http://schemas.openxmlformats.org/drawingml/2006/main">
            <a:off x="795718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79" name="Standardized person 975: without endpoint">
            <a:extLst xmlns:a="http://schemas.openxmlformats.org/drawingml/2006/main">
              <a:ext uri="{FF2B5EF4-FFF2-40B4-BE49-F238E27FC236}">
                <a16:creationId xmlns:a16="http://schemas.microsoft.com/office/drawing/2014/main" id="{52D66C6D-5B0A-4739-A6E5-51B9686059EB}"/>
              </a:ext>
            </a:extLst>
          </p:cNvPr>
          <p:cNvSpPr>
            <a:spLocks xmlns:a="http://schemas.openxmlformats.org/drawingml/2006/main" noGrp="1"/>
          </p:cNvSpPr>
          <p:nvPr/>
        </p:nvSpPr>
        <p:spPr>
          <a:xfrm xmlns:a="http://schemas.openxmlformats.org/drawingml/2006/main">
            <a:off x="808863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0" name="Standardized person 976: without endpoint">
            <a:extLst xmlns:a="http://schemas.openxmlformats.org/drawingml/2006/main">
              <a:ext uri="{FF2B5EF4-FFF2-40B4-BE49-F238E27FC236}">
                <a16:creationId xmlns:a16="http://schemas.microsoft.com/office/drawing/2014/main" id="{31D67A53-8F73-4C25-AA01-912A7283FDCB}"/>
              </a:ext>
            </a:extLst>
          </p:cNvPr>
          <p:cNvSpPr>
            <a:spLocks xmlns:a="http://schemas.openxmlformats.org/drawingml/2006/main" noGrp="1"/>
          </p:cNvSpPr>
          <p:nvPr/>
        </p:nvSpPr>
        <p:spPr>
          <a:xfrm xmlns:a="http://schemas.openxmlformats.org/drawingml/2006/main">
            <a:off x="822007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1" name="Standardized person 977: without endpoint">
            <a:extLst xmlns:a="http://schemas.openxmlformats.org/drawingml/2006/main">
              <a:ext uri="{FF2B5EF4-FFF2-40B4-BE49-F238E27FC236}">
                <a16:creationId xmlns:a16="http://schemas.microsoft.com/office/drawing/2014/main" id="{766DC57E-55CF-494D-8924-A6015EB4D9FC}"/>
              </a:ext>
            </a:extLst>
          </p:cNvPr>
          <p:cNvSpPr>
            <a:spLocks xmlns:a="http://schemas.openxmlformats.org/drawingml/2006/main" noGrp="1"/>
          </p:cNvSpPr>
          <p:nvPr/>
        </p:nvSpPr>
        <p:spPr>
          <a:xfrm xmlns:a="http://schemas.openxmlformats.org/drawingml/2006/main">
            <a:off x="835152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2" name="Standardized person 978: without endpoint">
            <a:extLst xmlns:a="http://schemas.openxmlformats.org/drawingml/2006/main">
              <a:ext uri="{FF2B5EF4-FFF2-40B4-BE49-F238E27FC236}">
                <a16:creationId xmlns:a16="http://schemas.microsoft.com/office/drawing/2014/main" id="{93E7A858-A6E8-46A1-AEF3-647519781CEE}"/>
              </a:ext>
            </a:extLst>
          </p:cNvPr>
          <p:cNvSpPr>
            <a:spLocks xmlns:a="http://schemas.openxmlformats.org/drawingml/2006/main" noGrp="1"/>
          </p:cNvSpPr>
          <p:nvPr/>
        </p:nvSpPr>
        <p:spPr>
          <a:xfrm xmlns:a="http://schemas.openxmlformats.org/drawingml/2006/main">
            <a:off x="848296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3" name="Standardized person 979: without endpoint">
            <a:extLst xmlns:a="http://schemas.openxmlformats.org/drawingml/2006/main">
              <a:ext uri="{FF2B5EF4-FFF2-40B4-BE49-F238E27FC236}">
                <a16:creationId xmlns:a16="http://schemas.microsoft.com/office/drawing/2014/main" id="{D24F5D43-C82F-4DF5-BFA2-7CC78AF178E6}"/>
              </a:ext>
            </a:extLst>
          </p:cNvPr>
          <p:cNvSpPr>
            <a:spLocks xmlns:a="http://schemas.openxmlformats.org/drawingml/2006/main" noGrp="1"/>
          </p:cNvSpPr>
          <p:nvPr/>
        </p:nvSpPr>
        <p:spPr>
          <a:xfrm xmlns:a="http://schemas.openxmlformats.org/drawingml/2006/main">
            <a:off x="861441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4" name="Standardized person 980: without endpoint">
            <a:extLst xmlns:a="http://schemas.openxmlformats.org/drawingml/2006/main">
              <a:ext uri="{FF2B5EF4-FFF2-40B4-BE49-F238E27FC236}">
                <a16:creationId xmlns:a16="http://schemas.microsoft.com/office/drawing/2014/main" id="{40FA5275-6178-4603-8508-20AF1DD00167}"/>
              </a:ext>
            </a:extLst>
          </p:cNvPr>
          <p:cNvSpPr>
            <a:spLocks xmlns:a="http://schemas.openxmlformats.org/drawingml/2006/main" noGrp="1"/>
          </p:cNvSpPr>
          <p:nvPr/>
        </p:nvSpPr>
        <p:spPr>
          <a:xfrm xmlns:a="http://schemas.openxmlformats.org/drawingml/2006/main">
            <a:off x="874585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5" name="Standardized person 981: without endpoint">
            <a:extLst xmlns:a="http://schemas.openxmlformats.org/drawingml/2006/main">
              <a:ext uri="{FF2B5EF4-FFF2-40B4-BE49-F238E27FC236}">
                <a16:creationId xmlns:a16="http://schemas.microsoft.com/office/drawing/2014/main" id="{94D1FC1C-169C-4D20-A1EC-8FA644A60E67}"/>
              </a:ext>
            </a:extLst>
          </p:cNvPr>
          <p:cNvSpPr>
            <a:spLocks xmlns:a="http://schemas.openxmlformats.org/drawingml/2006/main" noGrp="1"/>
          </p:cNvSpPr>
          <p:nvPr/>
        </p:nvSpPr>
        <p:spPr>
          <a:xfrm xmlns:a="http://schemas.openxmlformats.org/drawingml/2006/main">
            <a:off x="887730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6" name="Standardized person 982: without endpoint">
            <a:extLst xmlns:a="http://schemas.openxmlformats.org/drawingml/2006/main">
              <a:ext uri="{FF2B5EF4-FFF2-40B4-BE49-F238E27FC236}">
                <a16:creationId xmlns:a16="http://schemas.microsoft.com/office/drawing/2014/main" id="{B3BAD8E5-3D3E-430A-97B8-E97E87B6CA7C}"/>
              </a:ext>
            </a:extLst>
          </p:cNvPr>
          <p:cNvSpPr>
            <a:spLocks xmlns:a="http://schemas.openxmlformats.org/drawingml/2006/main" noGrp="1"/>
          </p:cNvSpPr>
          <p:nvPr/>
        </p:nvSpPr>
        <p:spPr>
          <a:xfrm xmlns:a="http://schemas.openxmlformats.org/drawingml/2006/main">
            <a:off x="900874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7" name="Standardized person 983: without endpoint">
            <a:extLst xmlns:a="http://schemas.openxmlformats.org/drawingml/2006/main">
              <a:ext uri="{FF2B5EF4-FFF2-40B4-BE49-F238E27FC236}">
                <a16:creationId xmlns:a16="http://schemas.microsoft.com/office/drawing/2014/main" id="{D6168117-8B38-4B29-8A71-F835F1E62094}"/>
              </a:ext>
            </a:extLst>
          </p:cNvPr>
          <p:cNvSpPr>
            <a:spLocks xmlns:a="http://schemas.openxmlformats.org/drawingml/2006/main" noGrp="1"/>
          </p:cNvSpPr>
          <p:nvPr/>
        </p:nvSpPr>
        <p:spPr>
          <a:xfrm xmlns:a="http://schemas.openxmlformats.org/drawingml/2006/main">
            <a:off x="914019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8" name="Standardized person 984: without endpoint">
            <a:extLst xmlns:a="http://schemas.openxmlformats.org/drawingml/2006/main">
              <a:ext uri="{FF2B5EF4-FFF2-40B4-BE49-F238E27FC236}">
                <a16:creationId xmlns:a16="http://schemas.microsoft.com/office/drawing/2014/main" id="{AE99ABDD-4FEE-47A7-B7D3-11C399A2D7C5}"/>
              </a:ext>
            </a:extLst>
          </p:cNvPr>
          <p:cNvSpPr>
            <a:spLocks xmlns:a="http://schemas.openxmlformats.org/drawingml/2006/main" noGrp="1"/>
          </p:cNvSpPr>
          <p:nvPr/>
        </p:nvSpPr>
        <p:spPr>
          <a:xfrm xmlns:a="http://schemas.openxmlformats.org/drawingml/2006/main">
            <a:off x="927163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89" name="Standardized person 985: without endpoint">
            <a:extLst xmlns:a="http://schemas.openxmlformats.org/drawingml/2006/main">
              <a:ext uri="{FF2B5EF4-FFF2-40B4-BE49-F238E27FC236}">
                <a16:creationId xmlns:a16="http://schemas.microsoft.com/office/drawing/2014/main" id="{8B94963E-8174-4406-88C2-A2D572E31E8D}"/>
              </a:ext>
            </a:extLst>
          </p:cNvPr>
          <p:cNvSpPr>
            <a:spLocks xmlns:a="http://schemas.openxmlformats.org/drawingml/2006/main" noGrp="1"/>
          </p:cNvSpPr>
          <p:nvPr/>
        </p:nvSpPr>
        <p:spPr>
          <a:xfrm xmlns:a="http://schemas.openxmlformats.org/drawingml/2006/main">
            <a:off x="940308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0" name="Standardized person 986: without endpoint">
            <a:extLst xmlns:a="http://schemas.openxmlformats.org/drawingml/2006/main">
              <a:ext uri="{FF2B5EF4-FFF2-40B4-BE49-F238E27FC236}">
                <a16:creationId xmlns:a16="http://schemas.microsoft.com/office/drawing/2014/main" id="{AC129BCA-692B-4AE2-AD88-E1801F4FC78A}"/>
              </a:ext>
            </a:extLst>
          </p:cNvPr>
          <p:cNvSpPr>
            <a:spLocks xmlns:a="http://schemas.openxmlformats.org/drawingml/2006/main" noGrp="1"/>
          </p:cNvSpPr>
          <p:nvPr/>
        </p:nvSpPr>
        <p:spPr>
          <a:xfrm xmlns:a="http://schemas.openxmlformats.org/drawingml/2006/main">
            <a:off x="953452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1" name="Standardized person 987: without endpoint">
            <a:extLst xmlns:a="http://schemas.openxmlformats.org/drawingml/2006/main">
              <a:ext uri="{FF2B5EF4-FFF2-40B4-BE49-F238E27FC236}">
                <a16:creationId xmlns:a16="http://schemas.microsoft.com/office/drawing/2014/main" id="{82F850F0-2876-4976-999A-063D1AE5C298}"/>
              </a:ext>
            </a:extLst>
          </p:cNvPr>
          <p:cNvSpPr>
            <a:spLocks xmlns:a="http://schemas.openxmlformats.org/drawingml/2006/main" noGrp="1"/>
          </p:cNvSpPr>
          <p:nvPr/>
        </p:nvSpPr>
        <p:spPr>
          <a:xfrm xmlns:a="http://schemas.openxmlformats.org/drawingml/2006/main">
            <a:off x="966597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2" name="Standardized person 988: without endpoint">
            <a:extLst xmlns:a="http://schemas.openxmlformats.org/drawingml/2006/main">
              <a:ext uri="{FF2B5EF4-FFF2-40B4-BE49-F238E27FC236}">
                <a16:creationId xmlns:a16="http://schemas.microsoft.com/office/drawing/2014/main" id="{E4BFC8C6-5EEF-418D-9AE2-773F50D7F53B}"/>
              </a:ext>
            </a:extLst>
          </p:cNvPr>
          <p:cNvSpPr>
            <a:spLocks xmlns:a="http://schemas.openxmlformats.org/drawingml/2006/main" noGrp="1"/>
          </p:cNvSpPr>
          <p:nvPr/>
        </p:nvSpPr>
        <p:spPr>
          <a:xfrm xmlns:a="http://schemas.openxmlformats.org/drawingml/2006/main">
            <a:off x="979741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3" name="Standardized person 989: without endpoint">
            <a:extLst xmlns:a="http://schemas.openxmlformats.org/drawingml/2006/main">
              <a:ext uri="{FF2B5EF4-FFF2-40B4-BE49-F238E27FC236}">
                <a16:creationId xmlns:a16="http://schemas.microsoft.com/office/drawing/2014/main" id="{7D74D2C5-C8C6-4CD4-9163-E8DC2B84C5F5}"/>
              </a:ext>
            </a:extLst>
          </p:cNvPr>
          <p:cNvSpPr>
            <a:spLocks xmlns:a="http://schemas.openxmlformats.org/drawingml/2006/main" noGrp="1"/>
          </p:cNvSpPr>
          <p:nvPr/>
        </p:nvSpPr>
        <p:spPr>
          <a:xfrm xmlns:a="http://schemas.openxmlformats.org/drawingml/2006/main">
            <a:off x="992886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4" name="Standardized person 990: without endpoint">
            <a:extLst xmlns:a="http://schemas.openxmlformats.org/drawingml/2006/main">
              <a:ext uri="{FF2B5EF4-FFF2-40B4-BE49-F238E27FC236}">
                <a16:creationId xmlns:a16="http://schemas.microsoft.com/office/drawing/2014/main" id="{95524246-D76C-4915-8169-643B6582C034}"/>
              </a:ext>
            </a:extLst>
          </p:cNvPr>
          <p:cNvSpPr>
            <a:spLocks xmlns:a="http://schemas.openxmlformats.org/drawingml/2006/main" noGrp="1"/>
          </p:cNvSpPr>
          <p:nvPr/>
        </p:nvSpPr>
        <p:spPr>
          <a:xfrm xmlns:a="http://schemas.openxmlformats.org/drawingml/2006/main">
            <a:off x="1006030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5" name="Standardized person 991: without endpoint">
            <a:extLst xmlns:a="http://schemas.openxmlformats.org/drawingml/2006/main">
              <a:ext uri="{FF2B5EF4-FFF2-40B4-BE49-F238E27FC236}">
                <a16:creationId xmlns:a16="http://schemas.microsoft.com/office/drawing/2014/main" id="{1DA422BF-F19D-4D81-A58C-CCFF4A3CD5C2}"/>
              </a:ext>
            </a:extLst>
          </p:cNvPr>
          <p:cNvSpPr>
            <a:spLocks xmlns:a="http://schemas.openxmlformats.org/drawingml/2006/main" noGrp="1"/>
          </p:cNvSpPr>
          <p:nvPr/>
        </p:nvSpPr>
        <p:spPr>
          <a:xfrm xmlns:a="http://schemas.openxmlformats.org/drawingml/2006/main">
            <a:off x="1019175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6" name="Standardized person 992: without endpoint">
            <a:extLst xmlns:a="http://schemas.openxmlformats.org/drawingml/2006/main">
              <a:ext uri="{FF2B5EF4-FFF2-40B4-BE49-F238E27FC236}">
                <a16:creationId xmlns:a16="http://schemas.microsoft.com/office/drawing/2014/main" id="{74BD26F0-2BF4-4673-922D-05E884A0A9F0}"/>
              </a:ext>
            </a:extLst>
          </p:cNvPr>
          <p:cNvSpPr>
            <a:spLocks xmlns:a="http://schemas.openxmlformats.org/drawingml/2006/main" noGrp="1"/>
          </p:cNvSpPr>
          <p:nvPr/>
        </p:nvSpPr>
        <p:spPr>
          <a:xfrm xmlns:a="http://schemas.openxmlformats.org/drawingml/2006/main">
            <a:off x="1032319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7" name="Standardized person 993: without endpoint">
            <a:extLst xmlns:a="http://schemas.openxmlformats.org/drawingml/2006/main">
              <a:ext uri="{FF2B5EF4-FFF2-40B4-BE49-F238E27FC236}">
                <a16:creationId xmlns:a16="http://schemas.microsoft.com/office/drawing/2014/main" id="{F1F7C45B-DD09-4CA7-A0B8-090B7323A07E}"/>
              </a:ext>
            </a:extLst>
          </p:cNvPr>
          <p:cNvSpPr>
            <a:spLocks xmlns:a="http://schemas.openxmlformats.org/drawingml/2006/main" noGrp="1"/>
          </p:cNvSpPr>
          <p:nvPr/>
        </p:nvSpPr>
        <p:spPr>
          <a:xfrm xmlns:a="http://schemas.openxmlformats.org/drawingml/2006/main">
            <a:off x="1045464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8" name="Standardized person 994: without endpoint">
            <a:extLst xmlns:a="http://schemas.openxmlformats.org/drawingml/2006/main">
              <a:ext uri="{FF2B5EF4-FFF2-40B4-BE49-F238E27FC236}">
                <a16:creationId xmlns:a16="http://schemas.microsoft.com/office/drawing/2014/main" id="{F7418E44-B630-4BE8-99E7-C5A0C56F7316}"/>
              </a:ext>
            </a:extLst>
          </p:cNvPr>
          <p:cNvSpPr>
            <a:spLocks xmlns:a="http://schemas.openxmlformats.org/drawingml/2006/main" noGrp="1"/>
          </p:cNvSpPr>
          <p:nvPr/>
        </p:nvSpPr>
        <p:spPr>
          <a:xfrm xmlns:a="http://schemas.openxmlformats.org/drawingml/2006/main">
            <a:off x="1058608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1999" name="Standardized person 995: without endpoint">
            <a:extLst xmlns:a="http://schemas.openxmlformats.org/drawingml/2006/main">
              <a:ext uri="{FF2B5EF4-FFF2-40B4-BE49-F238E27FC236}">
                <a16:creationId xmlns:a16="http://schemas.microsoft.com/office/drawing/2014/main" id="{1B3CF354-2675-44D6-B73D-459C980CF872}"/>
              </a:ext>
            </a:extLst>
          </p:cNvPr>
          <p:cNvSpPr>
            <a:spLocks xmlns:a="http://schemas.openxmlformats.org/drawingml/2006/main" noGrp="1"/>
          </p:cNvSpPr>
          <p:nvPr/>
        </p:nvSpPr>
        <p:spPr>
          <a:xfrm xmlns:a="http://schemas.openxmlformats.org/drawingml/2006/main">
            <a:off x="1071753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00" name="Standardized person 996: without endpoint">
            <a:extLst xmlns:a="http://schemas.openxmlformats.org/drawingml/2006/main">
              <a:ext uri="{FF2B5EF4-FFF2-40B4-BE49-F238E27FC236}">
                <a16:creationId xmlns:a16="http://schemas.microsoft.com/office/drawing/2014/main" id="{2F9F5575-19DF-4B3C-9544-5F9B03601C88}"/>
              </a:ext>
            </a:extLst>
          </p:cNvPr>
          <p:cNvSpPr>
            <a:spLocks xmlns:a="http://schemas.openxmlformats.org/drawingml/2006/main" noGrp="1"/>
          </p:cNvSpPr>
          <p:nvPr/>
        </p:nvSpPr>
        <p:spPr>
          <a:xfrm xmlns:a="http://schemas.openxmlformats.org/drawingml/2006/main">
            <a:off x="1084897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01" name="Standardized person 997: without endpoint">
            <a:extLst xmlns:a="http://schemas.openxmlformats.org/drawingml/2006/main">
              <a:ext uri="{FF2B5EF4-FFF2-40B4-BE49-F238E27FC236}">
                <a16:creationId xmlns:a16="http://schemas.microsoft.com/office/drawing/2014/main" id="{6B567550-41D8-4D9B-B843-D0F7C94FB799}"/>
              </a:ext>
            </a:extLst>
          </p:cNvPr>
          <p:cNvSpPr>
            <a:spLocks xmlns:a="http://schemas.openxmlformats.org/drawingml/2006/main" noGrp="1"/>
          </p:cNvSpPr>
          <p:nvPr/>
        </p:nvSpPr>
        <p:spPr>
          <a:xfrm xmlns:a="http://schemas.openxmlformats.org/drawingml/2006/main">
            <a:off x="1098042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02" name="Standardized person 998: without endpoint">
            <a:extLst xmlns:a="http://schemas.openxmlformats.org/drawingml/2006/main">
              <a:ext uri="{FF2B5EF4-FFF2-40B4-BE49-F238E27FC236}">
                <a16:creationId xmlns:a16="http://schemas.microsoft.com/office/drawing/2014/main" id="{2F0DACAD-BC3C-4CC6-8AE5-A6DF5A29E7B9}"/>
              </a:ext>
            </a:extLst>
          </p:cNvPr>
          <p:cNvSpPr>
            <a:spLocks xmlns:a="http://schemas.openxmlformats.org/drawingml/2006/main" noGrp="1"/>
          </p:cNvSpPr>
          <p:nvPr/>
        </p:nvSpPr>
        <p:spPr>
          <a:xfrm xmlns:a="http://schemas.openxmlformats.org/drawingml/2006/main">
            <a:off x="1111186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03" name="Standardized person 999: without endpoint">
            <a:extLst xmlns:a="http://schemas.openxmlformats.org/drawingml/2006/main">
              <a:ext uri="{FF2B5EF4-FFF2-40B4-BE49-F238E27FC236}">
                <a16:creationId xmlns:a16="http://schemas.microsoft.com/office/drawing/2014/main" id="{1E6A8D75-5EC8-42E1-A1F2-D3386AB5190C}"/>
              </a:ext>
            </a:extLst>
          </p:cNvPr>
          <p:cNvSpPr>
            <a:spLocks xmlns:a="http://schemas.openxmlformats.org/drawingml/2006/main" noGrp="1"/>
          </p:cNvSpPr>
          <p:nvPr/>
        </p:nvSpPr>
        <p:spPr>
          <a:xfrm xmlns:a="http://schemas.openxmlformats.org/drawingml/2006/main">
            <a:off x="11243310"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04" name="Standardized person 1000: without endpoint">
            <a:extLst xmlns:a="http://schemas.openxmlformats.org/drawingml/2006/main">
              <a:ext uri="{FF2B5EF4-FFF2-40B4-BE49-F238E27FC236}">
                <a16:creationId xmlns:a16="http://schemas.microsoft.com/office/drawing/2014/main" id="{D6A2BC07-832A-4703-9521-12C5D18E53AF}"/>
              </a:ext>
            </a:extLst>
          </p:cNvPr>
          <p:cNvSpPr>
            <a:spLocks xmlns:a="http://schemas.openxmlformats.org/drawingml/2006/main" noGrp="1"/>
          </p:cNvSpPr>
          <p:nvPr/>
        </p:nvSpPr>
        <p:spPr>
          <a:xfrm xmlns:a="http://schemas.openxmlformats.org/drawingml/2006/main">
            <a:off x="11374755" y="5135118"/>
            <a:ext cx="112395" cy="84582"/>
          </a:xfrm>
          <a:prstGeom xmlns:a="http://schemas.openxmlformats.org/drawingml/2006/main" prst="rect">
            <a:avLst/>
          </a:prstGeom>
          <a:solidFill xmlns:a="http://schemas.openxmlformats.org/drawingml/2006/main">
            <a:srgbClr val="CBD5DE"/>
          </a:solidFill>
          <a:ln xmlns:a="http://schemas.openxmlformats.org/drawingml/2006/main" w="0">
            <a:noFill/>
          </a:ln>
        </p:spPr>
      </p:sp>
      <p:sp>
        <p:nvSpPr>
          <p:cNvPr id="2005" name="">
            <a:extLst xmlns:a="http://schemas.openxmlformats.org/drawingml/2006/main">
              <a:ext uri="{FF2B5EF4-FFF2-40B4-BE49-F238E27FC236}">
                <a16:creationId xmlns:a16="http://schemas.microsoft.com/office/drawing/2014/main" id="{F2BF17C8-DABF-4ACD-AB9E-0A5E7764FBD6}"/>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Each square represents one standardized person. Rounded risks: 198 versus 252 per 1,000.</a:t>
            </a:r>
          </a:p>
        </p:txBody>
      </p:sp>
      <p:sp>
        <p:nvSpPr>
          <p:cNvPr id="2006" name="">
            <a:extLst xmlns:a="http://schemas.openxmlformats.org/drawingml/2006/main">
              <a:ext uri="{FF2B5EF4-FFF2-40B4-BE49-F238E27FC236}">
                <a16:creationId xmlns:a16="http://schemas.microsoft.com/office/drawing/2014/main" id="{ECE5B1D8-30E1-47F7-A9D2-B8E07658E761}"/>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2007" name="">
            <a:extLst xmlns:a="http://schemas.openxmlformats.org/drawingml/2006/main">
              <a:ext uri="{FF2B5EF4-FFF2-40B4-BE49-F238E27FC236}">
                <a16:creationId xmlns:a16="http://schemas.microsoft.com/office/drawing/2014/main" id="{CD440CEE-9537-44FF-ADBA-8A717E5262FA}"/>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17</a:t>
            </a:r>
          </a:p>
        </p:txBody>
      </p:sp>
    </p:spTree>
    <p:extLst>
      <p:ext uri="{BB962C8B-B14F-4D97-AF65-F5344CB8AC3E}">
        <p14:creationId xmlns:p14="http://schemas.microsoft.com/office/powerpoint/2010/main" val="702651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134A4E-12AD-4AAD-91F8-A08D2ADEC7FA}"/>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Uncertainty in the absolute benefit</a:t>
            </a:r>
          </a:p>
        </p:txBody>
      </p:sp>
      <p:sp>
        <p:nvSpPr>
          <p:cNvPr id="2" name="">
            <a:extLst xmlns:a="http://schemas.openxmlformats.org/drawingml/2006/main">
              <a:ext uri="{FF2B5EF4-FFF2-40B4-BE49-F238E27FC236}">
                <a16:creationId xmlns:a16="http://schemas.microsoft.com/office/drawing/2014/main" id="{11C81650-A4CE-4F06-9D07-E4A18AEA3DC0}"/>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SE(ARR) = √[p̂C(1 − p̂C)/nC + p̂T(1 − p̂T)/nT]</a:t>
            </a:r>
          </a:p>
        </p:txBody>
      </p:sp>
      <p:sp>
        <p:nvSpPr>
          <p:cNvPr id="3" name="">
            <a:extLst xmlns:a="http://schemas.openxmlformats.org/drawingml/2006/main">
              <a:ext uri="{FF2B5EF4-FFF2-40B4-BE49-F238E27FC236}">
                <a16:creationId xmlns:a16="http://schemas.microsoft.com/office/drawing/2014/main" id="{E313006F-08DE-4B99-B31B-89155A7BDFBC}"/>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SE = 0.005815</a:t>
            </a:r>
          </a:p>
        </p:txBody>
      </p:sp>
      <p:sp>
        <p:nvSpPr>
          <p:cNvPr id="4" name="">
            <a:extLst xmlns:a="http://schemas.openxmlformats.org/drawingml/2006/main">
              <a:ext uri="{FF2B5EF4-FFF2-40B4-BE49-F238E27FC236}">
                <a16:creationId xmlns:a16="http://schemas.microsoft.com/office/drawing/2014/main" id="{69E4D31D-A1B5-4308-BECE-E2DFA850E02E}"/>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Approximate 95% CI = ARR ± 1.96 × SE</a:t>
            </a:r>
          </a:p>
        </p:txBody>
      </p:sp>
      <p:sp>
        <p:nvSpPr>
          <p:cNvPr id="5" name="">
            <a:extLst xmlns:a="http://schemas.openxmlformats.org/drawingml/2006/main">
              <a:ext uri="{FF2B5EF4-FFF2-40B4-BE49-F238E27FC236}">
                <a16:creationId xmlns:a16="http://schemas.microsoft.com/office/drawing/2014/main" id="{E5B44C7A-7B2E-4663-96B8-C070F9C36E13}"/>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The independent-arm variance adds. The difference’s null value is 0.</a:t>
            </a:r>
          </a:p>
        </p:txBody>
      </p:sp>
      <p:sp>
        <p:nvSpPr>
          <p:cNvPr id="6" name="">
            <a:extLst xmlns:a="http://schemas.openxmlformats.org/drawingml/2006/main">
              <a:ext uri="{FF2B5EF4-FFF2-40B4-BE49-F238E27FC236}">
                <a16:creationId xmlns:a16="http://schemas.microsoft.com/office/drawing/2014/main" id="{79EB84C2-7FAF-4E55-A7E9-7C9C85EB206B}"/>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89CF7377-7435-46F2-89FE-9B331A4F641D}"/>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18</a:t>
            </a:r>
          </a:p>
        </p:txBody>
      </p:sp>
    </p:spTree>
    <p:extLst>
      <p:ext uri="{BB962C8B-B14F-4D97-AF65-F5344CB8AC3E}">
        <p14:creationId xmlns:p14="http://schemas.microsoft.com/office/powerpoint/2010/main" val="43333584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B5D54C-CA5C-490E-B9A0-F696BFBD019A}"/>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estimated absolute benefit and its range</a:t>
            </a:r>
          </a:p>
        </p:txBody>
      </p:sp>
      <p:sp>
        <p:nvSpPr>
          <p:cNvPr id="2" name="">
            <a:extLst xmlns:a="http://schemas.openxmlformats.org/drawingml/2006/main">
              <a:ext uri="{FF2B5EF4-FFF2-40B4-BE49-F238E27FC236}">
                <a16:creationId xmlns:a16="http://schemas.microsoft.com/office/drawing/2014/main" id="{7B16A381-179D-4024-A755-57D8CE97A928}"/>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Approximately 54 fewer per 1,000, with a 42–65 interval.</a:t>
            </a:r>
          </a:p>
        </p:txBody>
      </p:sp>
      <p:sp>
        <p:nvSpPr>
          <p:cNvPr id="3" name="">
            <a:extLst xmlns:a="http://schemas.openxmlformats.org/drawingml/2006/main">
              <a:ext uri="{FF2B5EF4-FFF2-40B4-BE49-F238E27FC236}">
                <a16:creationId xmlns:a16="http://schemas.microsoft.com/office/drawing/2014/main" id="{6EC10460-FE86-4F70-98C0-139AB1A9E5ED}"/>
              </a:ext>
            </a:extLst>
          </p:cNvPr>
          <p:cNvSpPr>
            <a:spLocks xmlns:a="http://schemas.openxmlformats.org/drawingml/2006/main" noGrp="1"/>
          </p:cNvSpPr>
          <p:nvPr/>
        </p:nvSpPr>
        <p:spPr>
          <a:xfrm xmlns:a="http://schemas.openxmlformats.org/drawingml/2006/main">
            <a:off x="685800" y="3309176"/>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HPS</a:t>
            </a:r>
          </a:p>
        </p:txBody>
      </p:sp>
      <p:graphicFrame>
        <p:nvGraphicFramePr>
          <p:cNvPr id="12" name="Chart"/>
          <p:cNvGraphicFramePr/>
          <p:nvPr/>
        </p:nvGraphicFramePr>
        <p:xfrm>
          <a:off xmlns:a="http://schemas.openxmlformats.org/drawingml/2006/main" x="2971800" y="2095500"/>
          <a:ext xmlns:a="http://schemas.openxmlformats.org/drawingml/2006/main" cx="8534400" cy="3314700"/>
        </p:xfrm>
        <a:graphic xmlns:a="http://schemas.openxmlformats.org/drawingml/2006/main">
          <a:graphicData uri="http://schemas.openxmlformats.org/drawingml/2006/chart">
            <c:chart xmlns:r="http://schemas.openxmlformats.org/officeDocument/2006/relationships" xmlns:c="http://schemas.openxmlformats.org/drawingml/2006/chart" r:id="R7eadae3e688c425c"/>
          </a:graphicData>
        </a:graphic>
      </p:graphicFrame>
      <p:sp>
        <p:nvSpPr>
          <p:cNvPr id="5" name="">
            <a:extLst xmlns:a="http://schemas.openxmlformats.org/drawingml/2006/main">
              <a:ext uri="{FF2B5EF4-FFF2-40B4-BE49-F238E27FC236}">
                <a16:creationId xmlns:a16="http://schemas.microsoft.com/office/drawing/2014/main" id="{657B30D9-FE5C-4053-B03F-800AE265724B}"/>
              </a:ext>
            </a:extLst>
          </p:cNvPr>
          <p:cNvSpPr>
            <a:spLocks xmlns:a="http://schemas.openxmlformats.org/drawingml/2006/main" noGrp="1"/>
          </p:cNvSpPr>
          <p:nvPr/>
        </p:nvSpPr>
        <p:spPr>
          <a:xfrm xmlns:a="http://schemas.openxmlformats.org/drawingml/2006/main">
            <a:off x="3809238" y="2360676"/>
            <a:ext cx="0" cy="2220849"/>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6" name="">
            <a:extLst xmlns:a="http://schemas.openxmlformats.org/drawingml/2006/main">
              <a:ext uri="{FF2B5EF4-FFF2-40B4-BE49-F238E27FC236}">
                <a16:creationId xmlns:a16="http://schemas.microsoft.com/office/drawing/2014/main" id="{8F27DF2F-1313-4DA4-89D4-1C1F2D618C83}"/>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Independent-binomial, large-sample interval from cumulative counts. Approximately 42 to 65 fewer per 1,000.</a:t>
            </a:r>
          </a:p>
        </p:txBody>
      </p:sp>
      <p:sp>
        <p:nvSpPr>
          <p:cNvPr id="7" name="">
            <a:extLst xmlns:a="http://schemas.openxmlformats.org/drawingml/2006/main">
              <a:ext uri="{FF2B5EF4-FFF2-40B4-BE49-F238E27FC236}">
                <a16:creationId xmlns:a16="http://schemas.microsoft.com/office/drawing/2014/main" id="{30612820-5B63-47AE-A757-1BCE7939A9FC}"/>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8" name="">
            <a:extLst xmlns:a="http://schemas.openxmlformats.org/drawingml/2006/main">
              <a:ext uri="{FF2B5EF4-FFF2-40B4-BE49-F238E27FC236}">
                <a16:creationId xmlns:a16="http://schemas.microsoft.com/office/drawing/2014/main" id="{8DBF2A01-C7D9-4D29-8EB7-3636AC3D529E}"/>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19</a:t>
            </a:r>
          </a:p>
        </p:txBody>
      </p:sp>
    </p:spTree>
    <p:extLst>
      <p:ext uri="{BB962C8B-B14F-4D97-AF65-F5344CB8AC3E}">
        <p14:creationId xmlns:p14="http://schemas.microsoft.com/office/powerpoint/2010/main" val="17070942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BA633D-A242-4E96-91F8-FD777C775A06}"/>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normal approximation behind the interval</a:t>
            </a:r>
          </a:p>
        </p:txBody>
      </p:sp>
      <p:sp>
        <p:nvSpPr>
          <p:cNvPr id="2" name="">
            <a:extLst xmlns:a="http://schemas.openxmlformats.org/drawingml/2006/main">
              <a:ext uri="{FF2B5EF4-FFF2-40B4-BE49-F238E27FC236}">
                <a16:creationId xmlns:a16="http://schemas.microsoft.com/office/drawing/2014/main" id="{FA9D9333-A193-4967-BDB5-BE1A0941E7C3}"/>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 sampling model explains the 1.96 × SE construction.</a:t>
            </a:r>
          </a:p>
        </p:txBody>
      </p:sp>
      <p:graphicFrame>
        <p:nvGraphicFramePr>
          <p:cNvPr id="10"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ff9a2929b5a74c81"/>
          </a:graphicData>
        </a:graphic>
      </p:graphicFrame>
      <p:sp>
        <p:nvSpPr>
          <p:cNvPr id="4" name="">
            <a:extLst xmlns:a="http://schemas.openxmlformats.org/drawingml/2006/main">
              <a:ext uri="{FF2B5EF4-FFF2-40B4-BE49-F238E27FC236}">
                <a16:creationId xmlns:a16="http://schemas.microsoft.com/office/drawing/2014/main" id="{0F44614C-B175-4801-90D6-0BDB43188480}"/>
              </a:ext>
            </a:extLst>
          </p:cNvPr>
          <p:cNvSpPr>
            <a:spLocks xmlns:a="http://schemas.openxmlformats.org/drawingml/2006/main" noGrp="1"/>
          </p:cNvSpPr>
          <p:nvPr/>
        </p:nvSpPr>
        <p:spPr>
          <a:xfrm xmlns:a="http://schemas.openxmlformats.org/drawingml/2006/main">
            <a:off x="6637020" y="2294382"/>
            <a:ext cx="0" cy="2220849"/>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5" name="">
            <a:extLst xmlns:a="http://schemas.openxmlformats.org/drawingml/2006/main">
              <a:ext uri="{FF2B5EF4-FFF2-40B4-BE49-F238E27FC236}">
                <a16:creationId xmlns:a16="http://schemas.microsoft.com/office/drawing/2014/main" id="{18A6A8F1-5465-4B65-8639-3BD85C28B7CD}"/>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Illustrative sampling approximation using the estimated effect and standard error. The dashed line marks the estimate.</a:t>
            </a:r>
          </a:p>
        </p:txBody>
      </p:sp>
      <p:sp>
        <p:nvSpPr>
          <p:cNvPr id="6" name="">
            <a:extLst xmlns:a="http://schemas.openxmlformats.org/drawingml/2006/main">
              <a:ext uri="{FF2B5EF4-FFF2-40B4-BE49-F238E27FC236}">
                <a16:creationId xmlns:a16="http://schemas.microsoft.com/office/drawing/2014/main" id="{3EA3C267-E6CC-46C1-BC81-F88242D982E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72D728AC-7A01-4207-84CC-0A2E804D65C0}"/>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20</a:t>
            </a:r>
          </a:p>
        </p:txBody>
      </p:sp>
    </p:spTree>
    <p:extLst>
      <p:ext uri="{BB962C8B-B14F-4D97-AF65-F5344CB8AC3E}">
        <p14:creationId xmlns:p14="http://schemas.microsoft.com/office/powerpoint/2010/main" val="1735142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404466-7464-4337-9FD3-35E0C31E091F}"/>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HPS benefit across baseline LDL groups</a:t>
            </a:r>
          </a:p>
        </p:txBody>
      </p:sp>
      <p:sp>
        <p:nvSpPr>
          <p:cNvPr id="2" name="">
            <a:extLst xmlns:a="http://schemas.openxmlformats.org/drawingml/2006/main">
              <a:ext uri="{FF2B5EF4-FFF2-40B4-BE49-F238E27FC236}">
                <a16:creationId xmlns:a16="http://schemas.microsoft.com/office/drawing/2014/main" id="{50A1CDAA-6EAE-4734-8D30-D33A25C2E907}"/>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Each subgroup comparison uses its own denominator.</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a0ca26e29dc9452b"/>
          </a:graphicData>
        </a:graphic>
      </p:graphicFrame>
      <p:sp>
        <p:nvSpPr>
          <p:cNvPr id="4" name="">
            <a:extLst xmlns:a="http://schemas.openxmlformats.org/drawingml/2006/main">
              <a:ext uri="{FF2B5EF4-FFF2-40B4-BE49-F238E27FC236}">
                <a16:creationId xmlns:a16="http://schemas.microsoft.com/office/drawing/2014/main" id="{A635348D-0605-4BF9-ACCE-59C464E1FC39}"/>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HPS Figure 8. Each arm uses its subgroup denominator. This is a high-risk clinical population.</a:t>
            </a:r>
          </a:p>
        </p:txBody>
      </p:sp>
      <p:sp>
        <p:nvSpPr>
          <p:cNvPr id="5" name="">
            <a:extLst xmlns:a="http://schemas.openxmlformats.org/drawingml/2006/main">
              <a:ext uri="{FF2B5EF4-FFF2-40B4-BE49-F238E27FC236}">
                <a16:creationId xmlns:a16="http://schemas.microsoft.com/office/drawing/2014/main" id="{CD3C2352-466B-4042-B09C-EE7A16FBB7E5}"/>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97017273-66FE-4993-A6DD-781C698F7B92}"/>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21</a:t>
            </a:r>
          </a:p>
        </p:txBody>
      </p:sp>
    </p:spTree>
    <p:extLst>
      <p:ext uri="{BB962C8B-B14F-4D97-AF65-F5344CB8AC3E}">
        <p14:creationId xmlns:p14="http://schemas.microsoft.com/office/powerpoint/2010/main" val="160977520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BA4F2B-8E75-4F90-9FDE-DBB928849984}"/>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LDL subgroup estimates with uncertainty</a:t>
            </a:r>
          </a:p>
        </p:txBody>
      </p:sp>
      <p:sp>
        <p:nvSpPr>
          <p:cNvPr id="2" name="">
            <a:extLst xmlns:a="http://schemas.openxmlformats.org/drawingml/2006/main">
              <a:ext uri="{FF2B5EF4-FFF2-40B4-BE49-F238E27FC236}">
                <a16:creationId xmlns:a16="http://schemas.microsoft.com/office/drawing/2014/main" id="{FA6D1BB9-BD13-426B-B47B-454083EFCB39}"/>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All three count-based intervals lie below the ratio null of 1.</a:t>
            </a:r>
          </a:p>
        </p:txBody>
      </p:sp>
      <p:sp>
        <p:nvSpPr>
          <p:cNvPr id="3" name="">
            <a:extLst xmlns:a="http://schemas.openxmlformats.org/drawingml/2006/main">
              <a:ext uri="{FF2B5EF4-FFF2-40B4-BE49-F238E27FC236}">
                <a16:creationId xmlns:a16="http://schemas.microsoft.com/office/drawing/2014/main" id="{25AA38F2-08EB-4872-8E66-3B22E30ED183}"/>
              </a:ext>
            </a:extLst>
          </p:cNvPr>
          <p:cNvSpPr>
            <a:spLocks xmlns:a="http://schemas.openxmlformats.org/drawingml/2006/main" noGrp="1"/>
          </p:cNvSpPr>
          <p:nvPr/>
        </p:nvSpPr>
        <p:spPr>
          <a:xfrm xmlns:a="http://schemas.openxmlformats.org/drawingml/2006/main">
            <a:off x="685800" y="2615160"/>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&lt;3.0</a:t>
            </a:r>
          </a:p>
        </p:txBody>
      </p:sp>
      <p:sp>
        <p:nvSpPr>
          <p:cNvPr id="4" name="">
            <a:extLst xmlns:a="http://schemas.openxmlformats.org/drawingml/2006/main">
              <a:ext uri="{FF2B5EF4-FFF2-40B4-BE49-F238E27FC236}">
                <a16:creationId xmlns:a16="http://schemas.microsoft.com/office/drawing/2014/main" id="{6352AA45-F8CB-4285-97EB-E091283E81E7}"/>
              </a:ext>
            </a:extLst>
          </p:cNvPr>
          <p:cNvSpPr>
            <a:spLocks xmlns:a="http://schemas.openxmlformats.org/drawingml/2006/main" noGrp="1"/>
          </p:cNvSpPr>
          <p:nvPr/>
        </p:nvSpPr>
        <p:spPr>
          <a:xfrm xmlns:a="http://schemas.openxmlformats.org/drawingml/2006/main">
            <a:off x="685800" y="3309176"/>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3.0 to &lt;3.5</a:t>
            </a:r>
          </a:p>
        </p:txBody>
      </p:sp>
      <p:sp>
        <p:nvSpPr>
          <p:cNvPr id="5" name="">
            <a:extLst xmlns:a="http://schemas.openxmlformats.org/drawingml/2006/main">
              <a:ext uri="{FF2B5EF4-FFF2-40B4-BE49-F238E27FC236}">
                <a16:creationId xmlns:a16="http://schemas.microsoft.com/office/drawing/2014/main" id="{AC828A6D-8973-4DC5-9589-0BA1D88F53D6}"/>
              </a:ext>
            </a:extLst>
          </p:cNvPr>
          <p:cNvSpPr>
            <a:spLocks xmlns:a="http://schemas.openxmlformats.org/drawingml/2006/main" noGrp="1"/>
          </p:cNvSpPr>
          <p:nvPr/>
        </p:nvSpPr>
        <p:spPr>
          <a:xfrm xmlns:a="http://schemas.openxmlformats.org/drawingml/2006/main">
            <a:off x="685800" y="4003191"/>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&gt;=3.5</a:t>
            </a:r>
          </a:p>
        </p:txBody>
      </p:sp>
      <p:graphicFrame>
        <p:nvGraphicFramePr>
          <p:cNvPr id="20" name="Chart"/>
          <p:cNvGraphicFramePr/>
          <p:nvPr/>
        </p:nvGraphicFramePr>
        <p:xfrm>
          <a:off xmlns:a="http://schemas.openxmlformats.org/drawingml/2006/main" x="2971800" y="2095500"/>
          <a:ext xmlns:a="http://schemas.openxmlformats.org/drawingml/2006/main" cx="8534400" cy="3314700"/>
        </p:xfrm>
        <a:graphic xmlns:a="http://schemas.openxmlformats.org/drawingml/2006/main">
          <a:graphicData uri="http://schemas.openxmlformats.org/drawingml/2006/chart">
            <c:chart xmlns:r="http://schemas.openxmlformats.org/officeDocument/2006/relationships" xmlns:c="http://schemas.openxmlformats.org/drawingml/2006/chart" r:id="R9047fe4fe35e4069"/>
          </a:graphicData>
        </a:graphic>
      </p:graphicFrame>
      <p:sp>
        <p:nvSpPr>
          <p:cNvPr id="7" name="">
            <a:extLst xmlns:a="http://schemas.openxmlformats.org/drawingml/2006/main">
              <a:ext uri="{FF2B5EF4-FFF2-40B4-BE49-F238E27FC236}">
                <a16:creationId xmlns:a16="http://schemas.microsoft.com/office/drawing/2014/main" id="{E0549A8E-28A9-4738-8357-E79F35E3B5B6}"/>
              </a:ext>
            </a:extLst>
          </p:cNvPr>
          <p:cNvSpPr>
            <a:spLocks xmlns:a="http://schemas.openxmlformats.org/drawingml/2006/main" noGrp="1"/>
          </p:cNvSpPr>
          <p:nvPr/>
        </p:nvSpPr>
        <p:spPr>
          <a:xfrm xmlns:a="http://schemas.openxmlformats.org/drawingml/2006/main">
            <a:off x="9317279" y="2360676"/>
            <a:ext cx="0" cy="2220849"/>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8" name="">
            <a:extLst xmlns:a="http://schemas.openxmlformats.org/drawingml/2006/main">
              <a:ext uri="{FF2B5EF4-FFF2-40B4-BE49-F238E27FC236}">
                <a16:creationId xmlns:a16="http://schemas.microsoft.com/office/drawing/2014/main" id="{AB73D17F-80CF-4CD3-9813-1508ED981687}"/>
              </a:ext>
            </a:extLst>
          </p:cNvPr>
          <p:cNvSpPr>
            <a:spLocks xmlns:a="http://schemas.openxmlformats.org/drawingml/2006/main" noGrp="1"/>
          </p:cNvSpPr>
          <p:nvPr/>
        </p:nvSpPr>
        <p:spPr>
          <a:xfrm xmlns:a="http://schemas.openxmlformats.org/drawingml/2006/main">
            <a:off x="3075051"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0.5</a:t>
            </a:r>
          </a:p>
        </p:txBody>
      </p:sp>
      <p:sp>
        <p:nvSpPr>
          <p:cNvPr id="9" name="">
            <a:extLst xmlns:a="http://schemas.openxmlformats.org/drawingml/2006/main">
              <a:ext uri="{FF2B5EF4-FFF2-40B4-BE49-F238E27FC236}">
                <a16:creationId xmlns:a16="http://schemas.microsoft.com/office/drawing/2014/main" id="{83E0E587-DA4D-476D-B552-CEAD96FC82B7}"/>
              </a:ext>
            </a:extLst>
          </p:cNvPr>
          <p:cNvSpPr>
            <a:spLocks xmlns:a="http://schemas.openxmlformats.org/drawingml/2006/main" noGrp="1"/>
          </p:cNvSpPr>
          <p:nvPr/>
        </p:nvSpPr>
        <p:spPr>
          <a:xfrm xmlns:a="http://schemas.openxmlformats.org/drawingml/2006/main">
            <a:off x="5989604"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0.7</a:t>
            </a:r>
          </a:p>
        </p:txBody>
      </p:sp>
      <p:sp>
        <p:nvSpPr>
          <p:cNvPr id="10" name="">
            <a:extLst xmlns:a="http://schemas.openxmlformats.org/drawingml/2006/main">
              <a:ext uri="{FF2B5EF4-FFF2-40B4-BE49-F238E27FC236}">
                <a16:creationId xmlns:a16="http://schemas.microsoft.com/office/drawing/2014/main" id="{0EC5CD35-1734-4746-B9F0-DE2EA421916D}"/>
              </a:ext>
            </a:extLst>
          </p:cNvPr>
          <p:cNvSpPr>
            <a:spLocks xmlns:a="http://schemas.openxmlformats.org/drawingml/2006/main" noGrp="1"/>
          </p:cNvSpPr>
          <p:nvPr/>
        </p:nvSpPr>
        <p:spPr>
          <a:xfrm xmlns:a="http://schemas.openxmlformats.org/drawingml/2006/main">
            <a:off x="9079154"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AC5C8775-8894-44AD-A697-1DE22758EEB1}"/>
              </a:ext>
            </a:extLst>
          </p:cNvPr>
          <p:cNvSpPr>
            <a:spLocks xmlns:a="http://schemas.openxmlformats.org/drawingml/2006/main" noGrp="1"/>
          </p:cNvSpPr>
          <p:nvPr/>
        </p:nvSpPr>
        <p:spPr>
          <a:xfrm xmlns:a="http://schemas.openxmlformats.org/drawingml/2006/main">
            <a:off x="10658439"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1.2</a:t>
            </a:r>
          </a:p>
        </p:txBody>
      </p:sp>
      <p:sp>
        <p:nvSpPr>
          <p:cNvPr id="12" name="">
            <a:extLst xmlns:a="http://schemas.openxmlformats.org/drawingml/2006/main">
              <a:ext uri="{FF2B5EF4-FFF2-40B4-BE49-F238E27FC236}">
                <a16:creationId xmlns:a16="http://schemas.microsoft.com/office/drawing/2014/main" id="{3C578F99-ABD1-4002-A4C7-8A4B66B88981}"/>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Approximate count-based intervals. Overlapping intervals alone do not test treatment-effect interaction.</a:t>
            </a:r>
          </a:p>
        </p:txBody>
      </p:sp>
      <p:sp>
        <p:nvSpPr>
          <p:cNvPr id="13" name="">
            <a:extLst xmlns:a="http://schemas.openxmlformats.org/drawingml/2006/main">
              <a:ext uri="{FF2B5EF4-FFF2-40B4-BE49-F238E27FC236}">
                <a16:creationId xmlns:a16="http://schemas.microsoft.com/office/drawing/2014/main" id="{69BA7BDB-1928-411E-8226-6B14D15E6F88}"/>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 · Optional extension</a:t>
            </a:r>
          </a:p>
        </p:txBody>
      </p:sp>
      <p:sp>
        <p:nvSpPr>
          <p:cNvPr id="14" name="">
            <a:extLst xmlns:a="http://schemas.openxmlformats.org/drawingml/2006/main">
              <a:ext uri="{FF2B5EF4-FFF2-40B4-BE49-F238E27FC236}">
                <a16:creationId xmlns:a16="http://schemas.microsoft.com/office/drawing/2014/main" id="{A59CAFFF-B15D-4832-9E24-3EC41A164DDD}"/>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22</a:t>
            </a:r>
          </a:p>
        </p:txBody>
      </p:sp>
    </p:spTree>
    <p:extLst>
      <p:ext uri="{BB962C8B-B14F-4D97-AF65-F5344CB8AC3E}">
        <p14:creationId xmlns:p14="http://schemas.microsoft.com/office/powerpoint/2010/main" val="1000093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A96FB9-6744-4BFB-BB9A-2AC9933F60A6}"/>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LDL finding</a:t>
            </a:r>
          </a:p>
        </p:txBody>
      </p:sp>
      <p:sp>
        <p:nvSpPr>
          <p:cNvPr id="2" name="">
            <a:extLst xmlns:a="http://schemas.openxmlformats.org/drawingml/2006/main">
              <a:ext uri="{FF2B5EF4-FFF2-40B4-BE49-F238E27FC236}">
                <a16:creationId xmlns:a16="http://schemas.microsoft.com/office/drawing/2014/main" id="{6AE3DCB2-1320-464A-B547-8B76C5A5F956}"/>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HPS demonstrates fewer major vascular events with assignment to simvastatin.</a:t>
            </a:r>
          </a:p>
        </p:txBody>
      </p:sp>
      <p:sp>
        <p:nvSpPr>
          <p:cNvPr id="3" name="">
            <a:extLst xmlns:a="http://schemas.openxmlformats.org/drawingml/2006/main">
              <a:ext uri="{FF2B5EF4-FFF2-40B4-BE49-F238E27FC236}">
                <a16:creationId xmlns:a16="http://schemas.microsoft.com/office/drawing/2014/main" id="{E0C3545E-E6B9-478D-8636-C4557BE529B8}"/>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The count-based benefit is about 54 fewer affected people per 1,000 during the trial period.</a:t>
            </a:r>
          </a:p>
        </p:txBody>
      </p:sp>
      <p:sp>
        <p:nvSpPr>
          <p:cNvPr id="4" name="">
            <a:extLst xmlns:a="http://schemas.openxmlformats.org/drawingml/2006/main">
              <a:ext uri="{FF2B5EF4-FFF2-40B4-BE49-F238E27FC236}">
                <a16:creationId xmlns:a16="http://schemas.microsoft.com/office/drawing/2014/main" id="{E7292EE8-8DED-485D-BD93-C3397B8AAC40}"/>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Broader genetic, cohort, and intervention evidence establishes LDL as a causal contributor to atherosclerotic disease.</a:t>
            </a:r>
          </a:p>
        </p:txBody>
      </p:sp>
      <p:sp>
        <p:nvSpPr>
          <p:cNvPr id="5" name="">
            <a:extLst xmlns:a="http://schemas.openxmlformats.org/drawingml/2006/main">
              <a:ext uri="{FF2B5EF4-FFF2-40B4-BE49-F238E27FC236}">
                <a16:creationId xmlns:a16="http://schemas.microsoft.com/office/drawing/2014/main" id="{5DF7F809-5E13-48CC-8292-BDC0EA26C44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FEF2C720-A08A-4395-A22A-D5F564A08CB0}"/>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23</a:t>
            </a:r>
          </a:p>
        </p:txBody>
      </p:sp>
    </p:spTree>
    <p:extLst>
      <p:ext uri="{BB962C8B-B14F-4D97-AF65-F5344CB8AC3E}">
        <p14:creationId xmlns:p14="http://schemas.microsoft.com/office/powerpoint/2010/main" val="102254407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F52FBD-E81F-46BC-B1B9-87DF35335AE8}"/>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Higher baseline HDL and lower event proportions</a:t>
            </a:r>
          </a:p>
        </p:txBody>
      </p:sp>
      <p:sp>
        <p:nvSpPr>
          <p:cNvPr id="2" name="">
            <a:extLst xmlns:a="http://schemas.openxmlformats.org/drawingml/2006/main">
              <a:ext uri="{FF2B5EF4-FFF2-40B4-BE49-F238E27FC236}">
                <a16:creationId xmlns:a16="http://schemas.microsoft.com/office/drawing/2014/main" id="{E199731D-D2A7-48AD-B7C7-F3CAAF117360}"/>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Baseline HDL categories describe an observational comparison.</a:t>
            </a:r>
          </a:p>
        </p:txBody>
      </p:sp>
      <p:graphicFrame>
        <p:nvGraphicFramePr>
          <p:cNvPr id="12"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d0150846b29e4f6c"/>
          </a:graphicData>
        </a:graphic>
      </p:graphicFrame>
      <p:sp>
        <p:nvSpPr>
          <p:cNvPr id="4" name="">
            <a:extLst xmlns:a="http://schemas.openxmlformats.org/drawingml/2006/main">
              <a:ext uri="{FF2B5EF4-FFF2-40B4-BE49-F238E27FC236}">
                <a16:creationId xmlns:a16="http://schemas.microsoft.com/office/drawing/2014/main" id="{A8979EB7-2CF3-4331-A4FF-AA39650CBF56}"/>
              </a:ext>
            </a:extLst>
          </p:cNvPr>
          <p:cNvSpPr>
            <a:spLocks xmlns:a="http://schemas.openxmlformats.org/drawingml/2006/main" noGrp="1"/>
          </p:cNvSpPr>
          <p:nvPr/>
        </p:nvSpPr>
        <p:spPr>
          <a:xfrm xmlns:a="http://schemas.openxmlformats.org/drawingml/2006/main">
            <a:off x="1371600" y="500062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&lt;0.9</a:t>
            </a:r>
          </a:p>
        </p:txBody>
      </p:sp>
      <p:sp>
        <p:nvSpPr>
          <p:cNvPr id="5" name="">
            <a:extLst xmlns:a="http://schemas.openxmlformats.org/drawingml/2006/main">
              <a:ext uri="{FF2B5EF4-FFF2-40B4-BE49-F238E27FC236}">
                <a16:creationId xmlns:a16="http://schemas.microsoft.com/office/drawing/2014/main" id="{68264E2D-B9F5-4BF0-9B76-416FA100F22E}"/>
              </a:ext>
            </a:extLst>
          </p:cNvPr>
          <p:cNvSpPr>
            <a:spLocks xmlns:a="http://schemas.openxmlformats.org/drawingml/2006/main" noGrp="1"/>
          </p:cNvSpPr>
          <p:nvPr/>
        </p:nvSpPr>
        <p:spPr>
          <a:xfrm xmlns:a="http://schemas.openxmlformats.org/drawingml/2006/main">
            <a:off x="5648325" y="500062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0.9 to &lt;1.1</a:t>
            </a:r>
          </a:p>
        </p:txBody>
      </p:sp>
      <p:sp>
        <p:nvSpPr>
          <p:cNvPr id="6" name="">
            <a:extLst xmlns:a="http://schemas.openxmlformats.org/drawingml/2006/main">
              <a:ext uri="{FF2B5EF4-FFF2-40B4-BE49-F238E27FC236}">
                <a16:creationId xmlns:a16="http://schemas.microsoft.com/office/drawing/2014/main" id="{8B178BBA-3EAC-42DF-95D6-AD8A82151A4E}"/>
              </a:ext>
            </a:extLst>
          </p:cNvPr>
          <p:cNvSpPr>
            <a:spLocks xmlns:a="http://schemas.openxmlformats.org/drawingml/2006/main" noGrp="1"/>
          </p:cNvSpPr>
          <p:nvPr/>
        </p:nvSpPr>
        <p:spPr>
          <a:xfrm xmlns:a="http://schemas.openxmlformats.org/drawingml/2006/main">
            <a:off x="9925050" y="5000625"/>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&gt;=1.1</a:t>
            </a:r>
          </a:p>
        </p:txBody>
      </p:sp>
      <p:sp>
        <p:nvSpPr>
          <p:cNvPr id="7" name="">
            <a:extLst xmlns:a="http://schemas.openxmlformats.org/drawingml/2006/main">
              <a:ext uri="{FF2B5EF4-FFF2-40B4-BE49-F238E27FC236}">
                <a16:creationId xmlns:a16="http://schemas.microsoft.com/office/drawing/2014/main" id="{902438DB-D3FE-4D99-A27E-BD4923EF75AF}"/>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An observational comparison within HPS placebo participants. HDL categories were not assigned experimentally.</a:t>
            </a:r>
          </a:p>
        </p:txBody>
      </p:sp>
      <p:sp>
        <p:nvSpPr>
          <p:cNvPr id="8" name="">
            <a:extLst xmlns:a="http://schemas.openxmlformats.org/drawingml/2006/main">
              <a:ext uri="{FF2B5EF4-FFF2-40B4-BE49-F238E27FC236}">
                <a16:creationId xmlns:a16="http://schemas.microsoft.com/office/drawing/2014/main" id="{B98C81EE-8E97-4FF3-9074-6A80925C12CC}"/>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9" name="">
            <a:extLst xmlns:a="http://schemas.openxmlformats.org/drawingml/2006/main">
              <a:ext uri="{FF2B5EF4-FFF2-40B4-BE49-F238E27FC236}">
                <a16:creationId xmlns:a16="http://schemas.microsoft.com/office/drawing/2014/main" id="{5B2E3715-BA75-4F7A-BDCC-D0E894E1D0E0}"/>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24</a:t>
            </a:r>
          </a:p>
        </p:txBody>
      </p:sp>
      <p:sp>
        <p:nvSpPr>
          <p:cNvPr id="13" name="Evidence label: Screening HDL-C group (mmol/L)">
            <a:extLst xmlns:a="http://schemas.openxmlformats.org/drawingml/2006/main">
              <a:ext uri="{FF2B5EF4-FFF2-40B4-BE49-F238E27FC236}">
                <a16:creationId xmlns:a16="http://schemas.microsoft.com/office/drawing/2014/main" id="{4DF52FBD-E81F-46BC-B1B9-87DF35335AE8}"/>
              </a:ext>
            </a:extLst>
          </p:cNvPr>
          <p:cNvSpPr>
            <a:spLocks xmlns:a="http://schemas.openxmlformats.org/drawingml/2006/main" noGrp="1"/>
          </p:cNvSpPr>
          <p:nvPr/>
        </p:nvSpPr>
        <p:spPr>
          <a:xfrm xmlns:a="http://schemas.openxmlformats.org/drawingml/2006/main">
            <a:off x="2476500" y="554355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1">
                <ns0:solidFill>
                  <ns0:srgbClr val="203247"/>
                </ns0:solidFill>
                <ns0:latin typeface="Noto Sans"/>
              </ns0:rPr>
              <ns0:t>Screening HDL-C group (mmol/L)</ns0:t>
            </ns0:r>
          </ns0:p>
        </p:txBody>
      </p:sp>
    </p:spTree>
    <p:extLst>
      <p:ext uri="{BB962C8B-B14F-4D97-AF65-F5344CB8AC3E}">
        <p14:creationId xmlns:p14="http://schemas.microsoft.com/office/powerpoint/2010/main" val="89931829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2CE535-4552-4AF2-8B4F-63E9D4CC770D}"/>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Incomplete exhibit: HDL rose on niacin</a:t>
            </a:r>
          </a:p>
        </p:txBody>
      </p:sp>
      <p:sp>
        <p:nvSpPr>
          <p:cNvPr id="2" name="">
            <a:extLst xmlns:a="http://schemas.openxmlformats.org/drawingml/2006/main">
              <a:ext uri="{FF2B5EF4-FFF2-40B4-BE49-F238E27FC236}">
                <a16:creationId xmlns:a16="http://schemas.microsoft.com/office/drawing/2014/main" id="{E1918288-78BA-48C9-B1A6-667A2D2E944F}"/>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The niacin arm’s median HDL increased from 35 to 42 mg/dL.</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9373fd9b7ace4dcc"/>
          </a:graphicData>
        </a:graphic>
      </p:graphicFrame>
      <p:sp>
        <p:nvSpPr>
          <p:cNvPr id="4" name="">
            <a:extLst xmlns:a="http://schemas.openxmlformats.org/drawingml/2006/main">
              <a:ext uri="{FF2B5EF4-FFF2-40B4-BE49-F238E27FC236}">
                <a16:creationId xmlns:a16="http://schemas.microsoft.com/office/drawing/2014/main" id="{13FFADFD-E80B-4511-863E-5282172E24C6}"/>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Intentional incomplete exhibit. It shows a within-arm laboratory summary and omits the comparison arm and clinical outcome.</a:t>
            </a:r>
          </a:p>
        </p:txBody>
      </p:sp>
      <p:sp>
        <p:nvSpPr>
          <p:cNvPr id="5" name="">
            <a:extLst xmlns:a="http://schemas.openxmlformats.org/drawingml/2006/main">
              <a:ext uri="{FF2B5EF4-FFF2-40B4-BE49-F238E27FC236}">
                <a16:creationId xmlns:a16="http://schemas.microsoft.com/office/drawing/2014/main" id="{F06A24CC-6A93-4E50-9E98-5A1386864CA0}"/>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06EB58E6-693A-434B-9B89-7267A769419C}"/>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25</a:t>
            </a:r>
          </a:p>
        </p:txBody>
      </p:sp>
    </p:spTree>
    <p:extLst>
      <p:ext uri="{BB962C8B-B14F-4D97-AF65-F5344CB8AC3E}">
        <p14:creationId xmlns:p14="http://schemas.microsoft.com/office/powerpoint/2010/main" val="147277791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381DEB-C87A-44CB-AD5D-F9A8F9303794}"/>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HDL trajectories in both trial arms</a:t>
            </a:r>
          </a:p>
        </p:txBody>
      </p:sp>
      <p:sp>
        <p:nvSpPr>
          <p:cNvPr id="2" name="">
            <a:extLst xmlns:a="http://schemas.openxmlformats.org/drawingml/2006/main">
              <a:ext uri="{FF2B5EF4-FFF2-40B4-BE49-F238E27FC236}">
                <a16:creationId xmlns:a16="http://schemas.microsoft.com/office/drawing/2014/main" id="{9ACF09EE-2195-437F-A59C-7663952E1D60}"/>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Both arms improved. Niacin produced a larger HDL increase.</a:t>
            </a:r>
          </a:p>
        </p:txBody>
      </p:sp>
      <p:sp>
        <p:nvSpPr>
          <p:cNvPr id="3" name="">
            <a:extLst xmlns:a="http://schemas.openxmlformats.org/drawingml/2006/main">
              <a:ext uri="{FF2B5EF4-FFF2-40B4-BE49-F238E27FC236}">
                <a16:creationId xmlns:a16="http://schemas.microsoft.com/office/drawing/2014/main" id="{EDC53295-3E22-4D9F-BFDC-3515F511B28C}"/>
              </a:ext>
            </a:extLst>
          </p:cNvPr>
          <p:cNvSpPr>
            <a:spLocks xmlns:a="http://schemas.openxmlformats.org/drawingml/2006/main" noGrp="1"/>
          </p:cNvSpPr>
          <p:nvPr/>
        </p:nvSpPr>
        <p:spPr>
          <a:xfrm xmlns:a="http://schemas.openxmlformats.org/drawingml/2006/main">
            <a:off x="6858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253B53"/>
                </a:solidFill>
                <a:latin typeface="Noto Sans"/>
                <a:ea typeface="Noto Sans"/>
                <a:cs typeface="Noto Sans"/>
              </a:defRPr>
            </a:pPr>
            <a:r>
              <a:rPr sz="1575" b="1">
                <a:solidFill>
                  <a:srgbClr val="253B53"/>
                </a:solidFill>
                <a:latin typeface="Noto Sans"/>
                <a:ea typeface="Noto Sans"/>
                <a:cs typeface="Noto Sans"/>
              </a:rPr>
              <a:t>Placebo + statin</a:t>
            </a:r>
          </a:p>
        </p:txBody>
      </p:sp>
      <p:sp>
        <p:nvSpPr>
          <p:cNvPr id="4" name="">
            <a:extLst xmlns:a="http://schemas.openxmlformats.org/drawingml/2006/main">
              <a:ext uri="{FF2B5EF4-FFF2-40B4-BE49-F238E27FC236}">
                <a16:creationId xmlns:a16="http://schemas.microsoft.com/office/drawing/2014/main" id="{1B233F7D-B16A-49FC-8051-5AD2154EDC18}"/>
              </a:ext>
            </a:extLst>
          </p:cNvPr>
          <p:cNvSpPr>
            <a:spLocks xmlns:a="http://schemas.openxmlformats.org/drawingml/2006/main" noGrp="1"/>
          </p:cNvSpPr>
          <p:nvPr/>
        </p:nvSpPr>
        <p:spPr>
          <a:xfrm xmlns:a="http://schemas.openxmlformats.org/drawingml/2006/main">
            <a:off x="60960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7657A0"/>
                </a:solidFill>
                <a:latin typeface="Noto Sans"/>
                <a:ea typeface="Noto Sans"/>
                <a:cs typeface="Noto Sans"/>
              </a:defRPr>
            </a:pPr>
            <a:r>
              <a:rPr sz="1575" b="1">
                <a:solidFill>
                  <a:srgbClr val="7657A0"/>
                </a:solidFill>
                <a:latin typeface="Noto Sans"/>
                <a:ea typeface="Noto Sans"/>
                <a:cs typeface="Noto Sans"/>
              </a:rPr>
              <a:t>Niacin + statin</a:t>
            </a:r>
          </a:p>
        </p:txBody>
      </p:sp>
      <p:graphicFrame>
        <p:nvGraphicFramePr>
          <p:cNvPr id="13"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993568582ac74df3"/>
          </a:graphicData>
        </a:graphic>
      </p:graphicFrame>
      <p:sp>
        <p:nvSpPr>
          <p:cNvPr id="6" name="">
            <a:extLst xmlns:a="http://schemas.openxmlformats.org/drawingml/2006/main">
              <a:ext uri="{FF2B5EF4-FFF2-40B4-BE49-F238E27FC236}">
                <a16:creationId xmlns:a16="http://schemas.microsoft.com/office/drawing/2014/main" id="{ACDD43D3-09B3-4766-B89D-313434613CDF}"/>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AIM-HIGH Table 2. Published group medians at each visit, with varying available samples.</a:t>
            </a:r>
          </a:p>
        </p:txBody>
      </p:sp>
      <p:sp>
        <p:nvSpPr>
          <p:cNvPr id="7" name="">
            <a:extLst xmlns:a="http://schemas.openxmlformats.org/drawingml/2006/main">
              <a:ext uri="{FF2B5EF4-FFF2-40B4-BE49-F238E27FC236}">
                <a16:creationId xmlns:a16="http://schemas.microsoft.com/office/drawing/2014/main" id="{1CB81FC6-517A-4F15-9C02-AAFA4BDF8B42}"/>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8" name="">
            <a:extLst xmlns:a="http://schemas.openxmlformats.org/drawingml/2006/main">
              <a:ext uri="{FF2B5EF4-FFF2-40B4-BE49-F238E27FC236}">
                <a16:creationId xmlns:a16="http://schemas.microsoft.com/office/drawing/2014/main" id="{11F60265-6CB7-43D8-AF01-F7E37A18237A}"/>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26</a:t>
            </a:r>
          </a:p>
        </p:txBody>
      </p:sp>
    </p:spTree>
    <p:extLst>
      <p:ext uri="{BB962C8B-B14F-4D97-AF65-F5344CB8AC3E}">
        <p14:creationId xmlns:p14="http://schemas.microsoft.com/office/powerpoint/2010/main" val="11920387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96DC89-5737-44E0-875B-831F33BFB14D}"/>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Laboratory spread and estimate uncertainty</a:t>
            </a:r>
          </a:p>
        </p:txBody>
      </p:sp>
      <p:sp>
        <p:nvSpPr>
          <p:cNvPr id="2" name="">
            <a:extLst xmlns:a="http://schemas.openxmlformats.org/drawingml/2006/main">
              <a:ext uri="{FF2B5EF4-FFF2-40B4-BE49-F238E27FC236}">
                <a16:creationId xmlns:a16="http://schemas.microsoft.com/office/drawing/2014/main" id="{EA4651AB-4055-4FA8-B7B6-D1F896F397BC}"/>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Dots show year-two medians. Lines show interquartile ranges.</a:t>
            </a:r>
          </a:p>
        </p:txBody>
      </p:sp>
      <p:sp>
        <p:nvSpPr>
          <p:cNvPr id="3" name="">
            <a:extLst xmlns:a="http://schemas.openxmlformats.org/drawingml/2006/main">
              <a:ext uri="{FF2B5EF4-FFF2-40B4-BE49-F238E27FC236}">
                <a16:creationId xmlns:a16="http://schemas.microsoft.com/office/drawing/2014/main" id="{AE4D7AF0-7F5B-446F-BDBF-5EDD65F7B251}"/>
              </a:ext>
            </a:extLst>
          </p:cNvPr>
          <p:cNvSpPr>
            <a:spLocks xmlns:a="http://schemas.openxmlformats.org/drawingml/2006/main" noGrp="1"/>
          </p:cNvSpPr>
          <p:nvPr/>
        </p:nvSpPr>
        <p:spPr>
          <a:xfrm xmlns:a="http://schemas.openxmlformats.org/drawingml/2006/main">
            <a:off x="685800" y="2804437"/>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Placebo + statin</a:t>
            </a:r>
          </a:p>
        </p:txBody>
      </p:sp>
      <p:sp>
        <p:nvSpPr>
          <p:cNvPr id="4" name="">
            <a:extLst xmlns:a="http://schemas.openxmlformats.org/drawingml/2006/main">
              <a:ext uri="{FF2B5EF4-FFF2-40B4-BE49-F238E27FC236}">
                <a16:creationId xmlns:a16="http://schemas.microsoft.com/office/drawing/2014/main" id="{42FE1D7C-95C9-4797-9D19-B491EECD36FE}"/>
              </a:ext>
            </a:extLst>
          </p:cNvPr>
          <p:cNvSpPr>
            <a:spLocks xmlns:a="http://schemas.openxmlformats.org/drawingml/2006/main" noGrp="1"/>
          </p:cNvSpPr>
          <p:nvPr/>
        </p:nvSpPr>
        <p:spPr>
          <a:xfrm xmlns:a="http://schemas.openxmlformats.org/drawingml/2006/main">
            <a:off x="685800" y="3813914"/>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Niacin + statin</a:t>
            </a:r>
          </a:p>
        </p:txBody>
      </p:sp>
      <p:graphicFrame>
        <p:nvGraphicFramePr>
          <p:cNvPr id="13" name="Chart"/>
          <p:cNvGraphicFramePr/>
          <p:nvPr/>
        </p:nvGraphicFramePr>
        <p:xfrm>
          <a:off xmlns:a="http://schemas.openxmlformats.org/drawingml/2006/main" x="2971800" y="2095500"/>
          <a:ext xmlns:a="http://schemas.openxmlformats.org/drawingml/2006/main" cx="8534400" cy="3314700"/>
        </p:xfrm>
        <a:graphic xmlns:a="http://schemas.openxmlformats.org/drawingml/2006/main">
          <a:graphicData uri="http://schemas.openxmlformats.org/drawingml/2006/chart">
            <c:chart xmlns:r="http://schemas.openxmlformats.org/officeDocument/2006/relationships" xmlns:c="http://schemas.openxmlformats.org/drawingml/2006/chart" r:id="R3fba7e633a2b4f6e"/>
          </a:graphicData>
        </a:graphic>
      </p:graphicFrame>
      <p:sp>
        <p:nvSpPr>
          <p:cNvPr id="6" name="">
            <a:extLst xmlns:a="http://schemas.openxmlformats.org/drawingml/2006/main">
              <a:ext uri="{FF2B5EF4-FFF2-40B4-BE49-F238E27FC236}">
                <a16:creationId xmlns:a16="http://schemas.microsoft.com/office/drawing/2014/main" id="{F88AD277-4195-4D02-AD52-E9697AAEFD92}"/>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Dots are medians. Lines are interquartile ranges, not confidence intervals. No patient-level distribution is reconstructed.</a:t>
            </a:r>
          </a:p>
        </p:txBody>
      </p:sp>
      <p:sp>
        <p:nvSpPr>
          <p:cNvPr id="7" name="">
            <a:extLst xmlns:a="http://schemas.openxmlformats.org/drawingml/2006/main">
              <a:ext uri="{FF2B5EF4-FFF2-40B4-BE49-F238E27FC236}">
                <a16:creationId xmlns:a16="http://schemas.microsoft.com/office/drawing/2014/main" id="{C84F3FBC-F33A-4678-9947-2921CBDA0FB7}"/>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8" name="">
            <a:extLst xmlns:a="http://schemas.openxmlformats.org/drawingml/2006/main">
              <a:ext uri="{FF2B5EF4-FFF2-40B4-BE49-F238E27FC236}">
                <a16:creationId xmlns:a16="http://schemas.microsoft.com/office/drawing/2014/main" id="{F44350FA-A8CE-4D08-95DE-0950CD2EB70E}"/>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27</a:t>
            </a:r>
          </a:p>
        </p:txBody>
      </p:sp>
    </p:spTree>
    <p:extLst>
      <p:ext uri="{BB962C8B-B14F-4D97-AF65-F5344CB8AC3E}">
        <p14:creationId xmlns:p14="http://schemas.microsoft.com/office/powerpoint/2010/main" val="156869237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454FF-630B-40A0-8ACB-14A4D0D23B4D}"/>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Two valid HDL percentage summaries</a:t>
            </a:r>
          </a:p>
        </p:txBody>
      </p:sp>
      <p:sp>
        <p:nvSpPr>
          <p:cNvPr id="2" name="">
            <a:extLst xmlns:a="http://schemas.openxmlformats.org/drawingml/2006/main">
              <a:ext uri="{FF2B5EF4-FFF2-40B4-BE49-F238E27FC236}">
                <a16:creationId xmlns:a16="http://schemas.microsoft.com/office/drawing/2014/main" id="{C0D6A6D5-DF60-483F-9C4B-F831A7499B7F}"/>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Change between group medians = 20%. Median individual change = 25%.</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7b59256d14c14107"/>
          </a:graphicData>
        </a:graphic>
      </p:graphicFrame>
      <p:sp>
        <p:nvSpPr>
          <p:cNvPr id="4" name="">
            <a:extLst xmlns:a="http://schemas.openxmlformats.org/drawingml/2006/main">
              <a:ext uri="{FF2B5EF4-FFF2-40B4-BE49-F238E27FC236}">
                <a16:creationId xmlns:a16="http://schemas.microsoft.com/office/drawing/2014/main" id="{27D84BF7-22DC-473F-ADBA-906DD5B4765A}"/>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20% comes from 35 and 42. The published 25% summarizes individual changes. Individual values are unavailable here.</a:t>
            </a:r>
          </a:p>
        </p:txBody>
      </p:sp>
      <p:sp>
        <p:nvSpPr>
          <p:cNvPr id="5" name="">
            <a:extLst xmlns:a="http://schemas.openxmlformats.org/drawingml/2006/main">
              <a:ext uri="{FF2B5EF4-FFF2-40B4-BE49-F238E27FC236}">
                <a16:creationId xmlns:a16="http://schemas.microsoft.com/office/drawing/2014/main" id="{20115018-202B-42A3-BC05-451F0B928AD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BAEACE14-E5B0-43BA-A93C-CC1B5A5B3C1B}"/>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28</a:t>
            </a:r>
          </a:p>
        </p:txBody>
      </p:sp>
    </p:spTree>
    <p:extLst>
      <p:ext uri="{BB962C8B-B14F-4D97-AF65-F5344CB8AC3E}">
        <p14:creationId xmlns:p14="http://schemas.microsoft.com/office/powerpoint/2010/main" val="1849375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A96A09-AE85-4366-971D-778B97A5AF75}"/>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Available laboratory samples vary by visit</a:t>
            </a:r>
          </a:p>
        </p:txBody>
      </p:sp>
      <p:sp>
        <p:nvSpPr>
          <p:cNvPr id="2" name="">
            <a:extLst xmlns:a="http://schemas.openxmlformats.org/drawingml/2006/main">
              <a:ext uri="{FF2B5EF4-FFF2-40B4-BE49-F238E27FC236}">
                <a16:creationId xmlns:a16="http://schemas.microsoft.com/office/drawing/2014/main" id="{C0FDFBCB-FA0E-48D0-B948-4C89616874C5}"/>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 visit summary includes the participants measured at that visit.</a:t>
            </a:r>
          </a:p>
        </p:txBody>
      </p:sp>
      <p:sp>
        <p:nvSpPr>
          <p:cNvPr id="3" name="">
            <a:extLst xmlns:a="http://schemas.openxmlformats.org/drawingml/2006/main">
              <a:ext uri="{FF2B5EF4-FFF2-40B4-BE49-F238E27FC236}">
                <a16:creationId xmlns:a16="http://schemas.microsoft.com/office/drawing/2014/main" id="{23C3565F-A511-476C-BBF1-24605C3FBBC6}"/>
              </a:ext>
            </a:extLst>
          </p:cNvPr>
          <p:cNvSpPr>
            <a:spLocks xmlns:a="http://schemas.openxmlformats.org/drawingml/2006/main" noGrp="1"/>
          </p:cNvSpPr>
          <p:nvPr/>
        </p:nvSpPr>
        <p:spPr>
          <a:xfrm xmlns:a="http://schemas.openxmlformats.org/drawingml/2006/main">
            <a:off x="6858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253B53"/>
                </a:solidFill>
                <a:latin typeface="Noto Sans"/>
                <a:ea typeface="Noto Sans"/>
                <a:cs typeface="Noto Sans"/>
              </a:defRPr>
            </a:pPr>
            <a:r>
              <a:rPr sz="1575" b="1">
                <a:solidFill>
                  <a:srgbClr val="253B53"/>
                </a:solidFill>
                <a:latin typeface="Noto Sans"/>
                <a:ea typeface="Noto Sans"/>
                <a:cs typeface="Noto Sans"/>
              </a:rPr>
              <a:t>Placebo + statin</a:t>
            </a:r>
          </a:p>
        </p:txBody>
      </p:sp>
      <p:sp>
        <p:nvSpPr>
          <p:cNvPr id="4" name="">
            <a:extLst xmlns:a="http://schemas.openxmlformats.org/drawingml/2006/main">
              <a:ext uri="{FF2B5EF4-FFF2-40B4-BE49-F238E27FC236}">
                <a16:creationId xmlns:a16="http://schemas.microsoft.com/office/drawing/2014/main" id="{8D9B711A-378D-456D-BA89-44E13E2EA6F8}"/>
              </a:ext>
            </a:extLst>
          </p:cNvPr>
          <p:cNvSpPr>
            <a:spLocks xmlns:a="http://schemas.openxmlformats.org/drawingml/2006/main" noGrp="1"/>
          </p:cNvSpPr>
          <p:nvPr/>
        </p:nvSpPr>
        <p:spPr>
          <a:xfrm xmlns:a="http://schemas.openxmlformats.org/drawingml/2006/main">
            <a:off x="60960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7657A0"/>
                </a:solidFill>
                <a:latin typeface="Noto Sans"/>
                <a:ea typeface="Noto Sans"/>
                <a:cs typeface="Noto Sans"/>
              </a:defRPr>
            </a:pPr>
            <a:r>
              <a:rPr sz="1575" b="1">
                <a:solidFill>
                  <a:srgbClr val="7657A0"/>
                </a:solidFill>
                <a:latin typeface="Noto Sans"/>
                <a:ea typeface="Noto Sans"/>
                <a:cs typeface="Noto Sans"/>
              </a:rPr>
              <a:t>Niacin + statin</a:t>
            </a:r>
          </a:p>
        </p:txBody>
      </p:sp>
      <p:graphicFrame>
        <p:nvGraphicFramePr>
          <p:cNvPr id="13"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cbd4da39a1464241"/>
          </a:graphicData>
        </a:graphic>
      </p:graphicFrame>
      <p:sp>
        <p:nvSpPr>
          <p:cNvPr id="6" name="">
            <a:extLst xmlns:a="http://schemas.openxmlformats.org/drawingml/2006/main">
              <a:ext uri="{FF2B5EF4-FFF2-40B4-BE49-F238E27FC236}">
                <a16:creationId xmlns:a16="http://schemas.microsoft.com/office/drawing/2014/main" id="{1F51B861-1D76-4FDB-B142-C17938F64FC9}"/>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AIM-HIGH Table 2. Follow-up scheduling and trial stopping contribute to available counts. A decline alone does not prove dropout bias.</a:t>
            </a:r>
          </a:p>
        </p:txBody>
      </p:sp>
      <p:sp>
        <p:nvSpPr>
          <p:cNvPr id="7" name="">
            <a:extLst xmlns:a="http://schemas.openxmlformats.org/drawingml/2006/main">
              <a:ext uri="{FF2B5EF4-FFF2-40B4-BE49-F238E27FC236}">
                <a16:creationId xmlns:a16="http://schemas.microsoft.com/office/drawing/2014/main" id="{A7BAA0F2-A306-4899-A0EC-EE29BD58A752}"/>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 · Optional extension</a:t>
            </a:r>
          </a:p>
        </p:txBody>
      </p:sp>
      <p:sp>
        <p:nvSpPr>
          <p:cNvPr id="8" name="">
            <a:extLst xmlns:a="http://schemas.openxmlformats.org/drawingml/2006/main">
              <a:ext uri="{FF2B5EF4-FFF2-40B4-BE49-F238E27FC236}">
                <a16:creationId xmlns:a16="http://schemas.microsoft.com/office/drawing/2014/main" id="{B00A416A-F38A-4727-8336-3099DCDC92A4}"/>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29</a:t>
            </a:r>
          </a:p>
        </p:txBody>
      </p:sp>
    </p:spTree>
    <p:extLst>
      <p:ext uri="{BB962C8B-B14F-4D97-AF65-F5344CB8AC3E}">
        <p14:creationId xmlns:p14="http://schemas.microsoft.com/office/powerpoint/2010/main" val="7934659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35D042-0BC7-49B5-8BEA-F3F2B1052532}"/>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clinical outcome does not show added benefit</a:t>
            </a:r>
          </a:p>
        </p:txBody>
      </p:sp>
      <p:sp>
        <p:nvSpPr>
          <p:cNvPr id="2" name="">
            <a:extLst xmlns:a="http://schemas.openxmlformats.org/drawingml/2006/main">
              <a:ext uri="{FF2B5EF4-FFF2-40B4-BE49-F238E27FC236}">
                <a16:creationId xmlns:a16="http://schemas.microsoft.com/office/drawing/2014/main" id="{FDBFF42E-5564-4C3C-9CAD-2B1C34503F89}"/>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Primary event proportions were 16.2% and 16.4%.</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6f9a1b673db441fe"/>
          </a:graphicData>
        </a:graphic>
      </p:graphicFrame>
      <p:sp>
        <p:nvSpPr>
          <p:cNvPr id="4" name="">
            <a:extLst xmlns:a="http://schemas.openxmlformats.org/drawingml/2006/main">
              <a:ext uri="{FF2B5EF4-FFF2-40B4-BE49-F238E27FC236}">
                <a16:creationId xmlns:a16="http://schemas.microsoft.com/office/drawing/2014/main" id="{792CA539-5857-40F1-B7BF-855C0013167D}"/>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274/1,696 versus 282/1,718. Different composite endpoint and population from HPS. Mean follow-up three years.</a:t>
            </a:r>
          </a:p>
        </p:txBody>
      </p:sp>
      <p:sp>
        <p:nvSpPr>
          <p:cNvPr id="5" name="">
            <a:extLst xmlns:a="http://schemas.openxmlformats.org/drawingml/2006/main">
              <a:ext uri="{FF2B5EF4-FFF2-40B4-BE49-F238E27FC236}">
                <a16:creationId xmlns:a16="http://schemas.microsoft.com/office/drawing/2014/main" id="{D9921AE7-8221-45FD-A0C9-1B504F2BB3E0}"/>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EABAC862-0F45-4399-AA80-610C1ED71DA5}"/>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30</a:t>
            </a:r>
          </a:p>
        </p:txBody>
      </p:sp>
    </p:spTree>
    <p:extLst>
      <p:ext uri="{BB962C8B-B14F-4D97-AF65-F5344CB8AC3E}">
        <p14:creationId xmlns:p14="http://schemas.microsoft.com/office/powerpoint/2010/main" val="153886659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7F5B80-FB10-4B2B-9E8F-04847D39F991}"/>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delta method for log risk</a:t>
            </a:r>
          </a:p>
        </p:txBody>
      </p:sp>
      <p:sp>
        <p:nvSpPr>
          <p:cNvPr id="2" name="">
            <a:extLst xmlns:a="http://schemas.openxmlformats.org/drawingml/2006/main">
              <a:ext uri="{FF2B5EF4-FFF2-40B4-BE49-F238E27FC236}">
                <a16:creationId xmlns:a16="http://schemas.microsoft.com/office/drawing/2014/main" id="{57C59A3C-6085-4929-9113-2683E5477BF0}"/>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log(p̂) ≈ log(p) + (p̂ − p)/p</a:t>
            </a:r>
          </a:p>
        </p:txBody>
      </p:sp>
      <p:sp>
        <p:nvSpPr>
          <p:cNvPr id="3" name="">
            <a:extLst xmlns:a="http://schemas.openxmlformats.org/drawingml/2006/main">
              <a:ext uri="{FF2B5EF4-FFF2-40B4-BE49-F238E27FC236}">
                <a16:creationId xmlns:a16="http://schemas.microsoft.com/office/drawing/2014/main" id="{E0165588-6F81-4618-8CF1-BDA57C86915D}"/>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Var[log(p̂)] ≈ Var(p̂)/p²</a:t>
            </a:r>
          </a:p>
        </p:txBody>
      </p:sp>
      <p:sp>
        <p:nvSpPr>
          <p:cNvPr id="4" name="">
            <a:extLst xmlns:a="http://schemas.openxmlformats.org/drawingml/2006/main">
              <a:ext uri="{FF2B5EF4-FFF2-40B4-BE49-F238E27FC236}">
                <a16:creationId xmlns:a16="http://schemas.microsoft.com/office/drawing/2014/main" id="{6C0D2838-22C1-477E-922A-E68F447FA433}"/>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Var[log(p̂)] ≈ (1 − p)/(np)</a:t>
            </a:r>
          </a:p>
        </p:txBody>
      </p:sp>
      <p:sp>
        <p:nvSpPr>
          <p:cNvPr id="5" name="">
            <a:extLst xmlns:a="http://schemas.openxmlformats.org/drawingml/2006/main">
              <a:ext uri="{FF2B5EF4-FFF2-40B4-BE49-F238E27FC236}">
                <a16:creationId xmlns:a16="http://schemas.microsoft.com/office/drawing/2014/main" id="{20AA6C2D-DF0A-42BB-B45E-F128686E997F}"/>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A first-order expansion carries uncertainty through the logarithm.</a:t>
            </a:r>
          </a:p>
        </p:txBody>
      </p:sp>
      <p:sp>
        <p:nvSpPr>
          <p:cNvPr id="6" name="">
            <a:extLst xmlns:a="http://schemas.openxmlformats.org/drawingml/2006/main">
              <a:ext uri="{FF2B5EF4-FFF2-40B4-BE49-F238E27FC236}">
                <a16:creationId xmlns:a16="http://schemas.microsoft.com/office/drawing/2014/main" id="{51C1F71B-A04D-4794-BCE7-324B270F96F8}"/>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5E53CEA8-591E-4C4D-B3C3-867C69835F22}"/>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31</a:t>
            </a:r>
          </a:p>
        </p:txBody>
      </p:sp>
    </p:spTree>
    <p:extLst>
      <p:ext uri="{BB962C8B-B14F-4D97-AF65-F5344CB8AC3E}">
        <p14:creationId xmlns:p14="http://schemas.microsoft.com/office/powerpoint/2010/main" val="199875822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0B5D033-203E-422D-9B16-CB7953B98839}"/>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log-risk-ratio interval</a:t>
            </a:r>
          </a:p>
        </p:txBody>
      </p:sp>
      <p:sp>
        <p:nvSpPr>
          <p:cNvPr id="2" name="">
            <a:extLst xmlns:a="http://schemas.openxmlformats.org/drawingml/2006/main">
              <a:ext uri="{FF2B5EF4-FFF2-40B4-BE49-F238E27FC236}">
                <a16:creationId xmlns:a16="http://schemas.microsoft.com/office/drawing/2014/main" id="{961A30EB-8EDE-4E54-A3C5-F55783E0DA31}"/>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log(RR) = log(p̂T) − log(p̂C)</a:t>
            </a:r>
          </a:p>
        </p:txBody>
      </p:sp>
      <p:sp>
        <p:nvSpPr>
          <p:cNvPr id="3" name="">
            <a:extLst xmlns:a="http://schemas.openxmlformats.org/drawingml/2006/main">
              <a:ext uri="{FF2B5EF4-FFF2-40B4-BE49-F238E27FC236}">
                <a16:creationId xmlns:a16="http://schemas.microsoft.com/office/drawing/2014/main" id="{C2CFAEB4-23D2-4A4A-91BE-8E3457BF29D8}"/>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SE[log(RR)] = √(1/eT − 1/nT + 1/eC − 1/nC)</a:t>
            </a:r>
          </a:p>
        </p:txBody>
      </p:sp>
      <p:sp>
        <p:nvSpPr>
          <p:cNvPr id="4" name="">
            <a:extLst xmlns:a="http://schemas.openxmlformats.org/drawingml/2006/main">
              <a:ext uri="{FF2B5EF4-FFF2-40B4-BE49-F238E27FC236}">
                <a16:creationId xmlns:a16="http://schemas.microsoft.com/office/drawing/2014/main" id="{891648F3-D643-49F1-8FE6-88EAFEE2B999}"/>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95% CI = exp{log(RR) ± 1.96 × SE}</a:t>
            </a:r>
          </a:p>
        </p:txBody>
      </p:sp>
      <p:sp>
        <p:nvSpPr>
          <p:cNvPr id="5" name="">
            <a:extLst xmlns:a="http://schemas.openxmlformats.org/drawingml/2006/main">
              <a:ext uri="{FF2B5EF4-FFF2-40B4-BE49-F238E27FC236}">
                <a16:creationId xmlns:a16="http://schemas.microsoft.com/office/drawing/2014/main" id="{57487DEA-AF00-468B-A3EB-14EF4FF2918B}"/>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AIM-HIGH count-based RR = 1.016, approximate CI 0.873–1.183.</a:t>
            </a:r>
          </a:p>
        </p:txBody>
      </p:sp>
      <p:sp>
        <p:nvSpPr>
          <p:cNvPr id="6" name="">
            <a:extLst xmlns:a="http://schemas.openxmlformats.org/drawingml/2006/main">
              <a:ext uri="{FF2B5EF4-FFF2-40B4-BE49-F238E27FC236}">
                <a16:creationId xmlns:a16="http://schemas.microsoft.com/office/drawing/2014/main" id="{C116DECF-934B-4E60-B4D3-C75EB4F61C14}"/>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30C90B46-B147-42EA-AC85-83309FBF0D12}"/>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32</a:t>
            </a:r>
          </a:p>
        </p:txBody>
      </p:sp>
    </p:spTree>
    <p:extLst>
      <p:ext uri="{BB962C8B-B14F-4D97-AF65-F5344CB8AC3E}">
        <p14:creationId xmlns:p14="http://schemas.microsoft.com/office/powerpoint/2010/main" val="202475562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CC42762-92B3-4207-9680-B5344F2EA5B7}"/>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Cumulative risk ratio and reported hazard ratio</a:t>
            </a:r>
          </a:p>
        </p:txBody>
      </p:sp>
      <p:sp>
        <p:nvSpPr>
          <p:cNvPr id="2" name="">
            <a:extLst xmlns:a="http://schemas.openxmlformats.org/drawingml/2006/main">
              <a:ext uri="{FF2B5EF4-FFF2-40B4-BE49-F238E27FC236}">
                <a16:creationId xmlns:a16="http://schemas.microsoft.com/office/drawing/2014/main" id="{996A926C-E8B2-4793-A7DC-9F31AD34829A}"/>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Counts and event timing define different estimators.</a:t>
            </a:r>
          </a:p>
        </p:txBody>
      </p:sp>
      <p:sp>
        <p:nvSpPr>
          <p:cNvPr id="3" name="">
            <a:extLst xmlns:a="http://schemas.openxmlformats.org/drawingml/2006/main">
              <a:ext uri="{FF2B5EF4-FFF2-40B4-BE49-F238E27FC236}">
                <a16:creationId xmlns:a16="http://schemas.microsoft.com/office/drawing/2014/main" id="{772AE51F-98A7-4A71-935E-7CDF9DC199EA}"/>
              </a:ext>
            </a:extLst>
          </p:cNvPr>
          <p:cNvSpPr>
            <a:spLocks xmlns:a="http://schemas.openxmlformats.org/drawingml/2006/main" noGrp="1"/>
          </p:cNvSpPr>
          <p:nvPr/>
        </p:nvSpPr>
        <p:spPr>
          <a:xfrm xmlns:a="http://schemas.openxmlformats.org/drawingml/2006/main">
            <a:off x="685800" y="2804437"/>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Calculated risk ratio</a:t>
            </a:r>
          </a:p>
        </p:txBody>
      </p:sp>
      <p:sp>
        <p:nvSpPr>
          <p:cNvPr id="4" name="">
            <a:extLst xmlns:a="http://schemas.openxmlformats.org/drawingml/2006/main">
              <a:ext uri="{FF2B5EF4-FFF2-40B4-BE49-F238E27FC236}">
                <a16:creationId xmlns:a16="http://schemas.microsoft.com/office/drawing/2014/main" id="{26EA6229-6C6F-40E8-8699-8C4862A3634C}"/>
              </a:ext>
            </a:extLst>
          </p:cNvPr>
          <p:cNvSpPr>
            <a:spLocks xmlns:a="http://schemas.openxmlformats.org/drawingml/2006/main" noGrp="1"/>
          </p:cNvSpPr>
          <p:nvPr/>
        </p:nvSpPr>
        <p:spPr>
          <a:xfrm xmlns:a="http://schemas.openxmlformats.org/drawingml/2006/main">
            <a:off x="685800" y="3813914"/>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Reported hazard ratio</a:t>
            </a:r>
          </a:p>
        </p:txBody>
      </p:sp>
      <p:graphicFrame>
        <p:nvGraphicFramePr>
          <p:cNvPr id="18" name="Chart"/>
          <p:cNvGraphicFramePr/>
          <p:nvPr/>
        </p:nvGraphicFramePr>
        <p:xfrm>
          <a:off xmlns:a="http://schemas.openxmlformats.org/drawingml/2006/main" x="2971800" y="2095500"/>
          <a:ext xmlns:a="http://schemas.openxmlformats.org/drawingml/2006/main" cx="8534400" cy="3314700"/>
        </p:xfrm>
        <a:graphic xmlns:a="http://schemas.openxmlformats.org/drawingml/2006/main">
          <a:graphicData uri="http://schemas.openxmlformats.org/drawingml/2006/chart">
            <c:chart xmlns:r="http://schemas.openxmlformats.org/officeDocument/2006/relationships" xmlns:c="http://schemas.openxmlformats.org/drawingml/2006/chart" r:id="Rfe36c3929e354446"/>
          </a:graphicData>
        </a:graphic>
      </p:graphicFrame>
      <p:sp>
        <p:nvSpPr>
          <p:cNvPr id="6" name="">
            <a:extLst xmlns:a="http://schemas.openxmlformats.org/drawingml/2006/main">
              <a:ext uri="{FF2B5EF4-FFF2-40B4-BE49-F238E27FC236}">
                <a16:creationId xmlns:a16="http://schemas.microsoft.com/office/drawing/2014/main" id="{1E465E67-C100-463A-9E6D-0F390B42198C}"/>
              </a:ext>
            </a:extLst>
          </p:cNvPr>
          <p:cNvSpPr>
            <a:spLocks xmlns:a="http://schemas.openxmlformats.org/drawingml/2006/main" noGrp="1"/>
          </p:cNvSpPr>
          <p:nvPr/>
        </p:nvSpPr>
        <p:spPr>
          <a:xfrm xmlns:a="http://schemas.openxmlformats.org/drawingml/2006/main">
            <a:off x="7397339" y="2360676"/>
            <a:ext cx="0" cy="2220849"/>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7" name="">
            <a:extLst xmlns:a="http://schemas.openxmlformats.org/drawingml/2006/main">
              <a:ext uri="{FF2B5EF4-FFF2-40B4-BE49-F238E27FC236}">
                <a16:creationId xmlns:a16="http://schemas.microsoft.com/office/drawing/2014/main" id="{65D47D21-4CF9-44C6-A962-ACF6FE04C4D7}"/>
              </a:ext>
            </a:extLst>
          </p:cNvPr>
          <p:cNvSpPr>
            <a:spLocks xmlns:a="http://schemas.openxmlformats.org/drawingml/2006/main" noGrp="1"/>
          </p:cNvSpPr>
          <p:nvPr/>
        </p:nvSpPr>
        <p:spPr>
          <a:xfrm xmlns:a="http://schemas.openxmlformats.org/drawingml/2006/main">
            <a:off x="3075051"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0.7</a:t>
            </a:r>
          </a:p>
        </p:txBody>
      </p:sp>
      <p:sp>
        <p:nvSpPr>
          <p:cNvPr id="8" name="">
            <a:extLst xmlns:a="http://schemas.openxmlformats.org/drawingml/2006/main">
              <a:ext uri="{FF2B5EF4-FFF2-40B4-BE49-F238E27FC236}">
                <a16:creationId xmlns:a16="http://schemas.microsoft.com/office/drawing/2014/main" id="{15645C03-7134-4E77-80F4-9443C71C58F8}"/>
              </a:ext>
            </a:extLst>
          </p:cNvPr>
          <p:cNvSpPr>
            <a:spLocks xmlns:a="http://schemas.openxmlformats.org/drawingml/2006/main" noGrp="1"/>
          </p:cNvSpPr>
          <p:nvPr/>
        </p:nvSpPr>
        <p:spPr>
          <a:xfrm xmlns:a="http://schemas.openxmlformats.org/drawingml/2006/main">
            <a:off x="4604073"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0.8</a:t>
            </a:r>
          </a:p>
        </p:txBody>
      </p:sp>
      <p:sp>
        <p:nvSpPr>
          <p:cNvPr id="9" name="">
            <a:extLst xmlns:a="http://schemas.openxmlformats.org/drawingml/2006/main">
              <a:ext uri="{FF2B5EF4-FFF2-40B4-BE49-F238E27FC236}">
                <a16:creationId xmlns:a16="http://schemas.microsoft.com/office/drawing/2014/main" id="{CF6FF931-8F0C-4E82-96B7-D9297AE30E80}"/>
              </a:ext>
            </a:extLst>
          </p:cNvPr>
          <p:cNvSpPr>
            <a:spLocks xmlns:a="http://schemas.openxmlformats.org/drawingml/2006/main" noGrp="1"/>
          </p:cNvSpPr>
          <p:nvPr/>
        </p:nvSpPr>
        <p:spPr>
          <a:xfrm xmlns:a="http://schemas.openxmlformats.org/drawingml/2006/main">
            <a:off x="7159214"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C3ECFB4C-DF7E-4683-8F96-1786EF4E76FD}"/>
              </a:ext>
            </a:extLst>
          </p:cNvPr>
          <p:cNvSpPr>
            <a:spLocks xmlns:a="http://schemas.openxmlformats.org/drawingml/2006/main" noGrp="1"/>
          </p:cNvSpPr>
          <p:nvPr/>
        </p:nvSpPr>
        <p:spPr>
          <a:xfrm xmlns:a="http://schemas.openxmlformats.org/drawingml/2006/main">
            <a:off x="9246916"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1.2</a:t>
            </a:r>
          </a:p>
        </p:txBody>
      </p:sp>
      <p:sp>
        <p:nvSpPr>
          <p:cNvPr id="11" name="">
            <a:extLst xmlns:a="http://schemas.openxmlformats.org/drawingml/2006/main">
              <a:ext uri="{FF2B5EF4-FFF2-40B4-BE49-F238E27FC236}">
                <a16:creationId xmlns:a16="http://schemas.microsoft.com/office/drawing/2014/main" id="{839EDE15-9D18-4F77-A875-B1EB869AE9A7}"/>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Both describe the AIM-HIGH add-on comparison. RR uses cumulative counts. HR incorporates event timing and model adjustment.</a:t>
            </a:r>
          </a:p>
        </p:txBody>
      </p:sp>
      <p:sp>
        <p:nvSpPr>
          <p:cNvPr id="12" name="">
            <a:extLst xmlns:a="http://schemas.openxmlformats.org/drawingml/2006/main">
              <a:ext uri="{FF2B5EF4-FFF2-40B4-BE49-F238E27FC236}">
                <a16:creationId xmlns:a16="http://schemas.microsoft.com/office/drawing/2014/main" id="{B849C0DA-DF44-4E4B-933C-3EAAC2AFCE41}"/>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13" name="">
            <a:extLst xmlns:a="http://schemas.openxmlformats.org/drawingml/2006/main">
              <a:ext uri="{FF2B5EF4-FFF2-40B4-BE49-F238E27FC236}">
                <a16:creationId xmlns:a16="http://schemas.microsoft.com/office/drawing/2014/main" id="{16DEF755-9498-4994-AD15-366A51CF1BB3}"/>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33</a:t>
            </a:r>
          </a:p>
        </p:txBody>
      </p:sp>
    </p:spTree>
    <p:extLst>
      <p:ext uri="{BB962C8B-B14F-4D97-AF65-F5344CB8AC3E}">
        <p14:creationId xmlns:p14="http://schemas.microsoft.com/office/powerpoint/2010/main" val="214084169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34EB67-DAFC-4F4B-A092-3D67ECFCF75F}"/>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reported AIM-HIGH outcome interval</a:t>
            </a:r>
          </a:p>
        </p:txBody>
      </p:sp>
      <p:sp>
        <p:nvSpPr>
          <p:cNvPr id="2" name="">
            <a:extLst xmlns:a="http://schemas.openxmlformats.org/drawingml/2006/main">
              <a:ext uri="{FF2B5EF4-FFF2-40B4-BE49-F238E27FC236}">
                <a16:creationId xmlns:a16="http://schemas.microsoft.com/office/drawing/2014/main" id="{79EA2C99-632B-43C6-9A9B-ED730D8B5ADE}"/>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HR 1.02, 95% CI 0.87–1.21. Benefit was not demonstrated.</a:t>
            </a:r>
          </a:p>
        </p:txBody>
      </p:sp>
      <p:sp>
        <p:nvSpPr>
          <p:cNvPr id="3" name="">
            <a:extLst xmlns:a="http://schemas.openxmlformats.org/drawingml/2006/main">
              <a:ext uri="{FF2B5EF4-FFF2-40B4-BE49-F238E27FC236}">
                <a16:creationId xmlns:a16="http://schemas.microsoft.com/office/drawing/2014/main" id="{7C3B5A27-2812-4384-BE37-F21D8C8F984D}"/>
              </a:ext>
            </a:extLst>
          </p:cNvPr>
          <p:cNvSpPr>
            <a:spLocks xmlns:a="http://schemas.openxmlformats.org/drawingml/2006/main" noGrp="1"/>
          </p:cNvSpPr>
          <p:nvPr/>
        </p:nvSpPr>
        <p:spPr>
          <a:xfrm xmlns:a="http://schemas.openxmlformats.org/drawingml/2006/main">
            <a:off x="685800" y="3309176"/>
            <a:ext cx="2209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800" b="0">
                <a:solidFill>
                  <a:srgbClr val="203247"/>
                </a:solidFill>
                <a:latin typeface="Noto Sans"/>
                <a:ea typeface="Noto Sans"/>
                <a:cs typeface="Noto Sans"/>
              </a:defRPr>
            </a:pPr>
            <a:r>
              <a:rPr sz="1800" b="0">
                <a:solidFill>
                  <a:srgbClr val="203247"/>
                </a:solidFill>
                <a:latin typeface="Noto Sans"/>
                <a:ea typeface="Noto Sans"/>
                <a:cs typeface="Noto Sans"/>
              </a:rPr>
              <a:t>AIM-HIGH</a:t>
            </a:r>
          </a:p>
        </p:txBody>
      </p:sp>
      <p:graphicFrame>
        <p:nvGraphicFramePr>
          <p:cNvPr id="16" name="Chart"/>
          <p:cNvGraphicFramePr/>
          <p:nvPr/>
        </p:nvGraphicFramePr>
        <p:xfrm>
          <a:off xmlns:a="http://schemas.openxmlformats.org/drawingml/2006/main" x="2971800" y="2095500"/>
          <a:ext xmlns:a="http://schemas.openxmlformats.org/drawingml/2006/main" cx="8534400" cy="3314700"/>
        </p:xfrm>
        <a:graphic xmlns:a="http://schemas.openxmlformats.org/drawingml/2006/main">
          <a:graphicData uri="http://schemas.openxmlformats.org/drawingml/2006/chart">
            <c:chart xmlns:r="http://schemas.openxmlformats.org/officeDocument/2006/relationships" xmlns:c="http://schemas.openxmlformats.org/drawingml/2006/chart" r:id="Ra60f31ab92b64847"/>
          </a:graphicData>
        </a:graphic>
      </p:graphicFrame>
      <p:sp>
        <p:nvSpPr>
          <p:cNvPr id="5" name="">
            <a:extLst xmlns:a="http://schemas.openxmlformats.org/drawingml/2006/main">
              <a:ext uri="{FF2B5EF4-FFF2-40B4-BE49-F238E27FC236}">
                <a16:creationId xmlns:a16="http://schemas.microsoft.com/office/drawing/2014/main" id="{21C17701-2CEA-4AFD-9B98-07A10496EE56}"/>
              </a:ext>
            </a:extLst>
          </p:cNvPr>
          <p:cNvSpPr>
            <a:spLocks xmlns:a="http://schemas.openxmlformats.org/drawingml/2006/main" noGrp="1"/>
          </p:cNvSpPr>
          <p:nvPr/>
        </p:nvSpPr>
        <p:spPr>
          <a:xfrm xmlns:a="http://schemas.openxmlformats.org/drawingml/2006/main">
            <a:off x="7397339" y="2360676"/>
            <a:ext cx="0" cy="2220849"/>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6" name="">
            <a:extLst xmlns:a="http://schemas.openxmlformats.org/drawingml/2006/main">
              <a:ext uri="{FF2B5EF4-FFF2-40B4-BE49-F238E27FC236}">
                <a16:creationId xmlns:a16="http://schemas.microsoft.com/office/drawing/2014/main" id="{008BEF00-103B-4259-8788-6E6DC245E0FD}"/>
              </a:ext>
            </a:extLst>
          </p:cNvPr>
          <p:cNvSpPr>
            <a:spLocks xmlns:a="http://schemas.openxmlformats.org/drawingml/2006/main" noGrp="1"/>
          </p:cNvSpPr>
          <p:nvPr/>
        </p:nvSpPr>
        <p:spPr>
          <a:xfrm xmlns:a="http://schemas.openxmlformats.org/drawingml/2006/main">
            <a:off x="3075051"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0.7</a:t>
            </a:r>
          </a:p>
        </p:txBody>
      </p:sp>
      <p:sp>
        <p:nvSpPr>
          <p:cNvPr id="7" name="">
            <a:extLst xmlns:a="http://schemas.openxmlformats.org/drawingml/2006/main">
              <a:ext uri="{FF2B5EF4-FFF2-40B4-BE49-F238E27FC236}">
                <a16:creationId xmlns:a16="http://schemas.microsoft.com/office/drawing/2014/main" id="{A62308E2-DAAD-448C-93FE-CF27E0EB1EAD}"/>
              </a:ext>
            </a:extLst>
          </p:cNvPr>
          <p:cNvSpPr>
            <a:spLocks xmlns:a="http://schemas.openxmlformats.org/drawingml/2006/main" noGrp="1"/>
          </p:cNvSpPr>
          <p:nvPr/>
        </p:nvSpPr>
        <p:spPr>
          <a:xfrm xmlns:a="http://schemas.openxmlformats.org/drawingml/2006/main">
            <a:off x="4604073"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0.8</a:t>
            </a:r>
          </a:p>
        </p:txBody>
      </p:sp>
      <p:sp>
        <p:nvSpPr>
          <p:cNvPr id="8" name="">
            <a:extLst xmlns:a="http://schemas.openxmlformats.org/drawingml/2006/main">
              <a:ext uri="{FF2B5EF4-FFF2-40B4-BE49-F238E27FC236}">
                <a16:creationId xmlns:a16="http://schemas.microsoft.com/office/drawing/2014/main" id="{B2B0376C-3701-41E1-B70F-3D543FAE3518}"/>
              </a:ext>
            </a:extLst>
          </p:cNvPr>
          <p:cNvSpPr>
            <a:spLocks xmlns:a="http://schemas.openxmlformats.org/drawingml/2006/main" noGrp="1"/>
          </p:cNvSpPr>
          <p:nvPr/>
        </p:nvSpPr>
        <p:spPr>
          <a:xfrm xmlns:a="http://schemas.openxmlformats.org/drawingml/2006/main">
            <a:off x="7159214"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1</a:t>
            </a:r>
          </a:p>
        </p:txBody>
      </p:sp>
      <p:sp>
        <p:nvSpPr>
          <p:cNvPr id="9" name="">
            <a:extLst xmlns:a="http://schemas.openxmlformats.org/drawingml/2006/main">
              <a:ext uri="{FF2B5EF4-FFF2-40B4-BE49-F238E27FC236}">
                <a16:creationId xmlns:a16="http://schemas.microsoft.com/office/drawing/2014/main" id="{B8485ACB-37D8-48FC-9C05-EF6047E5BC75}"/>
              </a:ext>
            </a:extLst>
          </p:cNvPr>
          <p:cNvSpPr>
            <a:spLocks xmlns:a="http://schemas.openxmlformats.org/drawingml/2006/main" noGrp="1"/>
          </p:cNvSpPr>
          <p:nvPr/>
        </p:nvSpPr>
        <p:spPr>
          <a:xfrm xmlns:a="http://schemas.openxmlformats.org/drawingml/2006/main">
            <a:off x="9246916" y="46577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650" b="0">
                <a:solidFill>
                  <a:srgbClr val="203247"/>
                </a:solidFill>
                <a:latin typeface="Noto Sans"/>
                <a:ea typeface="Noto Sans"/>
                <a:cs typeface="Noto Sans"/>
              </a:defRPr>
            </a:pPr>
            <a:r>
              <a:rPr sz="1650" b="0">
                <a:solidFill>
                  <a:srgbClr val="203247"/>
                </a:solidFill>
                <a:latin typeface="Noto Sans"/>
                <a:ea typeface="Noto Sans"/>
                <a:cs typeface="Noto Sans"/>
              </a:rPr>
              <a:t>1.2</a:t>
            </a:r>
          </a:p>
        </p:txBody>
      </p:sp>
      <p:sp>
        <p:nvSpPr>
          <p:cNvPr id="10" name="">
            <a:extLst xmlns:a="http://schemas.openxmlformats.org/drawingml/2006/main">
              <a:ext uri="{FF2B5EF4-FFF2-40B4-BE49-F238E27FC236}">
                <a16:creationId xmlns:a16="http://schemas.microsoft.com/office/drawing/2014/main" id="{74BF5396-B258-4DB2-9863-BC81C11EBCF8}"/>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Published adjusted HR 1.02 (95% CI 0.87–1.21). The point estimate alone does not establish exact equivalence.</a:t>
            </a:r>
          </a:p>
        </p:txBody>
      </p:sp>
      <p:sp>
        <p:nvSpPr>
          <p:cNvPr id="11" name="">
            <a:extLst xmlns:a="http://schemas.openxmlformats.org/drawingml/2006/main">
              <a:ext uri="{FF2B5EF4-FFF2-40B4-BE49-F238E27FC236}">
                <a16:creationId xmlns:a16="http://schemas.microsoft.com/office/drawing/2014/main" id="{F6A760E2-83D7-41C4-9B90-092697DD1B4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12" name="">
            <a:extLst xmlns:a="http://schemas.openxmlformats.org/drawingml/2006/main">
              <a:ext uri="{FF2B5EF4-FFF2-40B4-BE49-F238E27FC236}">
                <a16:creationId xmlns:a16="http://schemas.microsoft.com/office/drawing/2014/main" id="{B2D9BC0B-AEE5-418D-9FC1-5539BF81A246}"/>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34</a:t>
            </a:r>
          </a:p>
        </p:txBody>
      </p:sp>
    </p:spTree>
    <p:extLst>
      <p:ext uri="{BB962C8B-B14F-4D97-AF65-F5344CB8AC3E}">
        <p14:creationId xmlns:p14="http://schemas.microsoft.com/office/powerpoint/2010/main" val="115122829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A50CE2-2083-4AE2-B367-AECECC62F317}"/>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Niacin changed several lipid measurements</a:t>
            </a:r>
          </a:p>
        </p:txBody>
      </p:sp>
      <p:sp>
        <p:nvSpPr>
          <p:cNvPr id="2" name="">
            <a:extLst xmlns:a="http://schemas.openxmlformats.org/drawingml/2006/main">
              <a:ext uri="{FF2B5EF4-FFF2-40B4-BE49-F238E27FC236}">
                <a16:creationId xmlns:a16="http://schemas.microsoft.com/office/drawing/2014/main" id="{65C574E4-C8FF-4798-9966-7C027653A509}"/>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Separate panels retain the analytes and their units.</a:t>
            </a:r>
          </a:p>
        </p:txBody>
      </p:sp>
      <p:sp>
        <p:nvSpPr>
          <p:cNvPr id="3" name="">
            <a:extLst xmlns:a="http://schemas.openxmlformats.org/drawingml/2006/main">
              <a:ext uri="{FF2B5EF4-FFF2-40B4-BE49-F238E27FC236}">
                <a16:creationId xmlns:a16="http://schemas.microsoft.com/office/drawing/2014/main" id="{72F6D06A-02F7-46D2-BE78-6699CD95252C}"/>
              </a:ext>
            </a:extLst>
          </p:cNvPr>
          <p:cNvSpPr>
            <a:spLocks xmlns:a="http://schemas.openxmlformats.org/drawingml/2006/main" noGrp="1"/>
          </p:cNvSpPr>
          <p:nvPr/>
        </p:nvSpPr>
        <p:spPr>
          <a:xfrm xmlns:a="http://schemas.openxmlformats.org/drawingml/2006/main">
            <a:off x="685800" y="1981200"/>
            <a:ext cx="340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203247"/>
                </a:solidFill>
                <a:latin typeface="Noto Sans"/>
                <a:ea typeface="Noto Sans"/>
                <a:cs typeface="Noto Sans"/>
              </a:defRPr>
            </a:pPr>
            <a:r>
              <a:rPr sz="1725" b="1">
                <a:solidFill>
                  <a:srgbClr val="203247"/>
                </a:solidFill>
                <a:latin typeface="Noto Sans"/>
                <a:ea typeface="Noto Sans"/>
                <a:cs typeface="Noto Sans"/>
              </a:rPr>
              <a:t>HDL-C</a:t>
            </a:r>
          </a:p>
        </p:txBody>
      </p:sp>
      <p:sp>
        <p:nvSpPr>
          <p:cNvPr id="4" name="">
            <a:extLst xmlns:a="http://schemas.openxmlformats.org/drawingml/2006/main">
              <a:ext uri="{FF2B5EF4-FFF2-40B4-BE49-F238E27FC236}">
                <a16:creationId xmlns:a16="http://schemas.microsoft.com/office/drawing/2014/main" id="{4092B49D-28D1-4657-B270-9EE2F37A7333}"/>
              </a:ext>
            </a:extLst>
          </p:cNvPr>
          <p:cNvSpPr>
            <a:spLocks xmlns:a="http://schemas.openxmlformats.org/drawingml/2006/main" noGrp="1"/>
          </p:cNvSpPr>
          <p:nvPr/>
        </p:nvSpPr>
        <p:spPr>
          <a:xfrm xmlns:a="http://schemas.openxmlformats.org/drawingml/2006/main">
            <a:off x="685800" y="5372100"/>
            <a:ext cx="1701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53B53"/>
                </a:solidFill>
                <a:latin typeface="Noto Sans"/>
                <a:ea typeface="Noto Sans"/>
                <a:cs typeface="Noto Sans"/>
              </a:defRPr>
            </a:pPr>
            <a:r>
              <a:rPr sz="1350" b="1">
                <a:solidFill>
                  <a:srgbClr val="253B53"/>
                </a:solidFill>
                <a:latin typeface="Noto Sans"/>
                <a:ea typeface="Noto Sans"/>
                <a:cs typeface="Noto Sans"/>
              </a:rPr>
              <a:t>Placebo + statin</a:t>
            </a:r>
          </a:p>
        </p:txBody>
      </p:sp>
      <p:sp>
        <p:nvSpPr>
          <p:cNvPr id="5" name="">
            <a:extLst xmlns:a="http://schemas.openxmlformats.org/drawingml/2006/main">
              <a:ext uri="{FF2B5EF4-FFF2-40B4-BE49-F238E27FC236}">
                <a16:creationId xmlns:a16="http://schemas.microsoft.com/office/drawing/2014/main" id="{2E92314E-292F-4815-85E6-45F17BF16080}"/>
              </a:ext>
            </a:extLst>
          </p:cNvPr>
          <p:cNvSpPr>
            <a:spLocks xmlns:a="http://schemas.openxmlformats.org/drawingml/2006/main" noGrp="1"/>
          </p:cNvSpPr>
          <p:nvPr/>
        </p:nvSpPr>
        <p:spPr>
          <a:xfrm xmlns:a="http://schemas.openxmlformats.org/drawingml/2006/main">
            <a:off x="2387600" y="5372100"/>
            <a:ext cx="1701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7657A0"/>
                </a:solidFill>
                <a:latin typeface="Noto Sans"/>
                <a:ea typeface="Noto Sans"/>
                <a:cs typeface="Noto Sans"/>
              </a:defRPr>
            </a:pPr>
            <a:r>
              <a:rPr sz="1350" b="1">
                <a:solidFill>
                  <a:srgbClr val="7657A0"/>
                </a:solidFill>
                <a:latin typeface="Noto Sans"/>
                <a:ea typeface="Noto Sans"/>
                <a:cs typeface="Noto Sans"/>
              </a:rPr>
              <a:t>Niacin + statin</a:t>
            </a:r>
          </a:p>
        </p:txBody>
      </p:sp>
      <p:graphicFrame>
        <p:nvGraphicFramePr>
          <p:cNvPr id="23" name="Chart"/>
          <p:cNvGraphicFramePr/>
          <p:nvPr/>
        </p:nvGraphicFramePr>
        <p:xfrm>
          <a:off xmlns:a="http://schemas.openxmlformats.org/drawingml/2006/main" x="685800" y="2552700"/>
          <a:ext xmlns:a="http://schemas.openxmlformats.org/drawingml/2006/main" cx="3403600" cy="2781300"/>
        </p:xfrm>
        <a:graphic xmlns:a="http://schemas.openxmlformats.org/drawingml/2006/main">
          <a:graphicData uri="http://schemas.openxmlformats.org/drawingml/2006/chart">
            <c:chart xmlns:r="http://schemas.openxmlformats.org/officeDocument/2006/relationships" xmlns:c="http://schemas.openxmlformats.org/drawingml/2006/chart" r:id="R0222dab8b64e4598"/>
          </a:graphicData>
        </a:graphic>
      </p:graphicFrame>
      <p:sp>
        <p:nvSpPr>
          <p:cNvPr id="7" name="">
            <a:extLst xmlns:a="http://schemas.openxmlformats.org/drawingml/2006/main">
              <a:ext uri="{FF2B5EF4-FFF2-40B4-BE49-F238E27FC236}">
                <a16:creationId xmlns:a16="http://schemas.microsoft.com/office/drawing/2014/main" id="{0AC6EF5F-69B4-4152-9CF7-7E37E35257B5}"/>
              </a:ext>
            </a:extLst>
          </p:cNvPr>
          <p:cNvSpPr>
            <a:spLocks xmlns:a="http://schemas.openxmlformats.org/drawingml/2006/main" noGrp="1"/>
          </p:cNvSpPr>
          <p:nvPr/>
        </p:nvSpPr>
        <p:spPr>
          <a:xfrm xmlns:a="http://schemas.openxmlformats.org/drawingml/2006/main">
            <a:off x="4394200" y="1981200"/>
            <a:ext cx="340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203247"/>
                </a:solidFill>
                <a:latin typeface="Noto Sans"/>
                <a:ea typeface="Noto Sans"/>
                <a:cs typeface="Noto Sans"/>
              </a:defRPr>
            </a:pPr>
            <a:r>
              <a:rPr sz="1725" b="1">
                <a:solidFill>
                  <a:srgbClr val="203247"/>
                </a:solidFill>
                <a:latin typeface="Noto Sans"/>
                <a:ea typeface="Noto Sans"/>
                <a:cs typeface="Noto Sans"/>
              </a:rPr>
              <a:t>LDL-C</a:t>
            </a:r>
          </a:p>
        </p:txBody>
      </p:sp>
      <p:sp>
        <p:nvSpPr>
          <p:cNvPr id="8" name="">
            <a:extLst xmlns:a="http://schemas.openxmlformats.org/drawingml/2006/main">
              <a:ext uri="{FF2B5EF4-FFF2-40B4-BE49-F238E27FC236}">
                <a16:creationId xmlns:a16="http://schemas.microsoft.com/office/drawing/2014/main" id="{0135CB75-AA46-4C21-A9A7-2C115CCAB946}"/>
              </a:ext>
            </a:extLst>
          </p:cNvPr>
          <p:cNvSpPr>
            <a:spLocks xmlns:a="http://schemas.openxmlformats.org/drawingml/2006/main" noGrp="1"/>
          </p:cNvSpPr>
          <p:nvPr/>
        </p:nvSpPr>
        <p:spPr>
          <a:xfrm xmlns:a="http://schemas.openxmlformats.org/drawingml/2006/main">
            <a:off x="4394200" y="5372100"/>
            <a:ext cx="1701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53B53"/>
                </a:solidFill>
                <a:latin typeface="Noto Sans"/>
                <a:ea typeface="Noto Sans"/>
                <a:cs typeface="Noto Sans"/>
              </a:defRPr>
            </a:pPr>
            <a:r>
              <a:rPr sz="1350" b="1">
                <a:solidFill>
                  <a:srgbClr val="253B53"/>
                </a:solidFill>
                <a:latin typeface="Noto Sans"/>
                <a:ea typeface="Noto Sans"/>
                <a:cs typeface="Noto Sans"/>
              </a:rPr>
              <a:t>Placebo + statin</a:t>
            </a:r>
          </a:p>
        </p:txBody>
      </p:sp>
      <p:sp>
        <p:nvSpPr>
          <p:cNvPr id="9" name="">
            <a:extLst xmlns:a="http://schemas.openxmlformats.org/drawingml/2006/main">
              <a:ext uri="{FF2B5EF4-FFF2-40B4-BE49-F238E27FC236}">
                <a16:creationId xmlns:a16="http://schemas.microsoft.com/office/drawing/2014/main" id="{7C961608-866E-4D35-A44C-7F786D13405C}"/>
              </a:ext>
            </a:extLst>
          </p:cNvPr>
          <p:cNvSpPr>
            <a:spLocks xmlns:a="http://schemas.openxmlformats.org/drawingml/2006/main" noGrp="1"/>
          </p:cNvSpPr>
          <p:nvPr/>
        </p:nvSpPr>
        <p:spPr>
          <a:xfrm xmlns:a="http://schemas.openxmlformats.org/drawingml/2006/main">
            <a:off x="6096000" y="5372100"/>
            <a:ext cx="1701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7657A0"/>
                </a:solidFill>
                <a:latin typeface="Noto Sans"/>
                <a:ea typeface="Noto Sans"/>
                <a:cs typeface="Noto Sans"/>
              </a:defRPr>
            </a:pPr>
            <a:r>
              <a:rPr sz="1350" b="1">
                <a:solidFill>
                  <a:srgbClr val="7657A0"/>
                </a:solidFill>
                <a:latin typeface="Noto Sans"/>
                <a:ea typeface="Noto Sans"/>
                <a:cs typeface="Noto Sans"/>
              </a:rPr>
              <a:t>Niacin + statin</a:t>
            </a:r>
          </a:p>
        </p:txBody>
      </p:sp>
      <p:graphicFrame>
        <p:nvGraphicFramePr>
          <p:cNvPr id="27" name="Chart"/>
          <p:cNvGraphicFramePr/>
          <p:nvPr/>
        </p:nvGraphicFramePr>
        <p:xfrm>
          <a:off xmlns:a="http://schemas.openxmlformats.org/drawingml/2006/main" x="4394200" y="2552700"/>
          <a:ext xmlns:a="http://schemas.openxmlformats.org/drawingml/2006/main" cx="3403600" cy="2781300"/>
        </p:xfrm>
        <a:graphic xmlns:a="http://schemas.openxmlformats.org/drawingml/2006/main">
          <a:graphicData uri="http://schemas.openxmlformats.org/drawingml/2006/chart">
            <c:chart xmlns:r="http://schemas.openxmlformats.org/officeDocument/2006/relationships" xmlns:c="http://schemas.openxmlformats.org/drawingml/2006/chart" r:id="Ra9bca027bdef45b9"/>
          </a:graphicData>
        </a:graphic>
      </p:graphicFrame>
      <p:sp>
        <p:nvSpPr>
          <p:cNvPr id="11" name="">
            <a:extLst xmlns:a="http://schemas.openxmlformats.org/drawingml/2006/main">
              <a:ext uri="{FF2B5EF4-FFF2-40B4-BE49-F238E27FC236}">
                <a16:creationId xmlns:a16="http://schemas.microsoft.com/office/drawing/2014/main" id="{01D63A64-45FA-44B1-BBA3-E36D949E7369}"/>
              </a:ext>
            </a:extLst>
          </p:cNvPr>
          <p:cNvSpPr>
            <a:spLocks xmlns:a="http://schemas.openxmlformats.org/drawingml/2006/main" noGrp="1"/>
          </p:cNvSpPr>
          <p:nvPr/>
        </p:nvSpPr>
        <p:spPr>
          <a:xfrm xmlns:a="http://schemas.openxmlformats.org/drawingml/2006/main">
            <a:off x="8102600" y="1981200"/>
            <a:ext cx="340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203247"/>
                </a:solidFill>
                <a:latin typeface="Noto Sans"/>
                <a:ea typeface="Noto Sans"/>
                <a:cs typeface="Noto Sans"/>
              </a:defRPr>
            </a:pPr>
            <a:r>
              <a:rPr sz="1725" b="1">
                <a:solidFill>
                  <a:srgbClr val="203247"/>
                </a:solidFill>
                <a:latin typeface="Noto Sans"/>
                <a:ea typeface="Noto Sans"/>
                <a:cs typeface="Noto Sans"/>
              </a:rPr>
              <a:t>Triglycerides</a:t>
            </a:r>
          </a:p>
        </p:txBody>
      </p:sp>
      <p:sp>
        <p:nvSpPr>
          <p:cNvPr id="12" name="">
            <a:extLst xmlns:a="http://schemas.openxmlformats.org/drawingml/2006/main">
              <a:ext uri="{FF2B5EF4-FFF2-40B4-BE49-F238E27FC236}">
                <a16:creationId xmlns:a16="http://schemas.microsoft.com/office/drawing/2014/main" id="{E4C85183-1105-44BE-8974-B5FB278316CF}"/>
              </a:ext>
            </a:extLst>
          </p:cNvPr>
          <p:cNvSpPr>
            <a:spLocks xmlns:a="http://schemas.openxmlformats.org/drawingml/2006/main" noGrp="1"/>
          </p:cNvSpPr>
          <p:nvPr/>
        </p:nvSpPr>
        <p:spPr>
          <a:xfrm xmlns:a="http://schemas.openxmlformats.org/drawingml/2006/main">
            <a:off x="8102600" y="5372100"/>
            <a:ext cx="1701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253B53"/>
                </a:solidFill>
                <a:latin typeface="Noto Sans"/>
                <a:ea typeface="Noto Sans"/>
                <a:cs typeface="Noto Sans"/>
              </a:defRPr>
            </a:pPr>
            <a:r>
              <a:rPr sz="1350" b="1">
                <a:solidFill>
                  <a:srgbClr val="253B53"/>
                </a:solidFill>
                <a:latin typeface="Noto Sans"/>
                <a:ea typeface="Noto Sans"/>
                <a:cs typeface="Noto Sans"/>
              </a:rPr>
              <a:t>Placebo + statin</a:t>
            </a:r>
          </a:p>
        </p:txBody>
      </p:sp>
      <p:sp>
        <p:nvSpPr>
          <p:cNvPr id="13" name="">
            <a:extLst xmlns:a="http://schemas.openxmlformats.org/drawingml/2006/main">
              <a:ext uri="{FF2B5EF4-FFF2-40B4-BE49-F238E27FC236}">
                <a16:creationId xmlns:a16="http://schemas.microsoft.com/office/drawing/2014/main" id="{A78459E2-715C-4D3F-805A-611EEDADFB59}"/>
              </a:ext>
            </a:extLst>
          </p:cNvPr>
          <p:cNvSpPr>
            <a:spLocks xmlns:a="http://schemas.openxmlformats.org/drawingml/2006/main" noGrp="1"/>
          </p:cNvSpPr>
          <p:nvPr/>
        </p:nvSpPr>
        <p:spPr>
          <a:xfrm xmlns:a="http://schemas.openxmlformats.org/drawingml/2006/main">
            <a:off x="9804400" y="5372100"/>
            <a:ext cx="1701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1">
                <a:solidFill>
                  <a:srgbClr val="7657A0"/>
                </a:solidFill>
                <a:latin typeface="Noto Sans"/>
                <a:ea typeface="Noto Sans"/>
                <a:cs typeface="Noto Sans"/>
              </a:defRPr>
            </a:pPr>
            <a:r>
              <a:rPr sz="1350" b="1">
                <a:solidFill>
                  <a:srgbClr val="7657A0"/>
                </a:solidFill>
                <a:latin typeface="Noto Sans"/>
                <a:ea typeface="Noto Sans"/>
                <a:cs typeface="Noto Sans"/>
              </a:rPr>
              <a:t>Niacin + statin</a:t>
            </a:r>
          </a:p>
        </p:txBody>
      </p:sp>
      <p:graphicFrame>
        <p:nvGraphicFramePr>
          <p:cNvPr id="31" name="Chart"/>
          <p:cNvGraphicFramePr/>
          <p:nvPr/>
        </p:nvGraphicFramePr>
        <p:xfrm>
          <a:off xmlns:a="http://schemas.openxmlformats.org/drawingml/2006/main" x="8102600" y="2552700"/>
          <a:ext xmlns:a="http://schemas.openxmlformats.org/drawingml/2006/main" cx="3403600" cy="2781300"/>
        </p:xfrm>
        <a:graphic xmlns:a="http://schemas.openxmlformats.org/drawingml/2006/main">
          <a:graphicData uri="http://schemas.openxmlformats.org/drawingml/2006/chart">
            <c:chart xmlns:r="http://schemas.openxmlformats.org/officeDocument/2006/relationships" xmlns:c="http://schemas.openxmlformats.org/drawingml/2006/chart" r:id="Ra56e533f39134bb5"/>
          </a:graphicData>
        </a:graphic>
      </p:graphicFrame>
      <p:sp>
        <p:nvSpPr>
          <p:cNvPr id="15" name="">
            <a:extLst xmlns:a="http://schemas.openxmlformats.org/drawingml/2006/main">
              <a:ext uri="{FF2B5EF4-FFF2-40B4-BE49-F238E27FC236}">
                <a16:creationId xmlns:a16="http://schemas.microsoft.com/office/drawing/2014/main" id="{80040B5A-C2C0-44A6-AA79-4C50ED84E160}"/>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AIM-HIGH Table 2. Separate panels retain units and measurement identity. Laboratory change alone does not establish patient benefit.</a:t>
            </a:r>
          </a:p>
        </p:txBody>
      </p:sp>
      <p:sp>
        <p:nvSpPr>
          <p:cNvPr id="16" name="">
            <a:extLst xmlns:a="http://schemas.openxmlformats.org/drawingml/2006/main">
              <a:ext uri="{FF2B5EF4-FFF2-40B4-BE49-F238E27FC236}">
                <a16:creationId xmlns:a16="http://schemas.microsoft.com/office/drawing/2014/main" id="{06B38F4A-6AAF-43DA-9EF7-6BEE9799F597}"/>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 · Optional extension</a:t>
            </a:r>
          </a:p>
        </p:txBody>
      </p:sp>
      <p:sp>
        <p:nvSpPr>
          <p:cNvPr id="17" name="">
            <a:extLst xmlns:a="http://schemas.openxmlformats.org/drawingml/2006/main">
              <a:ext uri="{FF2B5EF4-FFF2-40B4-BE49-F238E27FC236}">
                <a16:creationId xmlns:a16="http://schemas.microsoft.com/office/drawing/2014/main" id="{45E70AD7-47F9-4D58-8017-CEF4D702DB91}"/>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35</a:t>
            </a:r>
          </a:p>
        </p:txBody>
      </p:sp>
    </p:spTree>
    <p:extLst>
      <p:ext uri="{BB962C8B-B14F-4D97-AF65-F5344CB8AC3E}">
        <p14:creationId xmlns:p14="http://schemas.microsoft.com/office/powerpoint/2010/main" val="4346532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7F8A7A-542F-437F-90A0-B463D7DF62B6}"/>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HDL finding</a:t>
            </a:r>
          </a:p>
        </p:txBody>
      </p:sp>
      <p:sp>
        <p:nvSpPr>
          <p:cNvPr id="2" name="">
            <a:extLst xmlns:a="http://schemas.openxmlformats.org/drawingml/2006/main">
              <a:ext uri="{FF2B5EF4-FFF2-40B4-BE49-F238E27FC236}">
                <a16:creationId xmlns:a16="http://schemas.microsoft.com/office/drawing/2014/main" id="{ED22EF44-F5E7-490B-BEFC-AA785A786B17}"/>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Higher baseline HDL can accompany lower event rates.</a:t>
            </a:r>
          </a:p>
        </p:txBody>
      </p:sp>
      <p:sp>
        <p:nvSpPr>
          <p:cNvPr id="3" name="">
            <a:extLst xmlns:a="http://schemas.openxmlformats.org/drawingml/2006/main">
              <a:ext uri="{FF2B5EF4-FFF2-40B4-BE49-F238E27FC236}">
                <a16:creationId xmlns:a16="http://schemas.microsoft.com/office/drawing/2014/main" id="{532D7298-D974-4CD1-B2E9-6954E3DFF8F9}"/>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Adding niacin increased HDL but did not demonstrate additional cardiovascular benefit in AIM-HIGH.</a:t>
            </a:r>
          </a:p>
        </p:txBody>
      </p:sp>
      <p:sp>
        <p:nvSpPr>
          <p:cNvPr id="4" name="">
            <a:extLst xmlns:a="http://schemas.openxmlformats.org/drawingml/2006/main">
              <a:ext uri="{FF2B5EF4-FFF2-40B4-BE49-F238E27FC236}">
                <a16:creationId xmlns:a16="http://schemas.microsoft.com/office/drawing/2014/main" id="{6960283F-86A7-4844-B33F-CFAC9F8CA687}"/>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An improved biomarker alone cannot establish improved patient outcomes.</a:t>
            </a:r>
          </a:p>
        </p:txBody>
      </p:sp>
      <p:sp>
        <p:nvSpPr>
          <p:cNvPr id="5" name="">
            <a:extLst xmlns:a="http://schemas.openxmlformats.org/drawingml/2006/main">
              <a:ext uri="{FF2B5EF4-FFF2-40B4-BE49-F238E27FC236}">
                <a16:creationId xmlns:a16="http://schemas.microsoft.com/office/drawing/2014/main" id="{E899E1FE-1679-41EE-9BAC-782FA5B46E19}"/>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2D93D752-23A2-46A4-BF69-DDFEC5E65504}"/>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36</a:t>
            </a:r>
          </a:p>
        </p:txBody>
      </p:sp>
    </p:spTree>
    <p:extLst>
      <p:ext uri="{BB962C8B-B14F-4D97-AF65-F5344CB8AC3E}">
        <p14:creationId xmlns:p14="http://schemas.microsoft.com/office/powerpoint/2010/main" val="171699774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46C16F-BB2C-4EBE-95FF-79BBE22C5D1D}"/>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geometry of a logarithmic ratio axis</a:t>
            </a:r>
          </a:p>
        </p:txBody>
      </p:sp>
      <p:sp>
        <p:nvSpPr>
          <p:cNvPr id="2" name="">
            <a:extLst xmlns:a="http://schemas.openxmlformats.org/drawingml/2006/main">
              <a:ext uri="{FF2B5EF4-FFF2-40B4-BE49-F238E27FC236}">
                <a16:creationId xmlns:a16="http://schemas.microsoft.com/office/drawing/2014/main" id="{087466E9-7CCE-415F-BEB1-8C491224CE5F}"/>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Ratios 0.5 and 2 sit equally far from the null of 1.</a:t>
            </a:r>
          </a:p>
        </p:txBody>
      </p:sp>
      <p:sp>
        <p:nvSpPr>
          <p:cNvPr id="3" name="">
            <a:extLst xmlns:a="http://schemas.openxmlformats.org/drawingml/2006/main">
              <a:ext uri="{FF2B5EF4-FFF2-40B4-BE49-F238E27FC236}">
                <a16:creationId xmlns:a16="http://schemas.microsoft.com/office/drawing/2014/main" id="{E041FA27-83CB-4DF7-BCF4-C3FB680707A5}"/>
              </a:ext>
            </a:extLst>
          </p:cNvPr>
          <p:cNvSpPr>
            <a:spLocks xmlns:a="http://schemas.openxmlformats.org/drawingml/2006/main" noGrp="1"/>
          </p:cNvSpPr>
          <p:nvPr/>
        </p:nvSpPr>
        <p:spPr>
          <a:xfrm xmlns:a="http://schemas.openxmlformats.org/drawingml/2006/main">
            <a:off x="685800" y="1981200"/>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203247"/>
                </a:solidFill>
                <a:latin typeface="Noto Sans"/>
                <a:ea typeface="Noto Sans"/>
                <a:cs typeface="Noto Sans"/>
              </a:defRPr>
            </a:pPr>
            <a:r>
              <a:rPr sz="1950" b="1">
                <a:solidFill>
                  <a:srgbClr val="203247"/>
                </a:solidFill>
                <a:latin typeface="Noto Sans"/>
                <a:ea typeface="Noto Sans"/>
                <a:cs typeface="Noto Sans"/>
              </a:rPr>
              <a:t>Linear ratio axis</a:t>
            </a:r>
          </a:p>
        </p:txBody>
      </p:sp>
      <p:graphicFrame>
        <p:nvGraphicFramePr>
          <p:cNvPr id="18" name="Chart"/>
          <p:cNvGraphicFramePr/>
          <p:nvPr/>
        </p:nvGraphicFramePr>
        <p:xfrm>
          <a:off xmlns:a="http://schemas.openxmlformats.org/drawingml/2006/main" x="685800" y="2552700"/>
          <a:ext xmlns:a="http://schemas.openxmlformats.org/drawingml/2006/main" cx="5257800" cy="2781300"/>
        </p:xfrm>
        <a:graphic xmlns:a="http://schemas.openxmlformats.org/drawingml/2006/main">
          <a:graphicData uri="http://schemas.openxmlformats.org/drawingml/2006/chart">
            <c:chart xmlns:r="http://schemas.openxmlformats.org/officeDocument/2006/relationships" xmlns:c="http://schemas.openxmlformats.org/drawingml/2006/chart" r:id="Rbad739f91b8d4b31"/>
          </a:graphicData>
        </a:graphic>
      </p:graphicFrame>
      <p:sp>
        <p:nvSpPr>
          <p:cNvPr id="5" name="">
            <a:extLst xmlns:a="http://schemas.openxmlformats.org/drawingml/2006/main">
              <a:ext uri="{FF2B5EF4-FFF2-40B4-BE49-F238E27FC236}">
                <a16:creationId xmlns:a16="http://schemas.microsoft.com/office/drawing/2014/main" id="{29D52705-65E6-4C55-AC23-DAA9585C90B1}"/>
              </a:ext>
            </a:extLst>
          </p:cNvPr>
          <p:cNvSpPr>
            <a:spLocks xmlns:a="http://schemas.openxmlformats.org/drawingml/2006/main" noGrp="1"/>
          </p:cNvSpPr>
          <p:nvPr/>
        </p:nvSpPr>
        <p:spPr>
          <a:xfrm xmlns:a="http://schemas.openxmlformats.org/drawingml/2006/main">
            <a:off x="2790825" y="2719578"/>
            <a:ext cx="0" cy="1863471"/>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6" name="">
            <a:extLst xmlns:a="http://schemas.openxmlformats.org/drawingml/2006/main">
              <a:ext uri="{FF2B5EF4-FFF2-40B4-BE49-F238E27FC236}">
                <a16:creationId xmlns:a16="http://schemas.microsoft.com/office/drawing/2014/main" id="{A8048B88-A3A7-4AC0-B597-CD18F6BF9C80}"/>
              </a:ext>
            </a:extLst>
          </p:cNvPr>
          <p:cNvSpPr>
            <a:spLocks xmlns:a="http://schemas.openxmlformats.org/drawingml/2006/main" noGrp="1"/>
          </p:cNvSpPr>
          <p:nvPr/>
        </p:nvSpPr>
        <p:spPr>
          <a:xfrm xmlns:a="http://schemas.openxmlformats.org/drawingml/2006/main">
            <a:off x="6248400" y="1981200"/>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203247"/>
                </a:solidFill>
                <a:latin typeface="Noto Sans"/>
                <a:ea typeface="Noto Sans"/>
                <a:cs typeface="Noto Sans"/>
              </a:defRPr>
            </a:pPr>
            <a:r>
              <a:rPr sz="1950" b="1">
                <a:solidFill>
                  <a:srgbClr val="203247"/>
                </a:solidFill>
                <a:latin typeface="Noto Sans"/>
                <a:ea typeface="Noto Sans"/>
                <a:cs typeface="Noto Sans"/>
              </a:rPr>
              <a:t>Logarithmic ratio axis</a:t>
            </a:r>
          </a:p>
        </p:txBody>
      </p:sp>
      <p:graphicFrame>
        <p:nvGraphicFramePr>
          <p:cNvPr id="21" name="Chart"/>
          <p:cNvGraphicFramePr/>
          <p:nvPr/>
        </p:nvGraphicFramePr>
        <p:xfrm>
          <a:off xmlns:a="http://schemas.openxmlformats.org/drawingml/2006/main" x="6248400" y="2552700"/>
          <a:ext xmlns:a="http://schemas.openxmlformats.org/drawingml/2006/main" cx="5257800" cy="2781300"/>
        </p:xfrm>
        <a:graphic xmlns:a="http://schemas.openxmlformats.org/drawingml/2006/main">
          <a:graphicData uri="http://schemas.openxmlformats.org/drawingml/2006/chart">
            <c:chart xmlns:r="http://schemas.openxmlformats.org/officeDocument/2006/relationships" xmlns:c="http://schemas.openxmlformats.org/drawingml/2006/chart" r:id="R9a91748590f7445c"/>
          </a:graphicData>
        </a:graphic>
      </p:graphicFrame>
      <p:sp>
        <p:nvSpPr>
          <p:cNvPr id="8" name="">
            <a:extLst xmlns:a="http://schemas.openxmlformats.org/drawingml/2006/main">
              <a:ext uri="{FF2B5EF4-FFF2-40B4-BE49-F238E27FC236}">
                <a16:creationId xmlns:a16="http://schemas.microsoft.com/office/drawing/2014/main" id="{994C5B18-1435-4165-9387-5A3C970C3543}"/>
              </a:ext>
            </a:extLst>
          </p:cNvPr>
          <p:cNvSpPr>
            <a:spLocks xmlns:a="http://schemas.openxmlformats.org/drawingml/2006/main" noGrp="1"/>
          </p:cNvSpPr>
          <p:nvPr/>
        </p:nvSpPr>
        <p:spPr>
          <a:xfrm xmlns:a="http://schemas.openxmlformats.org/drawingml/2006/main">
            <a:off x="9286875" y="2719578"/>
            <a:ext cx="0" cy="1863471"/>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9" name="">
            <a:extLst xmlns:a="http://schemas.openxmlformats.org/drawingml/2006/main">
              <a:ext uri="{FF2B5EF4-FFF2-40B4-BE49-F238E27FC236}">
                <a16:creationId xmlns:a16="http://schemas.microsoft.com/office/drawing/2014/main" id="{28FC5366-AD44-4D27-A1CD-31AE414AB549}"/>
              </a:ext>
            </a:extLst>
          </p:cNvPr>
          <p:cNvSpPr>
            <a:spLocks xmlns:a="http://schemas.openxmlformats.org/drawingml/2006/main" noGrp="1"/>
          </p:cNvSpPr>
          <p:nvPr/>
        </p:nvSpPr>
        <p:spPr>
          <a:xfrm xmlns:a="http://schemas.openxmlformats.org/drawingml/2006/main">
            <a:off x="7077075" y="4659249"/>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203247"/>
                </a:solidFill>
                <a:latin typeface="Noto Sans"/>
                <a:ea typeface="Noto Sans"/>
                <a:cs typeface="Noto Sans"/>
              </a:defRPr>
            </a:pPr>
            <a:r>
              <a:rPr sz="1350" b="0">
                <a:solidFill>
                  <a:srgbClr val="203247"/>
                </a:solidFill>
                <a:latin typeface="Noto Sans"/>
                <a:ea typeface="Noto Sans"/>
                <a:cs typeface="Noto Sans"/>
              </a:rPr>
              <a:t>0.5</a:t>
            </a:r>
          </a:p>
        </p:txBody>
      </p:sp>
      <p:sp>
        <p:nvSpPr>
          <p:cNvPr id="10" name="">
            <a:extLst xmlns:a="http://schemas.openxmlformats.org/drawingml/2006/main">
              <a:ext uri="{FF2B5EF4-FFF2-40B4-BE49-F238E27FC236}">
                <a16:creationId xmlns:a16="http://schemas.microsoft.com/office/drawing/2014/main" id="{E39A1B6A-8960-486F-9ADD-BEAB8DD028D1}"/>
              </a:ext>
            </a:extLst>
          </p:cNvPr>
          <p:cNvSpPr>
            <a:spLocks xmlns:a="http://schemas.openxmlformats.org/drawingml/2006/main" noGrp="1"/>
          </p:cNvSpPr>
          <p:nvPr/>
        </p:nvSpPr>
        <p:spPr>
          <a:xfrm xmlns:a="http://schemas.openxmlformats.org/drawingml/2006/main">
            <a:off x="9048750" y="4659249"/>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203247"/>
                </a:solidFill>
                <a:latin typeface="Noto Sans"/>
                <a:ea typeface="Noto Sans"/>
                <a:cs typeface="Noto Sans"/>
              </a:defRPr>
            </a:pPr>
            <a:r>
              <a:rPr sz="1350" b="0">
                <a:solidFill>
                  <a:srgbClr val="203247"/>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2E84978E-4158-4703-B499-783E62A9072B}"/>
              </a:ext>
            </a:extLst>
          </p:cNvPr>
          <p:cNvSpPr>
            <a:spLocks xmlns:a="http://schemas.openxmlformats.org/drawingml/2006/main" noGrp="1"/>
          </p:cNvSpPr>
          <p:nvPr/>
        </p:nvSpPr>
        <p:spPr>
          <a:xfrm xmlns:a="http://schemas.openxmlformats.org/drawingml/2006/main">
            <a:off x="11020425" y="4659249"/>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203247"/>
                </a:solidFill>
                <a:latin typeface="Noto Sans"/>
                <a:ea typeface="Noto Sans"/>
                <a:cs typeface="Noto Sans"/>
              </a:defRPr>
            </a:pPr>
            <a:r>
              <a:rPr sz="1350" b="0">
                <a:solidFill>
                  <a:srgbClr val="203247"/>
                </a:solidFill>
                <a:latin typeface="Noto Sans"/>
                <a:ea typeface="Noto Sans"/>
                <a:cs typeface="Noto Sans"/>
              </a:rPr>
              <a:t>2</a:t>
            </a:r>
          </a:p>
        </p:txBody>
      </p:sp>
      <p:sp>
        <p:nvSpPr>
          <p:cNvPr id="12" name="">
            <a:extLst xmlns:a="http://schemas.openxmlformats.org/drawingml/2006/main">
              <a:ext uri="{FF2B5EF4-FFF2-40B4-BE49-F238E27FC236}">
                <a16:creationId xmlns:a16="http://schemas.microsoft.com/office/drawing/2014/main" id="{22562E72-8F06-4AA3-85A8-36440D8B17DA}"/>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Illustrative scale geometry. Ratios 0.5 and 2 are reciprocals and represent equal multiplicative distances from 1.</a:t>
            </a:r>
          </a:p>
        </p:txBody>
      </p:sp>
      <p:sp>
        <p:nvSpPr>
          <p:cNvPr id="13" name="">
            <a:extLst xmlns:a="http://schemas.openxmlformats.org/drawingml/2006/main">
              <a:ext uri="{FF2B5EF4-FFF2-40B4-BE49-F238E27FC236}">
                <a16:creationId xmlns:a16="http://schemas.microsoft.com/office/drawing/2014/main" id="{710D25FD-BADA-4DF3-88E0-8DBEA0799C78}"/>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14" name="">
            <a:extLst xmlns:a="http://schemas.openxmlformats.org/drawingml/2006/main">
              <a:ext uri="{FF2B5EF4-FFF2-40B4-BE49-F238E27FC236}">
                <a16:creationId xmlns:a16="http://schemas.microsoft.com/office/drawing/2014/main" id="{B411B48C-400B-4C78-B96A-22B9E0CC344E}"/>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37</a:t>
            </a:r>
          </a:p>
        </p:txBody>
      </p:sp>
    </p:spTree>
    <p:extLst>
      <p:ext uri="{BB962C8B-B14F-4D97-AF65-F5344CB8AC3E}">
        <p14:creationId xmlns:p14="http://schemas.microsoft.com/office/powerpoint/2010/main" val="20854141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1B83CE2-6F88-40A9-90C6-3CAF97B58AFD}"/>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References and visual encodings</a:t>
            </a:r>
          </a:p>
        </p:txBody>
      </p:sp>
      <p:graphicFrame>
        <p:nvGraphicFramePr>
          <p:cNvPr id="6" name=""/>
          <p:cNvGraphicFramePr/>
          <p:nvPr/>
        </p:nvGraphicFramePr>
        <p:xfrm>
          <a:off xmlns:a="http://schemas.openxmlformats.org/drawingml/2006/main" x="685800" y="1714500"/>
          <a:ext xmlns:a="http://schemas.openxmlformats.org/drawingml/2006/main" cx="10820400" cy="2857500"/>
        </p:xfrm>
        <a:graphic xmlns:a="http://schemas.openxmlformats.org/drawingml/2006/main">
          <a:graphicData uri="http://schemas.openxmlformats.org/drawingml/2006/table">
            <a:tbl>
              <a:tblPr/>
              <a:tblGrid>
                <a:gridCol w="3048000"/>
                <a:gridCol w="3905250"/>
                <a:gridCol w="3867150"/>
              </a:tblGrid>
              <a:tr h="571500">
                <a:tc>
                  <a:txBody>
                    <a:bodyPr/>
                    <a:lstStyle/>
                    <a:p>
                      <a:r>
                        <a:rPr sz="1875" b="1">
                          <a:solidFill>
                            <a:srgbClr val="FFFFFF"/>
                          </a:solidFill>
                          <a:latin typeface="Noto Sans"/>
                          <a:ea typeface="Noto Sans"/>
                          <a:cs typeface="Noto Sans"/>
                        </a:rPr>
                        <a:t>Quantity</a:t>
                      </a:r>
                    </a:p>
                  </a:txBody>
                  <a:tcPr marL="142875" marR="142875" marT="114300" marB="114300">
                    <a:solidFill>
                      <a:srgbClr val="203247"/>
                    </a:solidFill>
                  </a:tcPr>
                </a:tc>
                <a:tc>
                  <a:txBody>
                    <a:bodyPr/>
                    <a:lstStyle/>
                    <a:p>
                      <a:r>
                        <a:rPr sz="1875" b="1">
                          <a:solidFill>
                            <a:srgbClr val="FFFFFF"/>
                          </a:solidFill>
                          <a:latin typeface="Noto Sans"/>
                          <a:ea typeface="Noto Sans"/>
                          <a:cs typeface="Noto Sans"/>
                        </a:rPr>
                        <a:t>Reference</a:t>
                      </a:r>
                    </a:p>
                  </a:txBody>
                  <a:tcPr marL="142875" marR="142875" marT="114300" marB="114300">
                    <a:solidFill>
                      <a:srgbClr val="203247"/>
                    </a:solidFill>
                  </a:tcPr>
                </a:tc>
                <a:tc>
                  <a:txBody>
                    <a:bodyPr/>
                    <a:lstStyle/>
                    <a:p>
                      <a:r>
                        <a:rPr sz="1875" b="1">
                          <a:solidFill>
                            <a:srgbClr val="FFFFFF"/>
                          </a:solidFill>
                          <a:latin typeface="Noto Sans"/>
                          <a:ea typeface="Noto Sans"/>
                          <a:cs typeface="Noto Sans"/>
                        </a:rPr>
                        <a:t>Useful encoding</a:t>
                      </a:r>
                    </a:p>
                  </a:txBody>
                  <a:tcPr marL="142875" marR="142875" marT="114300" marB="114300">
                    <a:solidFill>
                      <a:srgbClr val="203247"/>
                    </a:solidFill>
                  </a:tcPr>
                </a:tc>
              </a:tr>
              <a:tr h="571500">
                <a:tc>
                  <a:txBody>
                    <a:bodyPr/>
                    <a:lstStyle/>
                    <a:p>
                      <a:r>
                        <a:rPr sz="1875">
                          <a:solidFill>
                            <a:srgbClr val="203247"/>
                          </a:solidFill>
                          <a:latin typeface="Noto Sans"/>
                          <a:ea typeface="Noto Sans"/>
                          <a:cs typeface="Noto Sans"/>
                        </a:rPr>
                        <a:t>Event proportion</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Zero bar baseline</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Common-scale bars</a:t>
                      </a:r>
                    </a:p>
                  </a:txBody>
                  <a:tcPr marL="142875" marR="142875" marT="114300" marB="114300">
                    <a:solidFill>
                      <a:srgbClr val="FFFFFF"/>
                    </a:solidFill>
                  </a:tcPr>
                </a:tc>
              </a:tr>
              <a:tr h="571500">
                <a:tc>
                  <a:txBody>
                    <a:bodyPr/>
                    <a:lstStyle/>
                    <a:p>
                      <a:r>
                        <a:rPr sz="1875">
                          <a:solidFill>
                            <a:srgbClr val="203247"/>
                          </a:solidFill>
                          <a:latin typeface="Noto Sans"/>
                          <a:ea typeface="Noto Sans"/>
                          <a:cs typeface="Noto Sans"/>
                        </a:rPr>
                        <a:t>Absolute difference</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0 means no difference</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Point with interval</a:t>
                      </a:r>
                    </a:p>
                  </a:txBody>
                  <a:tcPr marL="142875" marR="142875" marT="114300" marB="114300">
                    <a:solidFill>
                      <a:srgbClr val="FFFFFF"/>
                    </a:solidFill>
                  </a:tcPr>
                </a:tc>
              </a:tr>
              <a:tr h="571500">
                <a:tc>
                  <a:txBody>
                    <a:bodyPr/>
                    <a:lstStyle/>
                    <a:p>
                      <a:r>
                        <a:rPr sz="1875">
                          <a:solidFill>
                            <a:srgbClr val="203247"/>
                          </a:solidFill>
                          <a:latin typeface="Noto Sans"/>
                          <a:ea typeface="Noto Sans"/>
                          <a:cs typeface="Noto Sans"/>
                        </a:rPr>
                        <a:t>Risk / hazard ratio</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1 means equal ratio</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Point with interval on log axis</a:t>
                      </a:r>
                    </a:p>
                  </a:txBody>
                  <a:tcPr marL="142875" marR="142875" marT="114300" marB="114300">
                    <a:solidFill>
                      <a:srgbClr val="FFFFFF"/>
                    </a:solidFill>
                  </a:tcPr>
                </a:tc>
              </a:tr>
              <a:tr h="571500">
                <a:tc>
                  <a:txBody>
                    <a:bodyPr/>
                    <a:lstStyle/>
                    <a:p>
                      <a:r>
                        <a:rPr sz="1875">
                          <a:solidFill>
                            <a:srgbClr val="203247"/>
                          </a:solidFill>
                          <a:latin typeface="Noto Sans"/>
                          <a:ea typeface="Noto Sans"/>
                          <a:cs typeface="Noto Sans"/>
                        </a:rPr>
                        <a:t>Ordered exposure</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Numeric exposure positions</a:t>
                      </a:r>
                    </a:p>
                  </a:txBody>
                  <a:tcPr marL="142875" marR="142875" marT="114300" marB="114300">
                    <a:solidFill>
                      <a:srgbClr val="FFFFFF"/>
                    </a:solidFill>
                  </a:tcPr>
                </a:tc>
                <a:tc>
                  <a:txBody>
                    <a:bodyPr/>
                    <a:lstStyle/>
                    <a:p>
                      <a:r>
                        <a:rPr sz="1875">
                          <a:solidFill>
                            <a:srgbClr val="203247"/>
                          </a:solidFill>
                          <a:latin typeface="Noto Sans"/>
                          <a:ea typeface="Noto Sans"/>
                          <a:cs typeface="Noto Sans"/>
                        </a:rPr>
                        <a:t>Points for all reported groups</a:t>
                      </a:r>
                    </a:p>
                  </a:txBody>
                  <a:tcPr marL="142875" marR="142875" marT="1143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910E3F24-DF94-44EE-B659-BBF7F8F35A3E}"/>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4" name="">
            <a:extLst xmlns:a="http://schemas.openxmlformats.org/drawingml/2006/main">
              <a:ext uri="{FF2B5EF4-FFF2-40B4-BE49-F238E27FC236}">
                <a16:creationId xmlns:a16="http://schemas.microsoft.com/office/drawing/2014/main" id="{64B57B3F-136D-4E2F-A7EF-053D4429D050}"/>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38</a:t>
            </a:r>
          </a:p>
        </p:txBody>
      </p:sp>
    </p:spTree>
    <p:extLst>
      <p:ext uri="{BB962C8B-B14F-4D97-AF65-F5344CB8AC3E}">
        <p14:creationId xmlns:p14="http://schemas.microsoft.com/office/powerpoint/2010/main" val="11892809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580758-EAD6-4A8A-BB0F-B14A842DB640}"/>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Break</a:t>
            </a:r>
          </a:p>
        </p:txBody>
      </p:sp>
      <p:sp>
        <p:nvSpPr>
          <p:cNvPr id="2" name="">
            <a:extLst xmlns:a="http://schemas.openxmlformats.org/drawingml/2006/main">
              <a:ext uri="{FF2B5EF4-FFF2-40B4-BE49-F238E27FC236}">
                <a16:creationId xmlns:a16="http://schemas.microsoft.com/office/drawing/2014/main" id="{DF5306E1-AAA0-4781-AA7D-C4A59E484FB5}"/>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0">
                <a:solidFill>
                  <a:srgbClr val="203247"/>
                </a:solidFill>
                <a:latin typeface="Noto Sans"/>
                <a:ea typeface="Noto Sans"/>
                <a:cs typeface="Noto Sans"/>
              </a:defRPr>
            </a:pPr>
            <a:r>
              <a:rPr sz="3300" b="0">
                <a:solidFill>
                  <a:srgbClr val="203247"/>
                </a:solidFill>
                <a:latin typeface="Noto Sans"/>
                <a:ea typeface="Noto Sans"/>
                <a:cs typeface="Noto Sans"/>
              </a:rPr>
              <a:t>15 minutes</a:t>
            </a:r>
          </a:p>
        </p:txBody>
      </p:sp>
      <p:sp>
        <p:nvSpPr>
          <p:cNvPr id="3" name="">
            <a:extLst xmlns:a="http://schemas.openxmlformats.org/drawingml/2006/main">
              <a:ext uri="{FF2B5EF4-FFF2-40B4-BE49-F238E27FC236}">
                <a16:creationId xmlns:a16="http://schemas.microsoft.com/office/drawing/2014/main" id="{D1CD2C2E-0032-486E-9985-41ADD45591F7}"/>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0">
                <a:solidFill>
                  <a:srgbClr val="203247"/>
                </a:solidFill>
                <a:latin typeface="Noto Sans"/>
                <a:ea typeface="Noto Sans"/>
                <a:cs typeface="Noto Sans"/>
              </a:defRPr>
            </a:pPr>
            <a:r>
              <a:rPr sz="3300" b="0">
                <a:solidFill>
                  <a:srgbClr val="203247"/>
                </a:solidFill>
                <a:latin typeface="Noto Sans"/>
                <a:ea typeface="Noto Sans"/>
                <a:cs typeface="Noto Sans"/>
              </a:rPr>
              <a:t>After the break: does the sugar evidence overturn the cholesterol finding?</a:t>
            </a:r>
          </a:p>
        </p:txBody>
      </p:sp>
      <p:sp>
        <p:nvSpPr>
          <p:cNvPr id="4" name="">
            <a:extLst xmlns:a="http://schemas.openxmlformats.org/drawingml/2006/main">
              <a:ext uri="{FF2B5EF4-FFF2-40B4-BE49-F238E27FC236}">
                <a16:creationId xmlns:a16="http://schemas.microsoft.com/office/drawing/2014/main" id="{E39D2484-0279-4FDA-9C4E-790BD6622791}"/>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5" name="">
            <a:extLst xmlns:a="http://schemas.openxmlformats.org/drawingml/2006/main">
              <a:ext uri="{FF2B5EF4-FFF2-40B4-BE49-F238E27FC236}">
                <a16:creationId xmlns:a16="http://schemas.microsoft.com/office/drawing/2014/main" id="{547AC257-2A31-4904-A552-9EFAA40DC701}"/>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39</a:t>
            </a:r>
          </a:p>
        </p:txBody>
      </p:sp>
    </p:spTree>
    <p:extLst>
      <p:ext uri="{BB962C8B-B14F-4D97-AF65-F5344CB8AC3E}">
        <p14:creationId xmlns:p14="http://schemas.microsoft.com/office/powerpoint/2010/main" val="12232805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DF511B-0E03-4CAA-81F7-EB108C63E5DD}"/>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Added sugar as an energy-normalized exposure</a:t>
            </a:r>
          </a:p>
        </p:txBody>
      </p:sp>
      <p:sp>
        <p:nvSpPr>
          <p:cNvPr id="2" name="">
            <a:extLst xmlns:a="http://schemas.openxmlformats.org/drawingml/2006/main">
              <a:ext uri="{FF2B5EF4-FFF2-40B4-BE49-F238E27FC236}">
                <a16:creationId xmlns:a16="http://schemas.microsoft.com/office/drawing/2014/main" id="{F9340E80-A3DD-4B69-8B53-C51BAA523BED}"/>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203247"/>
                </a:solidFill>
                <a:latin typeface="Noto Sans"/>
                <a:ea typeface="Noto Sans"/>
                <a:cs typeface="Noto Sans"/>
              </a:defRPr>
            </a:pPr>
            <a:r>
              <a:rPr sz="2700" b="1">
                <a:solidFill>
                  <a:srgbClr val="203247"/>
                </a:solidFill>
                <a:latin typeface="Noto Sans"/>
                <a:ea typeface="Noto Sans"/>
                <a:cs typeface="Noto Sans"/>
              </a:rPr>
              <a:t>S% = 100 × (4 × gadded) / Etotal</a:t>
            </a:r>
          </a:p>
        </p:txBody>
      </p:sp>
      <p:sp>
        <p:nvSpPr>
          <p:cNvPr id="3" name="">
            <a:extLst xmlns:a="http://schemas.openxmlformats.org/drawingml/2006/main">
              <a:ext uri="{FF2B5EF4-FFF2-40B4-BE49-F238E27FC236}">
                <a16:creationId xmlns:a16="http://schemas.microsoft.com/office/drawing/2014/main" id="{95FBF5C8-B7B2-4A89-98BF-EABDFC4ED676}"/>
              </a:ext>
            </a:extLst>
          </p:cNvPr>
          <p:cNvSpPr>
            <a:spLocks xmlns:a="http://schemas.openxmlformats.org/drawingml/2006/main" noGrp="1"/>
          </p:cNvSpPr>
          <p:nvPr/>
        </p:nvSpPr>
        <p:spPr>
          <a:xfrm xmlns:a="http://schemas.openxmlformats.org/drawingml/2006/main">
            <a:off x="685800" y="27527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gadded is grams of added sugar. Etotal is total kcal.</a:t>
            </a:r>
          </a:p>
        </p:txBody>
      </p:sp>
      <p:sp>
        <p:nvSpPr>
          <p:cNvPr id="4" name="">
            <a:extLst xmlns:a="http://schemas.openxmlformats.org/drawingml/2006/main">
              <a:ext uri="{FF2B5EF4-FFF2-40B4-BE49-F238E27FC236}">
                <a16:creationId xmlns:a16="http://schemas.microsoft.com/office/drawing/2014/main" id="{35D3DCB0-A75E-4D54-AB0E-98D2C90352BD}"/>
              </a:ext>
            </a:extLst>
          </p:cNvPr>
          <p:cNvSpPr>
            <a:spLocks xmlns:a="http://schemas.openxmlformats.org/drawingml/2006/main" noGrp="1"/>
          </p:cNvSpPr>
          <p:nvPr/>
        </p:nvSpPr>
        <p:spPr>
          <a:xfrm xmlns:a="http://schemas.openxmlformats.org/drawingml/2006/main">
            <a:off x="685800" y="32861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NHANES Table 2 reports quintiles of usual added-sugar energy share.</a:t>
            </a:r>
          </a:p>
        </p:txBody>
      </p:sp>
      <p:sp>
        <p:nvSpPr>
          <p:cNvPr id="5" name="">
            <a:extLst xmlns:a="http://schemas.openxmlformats.org/drawingml/2006/main">
              <a:ext uri="{FF2B5EF4-FFF2-40B4-BE49-F238E27FC236}">
                <a16:creationId xmlns:a16="http://schemas.microsoft.com/office/drawing/2014/main" id="{027D5548-8E0A-4D50-9EAD-60F89F2D4F3C}"/>
              </a:ext>
            </a:extLst>
          </p:cNvPr>
          <p:cNvSpPr>
            <a:spLocks xmlns:a="http://schemas.openxmlformats.org/drawingml/2006/main" noGrp="1"/>
          </p:cNvSpPr>
          <p:nvPr/>
        </p:nvSpPr>
        <p:spPr>
          <a:xfrm xmlns:a="http://schemas.openxmlformats.org/drawingml/2006/main">
            <a:off x="685800" y="381952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Quintile midvalues locate groups. They are not clinical thresholds.</a:t>
            </a:r>
          </a:p>
        </p:txBody>
      </p:sp>
      <p:sp>
        <p:nvSpPr>
          <p:cNvPr id="6" name="">
            <a:extLst xmlns:a="http://schemas.openxmlformats.org/drawingml/2006/main">
              <a:ext uri="{FF2B5EF4-FFF2-40B4-BE49-F238E27FC236}">
                <a16:creationId xmlns:a16="http://schemas.microsoft.com/office/drawing/2014/main" id="{6E74EBB1-1969-44A4-A57E-4615844B3A74}"/>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304EE322-CF30-47FA-8F9C-67EB04BCC77E}"/>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40</a:t>
            </a:r>
          </a:p>
        </p:txBody>
      </p:sp>
    </p:spTree>
    <p:extLst>
      <p:ext uri="{BB962C8B-B14F-4D97-AF65-F5344CB8AC3E}">
        <p14:creationId xmlns:p14="http://schemas.microsoft.com/office/powerpoint/2010/main" val="153703197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90D821-8A89-4A18-98FE-1BA23EA861B7}"/>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Two hypothetical diets with the same sugar share</a:t>
            </a:r>
          </a:p>
        </p:txBody>
      </p:sp>
      <p:sp>
        <p:nvSpPr>
          <p:cNvPr id="2" name="">
            <a:extLst xmlns:a="http://schemas.openxmlformats.org/drawingml/2006/main">
              <a:ext uri="{FF2B5EF4-FFF2-40B4-BE49-F238E27FC236}">
                <a16:creationId xmlns:a16="http://schemas.microsoft.com/office/drawing/2014/main" id="{716B7B93-E845-4227-8FE3-9F0036365AA5}"/>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50 g / 2,000 kcal and 100 g / 4,000 kcal both give 10%.</a:t>
            </a:r>
          </a:p>
        </p:txBody>
      </p:sp>
      <p:sp>
        <p:nvSpPr>
          <p:cNvPr id="3" name="">
            <a:extLst xmlns:a="http://schemas.openxmlformats.org/drawingml/2006/main">
              <a:ext uri="{FF2B5EF4-FFF2-40B4-BE49-F238E27FC236}">
                <a16:creationId xmlns:a16="http://schemas.microsoft.com/office/drawing/2014/main" id="{07B8D534-ADF5-4EB4-A948-D53E69D6956F}"/>
              </a:ext>
            </a:extLst>
          </p:cNvPr>
          <p:cNvSpPr>
            <a:spLocks xmlns:a="http://schemas.openxmlformats.org/drawingml/2006/main" noGrp="1"/>
          </p:cNvSpPr>
          <p:nvPr/>
        </p:nvSpPr>
        <p:spPr>
          <a:xfrm xmlns:a="http://schemas.openxmlformats.org/drawingml/2006/main">
            <a:off x="685800" y="1981200"/>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203247"/>
                </a:solidFill>
                <a:latin typeface="Noto Sans"/>
                <a:ea typeface="Noto Sans"/>
                <a:cs typeface="Noto Sans"/>
              </a:defRPr>
            </a:pPr>
            <a:r>
              <a:rPr sz="1950" b="1">
                <a:solidFill>
                  <a:srgbClr val="203247"/>
                </a:solidFill>
                <a:latin typeface="Noto Sans"/>
                <a:ea typeface="Noto Sans"/>
                <a:cs typeface="Noto Sans"/>
              </a:rPr>
              <a:t>Added sugar amount</a:t>
            </a:r>
          </a:p>
        </p:txBody>
      </p:sp>
      <p:graphicFrame>
        <p:nvGraphicFramePr>
          <p:cNvPr id="13" name="Chart"/>
          <p:cNvGraphicFramePr/>
          <p:nvPr/>
        </p:nvGraphicFramePr>
        <p:xfrm>
          <a:off xmlns:a="http://schemas.openxmlformats.org/drawingml/2006/main" x="685800" y="2552700"/>
          <a:ext xmlns:a="http://schemas.openxmlformats.org/drawingml/2006/main" cx="5257800" cy="2781300"/>
        </p:xfrm>
        <a:graphic xmlns:a="http://schemas.openxmlformats.org/drawingml/2006/main">
          <a:graphicData uri="http://schemas.openxmlformats.org/drawingml/2006/chart">
            <c:chart xmlns:r="http://schemas.openxmlformats.org/officeDocument/2006/relationships" xmlns:c="http://schemas.openxmlformats.org/drawingml/2006/chart" r:id="R1e906ee434e642bf"/>
          </a:graphicData>
        </a:graphic>
      </p:graphicFrame>
      <p:sp>
        <p:nvSpPr>
          <p:cNvPr id="5" name="">
            <a:extLst xmlns:a="http://schemas.openxmlformats.org/drawingml/2006/main">
              <a:ext uri="{FF2B5EF4-FFF2-40B4-BE49-F238E27FC236}">
                <a16:creationId xmlns:a16="http://schemas.microsoft.com/office/drawing/2014/main" id="{3C086443-F397-4CF5-835C-9B4D8500700C}"/>
              </a:ext>
            </a:extLst>
          </p:cNvPr>
          <p:cNvSpPr>
            <a:spLocks xmlns:a="http://schemas.openxmlformats.org/drawingml/2006/main" noGrp="1"/>
          </p:cNvSpPr>
          <p:nvPr/>
        </p:nvSpPr>
        <p:spPr>
          <a:xfrm xmlns:a="http://schemas.openxmlformats.org/drawingml/2006/main">
            <a:off x="6248400" y="1981200"/>
            <a:ext cx="525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950" b="1">
                <a:solidFill>
                  <a:srgbClr val="203247"/>
                </a:solidFill>
                <a:latin typeface="Noto Sans"/>
                <a:ea typeface="Noto Sans"/>
                <a:cs typeface="Noto Sans"/>
              </a:defRPr>
            </a:pPr>
            <a:r>
              <a:rPr sz="1950" b="1">
                <a:solidFill>
                  <a:srgbClr val="203247"/>
                </a:solidFill>
                <a:latin typeface="Noto Sans"/>
                <a:ea typeface="Noto Sans"/>
                <a:cs typeface="Noto Sans"/>
              </a:rPr>
              <a:t>Added sugar energy share</a:t>
            </a:r>
          </a:p>
        </p:txBody>
      </p:sp>
      <p:graphicFrame>
        <p:nvGraphicFramePr>
          <p:cNvPr id="15" name="Chart"/>
          <p:cNvGraphicFramePr/>
          <p:nvPr/>
        </p:nvGraphicFramePr>
        <p:xfrm>
          <a:off xmlns:a="http://schemas.openxmlformats.org/drawingml/2006/main" x="6248400" y="2552700"/>
          <a:ext xmlns:a="http://schemas.openxmlformats.org/drawingml/2006/main" cx="5257800" cy="2781300"/>
        </p:xfrm>
        <a:graphic xmlns:a="http://schemas.openxmlformats.org/drawingml/2006/main">
          <a:graphicData uri="http://schemas.openxmlformats.org/drawingml/2006/chart">
            <c:chart xmlns:r="http://schemas.openxmlformats.org/officeDocument/2006/relationships" xmlns:c="http://schemas.openxmlformats.org/drawingml/2006/chart" r:id="R0efd501128ea4589"/>
          </a:graphicData>
        </a:graphic>
      </p:graphicFrame>
      <p:sp>
        <p:nvSpPr>
          <p:cNvPr id="7" name="">
            <a:extLst xmlns:a="http://schemas.openxmlformats.org/drawingml/2006/main">
              <a:ext uri="{FF2B5EF4-FFF2-40B4-BE49-F238E27FC236}">
                <a16:creationId xmlns:a16="http://schemas.microsoft.com/office/drawing/2014/main" id="{7A323FF5-A1A5-4F8B-9A27-FF8B959D728E}"/>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Invented arithmetic examples: A has 2,000 total kcal, B has 4,000. Each gram of sugar contributes approximately 4 kcal.</a:t>
            </a:r>
          </a:p>
        </p:txBody>
      </p:sp>
      <p:sp>
        <p:nvSpPr>
          <p:cNvPr id="8" name="">
            <a:extLst xmlns:a="http://schemas.openxmlformats.org/drawingml/2006/main">
              <a:ext uri="{FF2B5EF4-FFF2-40B4-BE49-F238E27FC236}">
                <a16:creationId xmlns:a16="http://schemas.microsoft.com/office/drawing/2014/main" id="{C139F282-6870-4754-9D1A-C9DFEACC11FE}"/>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9" name="">
            <a:extLst xmlns:a="http://schemas.openxmlformats.org/drawingml/2006/main">
              <a:ext uri="{FF2B5EF4-FFF2-40B4-BE49-F238E27FC236}">
                <a16:creationId xmlns:a16="http://schemas.microsoft.com/office/drawing/2014/main" id="{B63B4A38-733F-498D-9D55-22CAC2E07C96}"/>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41</a:t>
            </a:r>
          </a:p>
        </p:txBody>
      </p:sp>
    </p:spTree>
    <p:extLst>
      <p:ext uri="{BB962C8B-B14F-4D97-AF65-F5344CB8AC3E}">
        <p14:creationId xmlns:p14="http://schemas.microsoft.com/office/powerpoint/2010/main" val="108731536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B06BAD-0D6E-470D-BEBA-959F068D83FB}"/>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Incomplete exhibit: only the extreme groups</a:t>
            </a:r>
          </a:p>
        </p:txBody>
      </p:sp>
      <p:sp>
        <p:nvSpPr>
          <p:cNvPr id="2" name="">
            <a:extLst xmlns:a="http://schemas.openxmlformats.org/drawingml/2006/main">
              <a:ext uri="{FF2B5EF4-FFF2-40B4-BE49-F238E27FC236}">
                <a16:creationId xmlns:a16="http://schemas.microsoft.com/office/drawing/2014/main" id="{F4A59790-499D-476B-967A-2D863D72104D}"/>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A two-bar pitch hides intermediate groups and uncertainty.</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a5ea52ad11834111"/>
          </a:graphicData>
        </a:graphic>
      </p:graphicFrame>
      <p:sp>
        <p:nvSpPr>
          <p:cNvPr id="4" name="">
            <a:extLst xmlns:a="http://schemas.openxmlformats.org/drawingml/2006/main">
              <a:ext uri="{FF2B5EF4-FFF2-40B4-BE49-F238E27FC236}">
                <a16:creationId xmlns:a16="http://schemas.microsoft.com/office/drawing/2014/main" id="{1C541E24-FB55-4922-AB26-C4E3C348F390}"/>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Intentional incomplete exhibit. It omits the middle groups, interval, intake definition, and adjustment details.</a:t>
            </a:r>
          </a:p>
        </p:txBody>
      </p:sp>
      <p:sp>
        <p:nvSpPr>
          <p:cNvPr id="5" name="">
            <a:extLst xmlns:a="http://schemas.openxmlformats.org/drawingml/2006/main">
              <a:ext uri="{FF2B5EF4-FFF2-40B4-BE49-F238E27FC236}">
                <a16:creationId xmlns:a16="http://schemas.microsoft.com/office/drawing/2014/main" id="{573727C8-8F0E-406F-9642-1736D2BE0164}"/>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99315822-B7E9-41B5-9F05-8AFBDE820E67}"/>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42</a:t>
            </a:r>
          </a:p>
        </p:txBody>
      </p:sp>
    </p:spTree>
    <p:extLst>
      <p:ext uri="{BB962C8B-B14F-4D97-AF65-F5344CB8AC3E}">
        <p14:creationId xmlns:p14="http://schemas.microsoft.com/office/powerpoint/2010/main" val="37901929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6C2C07-7C1E-4D75-A3C4-5DD28A13BA89}"/>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All five added-sugar groups</a:t>
            </a:r>
          </a:p>
        </p:txBody>
      </p:sp>
      <p:sp>
        <p:nvSpPr>
          <p:cNvPr id="2" name="">
            <a:extLst xmlns:a="http://schemas.openxmlformats.org/drawingml/2006/main">
              <a:ext uri="{FF2B5EF4-FFF2-40B4-BE49-F238E27FC236}">
                <a16:creationId xmlns:a16="http://schemas.microsoft.com/office/drawing/2014/main" id="{A37AF5A5-59AD-42E7-8ED5-E828CB368333}"/>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Every published quintile contributes a point at its midvalue.</a:t>
            </a:r>
          </a:p>
        </p:txBody>
      </p:sp>
      <p:graphicFrame>
        <p:nvGraphicFramePr>
          <p:cNvPr id="10"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8f766c18c7fb4e44"/>
          </a:graphicData>
        </a:graphic>
      </p:graphicFrame>
      <p:sp>
        <p:nvSpPr>
          <p:cNvPr id="4" name="">
            <a:extLst xmlns:a="http://schemas.openxmlformats.org/drawingml/2006/main">
              <a:ext uri="{FF2B5EF4-FFF2-40B4-BE49-F238E27FC236}">
                <a16:creationId xmlns:a16="http://schemas.microsoft.com/office/drawing/2014/main" id="{4A9A50A3-E43D-4D5D-AE2E-59515DA90E43}"/>
              </a:ext>
            </a:extLst>
          </p:cNvPr>
          <p:cNvSpPr>
            <a:spLocks xmlns:a="http://schemas.openxmlformats.org/drawingml/2006/main" noGrp="1"/>
          </p:cNvSpPr>
          <p:nvPr/>
        </p:nvSpPr>
        <p:spPr>
          <a:xfrm xmlns:a="http://schemas.openxmlformats.org/drawingml/2006/main">
            <a:off x="2200656" y="4268470"/>
            <a:ext cx="8872728" cy="0"/>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5" name="">
            <a:extLst xmlns:a="http://schemas.openxmlformats.org/drawingml/2006/main">
              <a:ext uri="{FF2B5EF4-FFF2-40B4-BE49-F238E27FC236}">
                <a16:creationId xmlns:a16="http://schemas.microsoft.com/office/drawing/2014/main" id="{F5ED9B39-B246-4995-9E06-97FC8110CB68}"/>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All published Table 2 quintiles. Q1 is the reference. Points represent group estimates, not individual participants.</a:t>
            </a:r>
          </a:p>
        </p:txBody>
      </p:sp>
      <p:sp>
        <p:nvSpPr>
          <p:cNvPr id="6" name="">
            <a:extLst xmlns:a="http://schemas.openxmlformats.org/drawingml/2006/main">
              <a:ext uri="{FF2B5EF4-FFF2-40B4-BE49-F238E27FC236}">
                <a16:creationId xmlns:a16="http://schemas.microsoft.com/office/drawing/2014/main" id="{FB57C75B-A595-4003-B30B-76A77689C2DC}"/>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B2A90DCD-0568-49F2-8A0A-9D03CD9BAD8F}"/>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43</a:t>
            </a:r>
          </a:p>
        </p:txBody>
      </p:sp>
    </p:spTree>
    <p:extLst>
      <p:ext uri="{BB962C8B-B14F-4D97-AF65-F5344CB8AC3E}">
        <p14:creationId xmlns:p14="http://schemas.microsoft.com/office/powerpoint/2010/main" val="200765344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4A7355A-FE0F-45D6-B012-80D5C96D1A41}"/>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repaired sugar association</a:t>
            </a:r>
          </a:p>
        </p:txBody>
      </p:sp>
      <p:sp>
        <p:nvSpPr>
          <p:cNvPr id="2" name="">
            <a:extLst xmlns:a="http://schemas.openxmlformats.org/drawingml/2006/main">
              <a:ext uri="{FF2B5EF4-FFF2-40B4-BE49-F238E27FC236}">
                <a16:creationId xmlns:a16="http://schemas.microsoft.com/office/drawing/2014/main" id="{5245657B-21B5-43B5-9E3B-189CB2079D7E}"/>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Q5 vs Q1: adjusted mortality HR 2.03, 95% CI 1.26–3.27.</a:t>
            </a:r>
          </a:p>
        </p:txBody>
      </p:sp>
      <p:sp>
        <p:nvSpPr>
          <p:cNvPr id="3" name="">
            <a:extLst xmlns:a="http://schemas.openxmlformats.org/drawingml/2006/main">
              <a:ext uri="{FF2B5EF4-FFF2-40B4-BE49-F238E27FC236}">
                <a16:creationId xmlns:a16="http://schemas.microsoft.com/office/drawing/2014/main" id="{5C054409-B1AE-4189-AC36-D8CF4E0374E0}"/>
              </a:ext>
            </a:extLst>
          </p:cNvPr>
          <p:cNvSpPr>
            <a:spLocks xmlns:a="http://schemas.openxmlformats.org/drawingml/2006/main" noGrp="1"/>
          </p:cNvSpPr>
          <p:nvPr/>
        </p:nvSpPr>
        <p:spPr>
          <a:xfrm xmlns:a="http://schemas.openxmlformats.org/drawingml/2006/main">
            <a:off x="6858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37D24"/>
                </a:solidFill>
                <a:latin typeface="Noto Sans"/>
                <a:ea typeface="Noto Sans"/>
                <a:cs typeface="Noto Sans"/>
              </a:defRPr>
            </a:pPr>
            <a:r>
              <a:rPr sz="1575" b="1">
                <a:solidFill>
                  <a:srgbClr val="D37D24"/>
                </a:solidFill>
                <a:latin typeface="Noto Sans"/>
                <a:ea typeface="Noto Sans"/>
                <a:cs typeface="Noto Sans"/>
              </a:rPr>
              <a:t>Q2–Q5</a:t>
            </a:r>
          </a:p>
        </p:txBody>
      </p:sp>
      <p:sp>
        <p:nvSpPr>
          <p:cNvPr id="4" name="">
            <a:extLst xmlns:a="http://schemas.openxmlformats.org/drawingml/2006/main">
              <a:ext uri="{FF2B5EF4-FFF2-40B4-BE49-F238E27FC236}">
                <a16:creationId xmlns:a16="http://schemas.microsoft.com/office/drawing/2014/main" id="{36D3FD9A-C52C-4D17-8AD8-8EDBE845AF12}"/>
              </a:ext>
            </a:extLst>
          </p:cNvPr>
          <p:cNvSpPr>
            <a:spLocks xmlns:a="http://schemas.openxmlformats.org/drawingml/2006/main" noGrp="1"/>
          </p:cNvSpPr>
          <p:nvPr/>
        </p:nvSpPr>
        <p:spPr>
          <a:xfrm xmlns:a="http://schemas.openxmlformats.org/drawingml/2006/main">
            <a:off x="60960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253B53"/>
                </a:solidFill>
                <a:latin typeface="Noto Sans"/>
                <a:ea typeface="Noto Sans"/>
                <a:cs typeface="Noto Sans"/>
              </a:defRPr>
            </a:pPr>
            <a:r>
              <a:rPr sz="1575" b="1">
                <a:solidFill>
                  <a:srgbClr val="253B53"/>
                </a:solidFill>
                <a:latin typeface="Noto Sans"/>
                <a:ea typeface="Noto Sans"/>
                <a:cs typeface="Noto Sans"/>
              </a:rPr>
              <a:t>Q1 reference</a:t>
            </a:r>
          </a:p>
        </p:txBody>
      </p:sp>
      <p:graphicFrame>
        <p:nvGraphicFramePr>
          <p:cNvPr id="14"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4e06f72601c84304"/>
          </a:graphicData>
        </a:graphic>
      </p:graphicFrame>
      <p:sp>
        <p:nvSpPr>
          <p:cNvPr id="6" name="">
            <a:extLst xmlns:a="http://schemas.openxmlformats.org/drawingml/2006/main">
              <a:ext uri="{FF2B5EF4-FFF2-40B4-BE49-F238E27FC236}">
                <a16:creationId xmlns:a16="http://schemas.microsoft.com/office/drawing/2014/main" id="{95731CB7-1BB7-4ABF-957B-1BB88CD03263}"/>
              </a:ext>
            </a:extLst>
          </p:cNvPr>
          <p:cNvSpPr>
            <a:spLocks xmlns:a="http://schemas.openxmlformats.org/drawingml/2006/main" noGrp="1"/>
          </p:cNvSpPr>
          <p:nvPr/>
        </p:nvSpPr>
        <p:spPr>
          <a:xfrm xmlns:a="http://schemas.openxmlformats.org/drawingml/2006/main">
            <a:off x="2200656" y="4285488"/>
            <a:ext cx="8872728" cy="0"/>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7" name="">
            <a:extLst xmlns:a="http://schemas.openxmlformats.org/drawingml/2006/main">
              <a:ext uri="{FF2B5EF4-FFF2-40B4-BE49-F238E27FC236}">
                <a16:creationId xmlns:a16="http://schemas.microsoft.com/office/drawing/2014/main" id="{07E83A34-9668-43E5-A6E0-0CEFD61873EC}"/>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Published 95% CIs. The full model includes total serum cholesterol among its covariates. Q1 has no estimated CI here.</a:t>
            </a:r>
          </a:p>
        </p:txBody>
      </p:sp>
      <p:sp>
        <p:nvSpPr>
          <p:cNvPr id="8" name="">
            <a:extLst xmlns:a="http://schemas.openxmlformats.org/drawingml/2006/main">
              <a:ext uri="{FF2B5EF4-FFF2-40B4-BE49-F238E27FC236}">
                <a16:creationId xmlns:a16="http://schemas.microsoft.com/office/drawing/2014/main" id="{F8EC1620-F102-44EE-A0B5-990C00CD4DA2}"/>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9" name="">
            <a:extLst xmlns:a="http://schemas.openxmlformats.org/drawingml/2006/main">
              <a:ext uri="{FF2B5EF4-FFF2-40B4-BE49-F238E27FC236}">
                <a16:creationId xmlns:a16="http://schemas.microsoft.com/office/drawing/2014/main" id="{797A543F-FACB-4C1E-88B8-9282938E80D6}"/>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44</a:t>
            </a:r>
          </a:p>
        </p:txBody>
      </p:sp>
    </p:spTree>
    <p:extLst>
      <p:ext uri="{BB962C8B-B14F-4D97-AF65-F5344CB8AC3E}">
        <p14:creationId xmlns:p14="http://schemas.microsoft.com/office/powerpoint/2010/main" val="142667479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two published adjustment models</a:t>
            </a:r>
          </a:p>
        </p:txBody>
      </p:sp>
      <p:sp>
        <p:nvSpPr>
          <p:cNvPr id="2" name="">
            <a:extLst xmlns:a="http://schemas.openxmlformats.org/drawingml/2006/main">
              <a:ext uri="{FF2B5EF4-FFF2-40B4-BE49-F238E27FC236}">
                <a16:creationId xmlns:a16="http://schemas.microsoft.com/office/drawing/2014/main" id="{CF873F5C-030F-4904-B30B-BF3999B285A5}"/>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The positive association persists with the full adjustment.</a:t>
            </a:r>
          </a:p>
        </p:txBody>
      </p:sp>
      <p:sp>
        <p:nvSpPr>
          <p:cNvPr id="3" name="">
            <a:extLst xmlns:a="http://schemas.openxmlformats.org/drawingml/2006/main">
              <a:ext uri="{FF2B5EF4-FFF2-40B4-BE49-F238E27FC236}">
                <a16:creationId xmlns:a16="http://schemas.microsoft.com/office/drawing/2014/main" id="{CD4416F7-3891-4DEB-B191-8325C45D1B10}"/>
              </a:ext>
            </a:extLst>
          </p:cNvPr>
          <p:cNvSpPr>
            <a:spLocks xmlns:a="http://schemas.openxmlformats.org/drawingml/2006/main" noGrp="1"/>
          </p:cNvSpPr>
          <p:nvPr/>
        </p:nvSpPr>
        <p:spPr>
          <a:xfrm xmlns:a="http://schemas.openxmlformats.org/drawingml/2006/main">
            <a:off x="6858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253B53"/>
                </a:solidFill>
                <a:latin typeface="Noto Sans"/>
                <a:ea typeface="Noto Sans"/>
                <a:cs typeface="Noto Sans"/>
              </a:defRPr>
            </a:pPr>
            <a:r>
              <a:rPr sz="1575" b="1">
                <a:solidFill>
                  <a:srgbClr val="253B53"/>
                </a:solidFill>
                <a:latin typeface="Noto Sans"/>
                <a:ea typeface="Noto Sans"/>
                <a:cs typeface="Noto Sans"/>
              </a:rPr>
              <a:t>Demographic adjustment</a:t>
            </a:r>
          </a:p>
        </p:txBody>
      </p:sp>
      <p:sp>
        <p:nvSpPr>
          <p:cNvPr id="4" name="">
            <a:extLst xmlns:a="http://schemas.openxmlformats.org/drawingml/2006/main">
              <a:ext uri="{FF2B5EF4-FFF2-40B4-BE49-F238E27FC236}">
                <a16:creationId xmlns:a16="http://schemas.microsoft.com/office/drawing/2014/main" id="{D5665F6F-3560-48B6-9CC7-F446D98A4AAF}"/>
              </a:ext>
            </a:extLst>
          </p:cNvPr>
          <p:cNvSpPr>
            <a:spLocks xmlns:a="http://schemas.openxmlformats.org/drawingml/2006/main" noGrp="1"/>
          </p:cNvSpPr>
          <p:nvPr/>
        </p:nvSpPr>
        <p:spPr>
          <a:xfrm xmlns:a="http://schemas.openxmlformats.org/drawingml/2006/main">
            <a:off x="6096000" y="5448300"/>
            <a:ext cx="5410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575" b="1">
                <a:solidFill>
                  <a:srgbClr val="D37D24"/>
                </a:solidFill>
                <a:latin typeface="Noto Sans"/>
                <a:ea typeface="Noto Sans"/>
                <a:cs typeface="Noto Sans"/>
              </a:defRPr>
            </a:pPr>
            <a:r>
              <a:rPr sz="1575" b="1">
                <a:solidFill>
                  <a:srgbClr val="D37D24"/>
                </a:solidFill>
                <a:latin typeface="Noto Sans"/>
                <a:ea typeface="Noto Sans"/>
                <a:cs typeface="Noto Sans"/>
              </a:rPr>
              <a:t>Full reported adjustment</a:t>
            </a:r>
          </a:p>
        </p:txBody>
      </p:sp>
      <p:graphicFrame>
        <p:nvGraphicFramePr>
          <p:cNvPr id="14"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25718cfcfa2146df"/>
          </a:graphicData>
        </a:graphic>
      </p:graphicFrame>
      <p:sp>
        <p:nvSpPr>
          <p:cNvPr id="6" name="">
            <a:extLst xmlns:a="http://schemas.openxmlformats.org/drawingml/2006/main">
              <a:ext uri="{FF2B5EF4-FFF2-40B4-BE49-F238E27FC236}">
                <a16:creationId xmlns:a16="http://schemas.microsoft.com/office/drawing/2014/main" id="{261DAE07-190C-498B-A403-947D9B0CDC09}"/>
              </a:ext>
            </a:extLst>
          </p:cNvPr>
          <p:cNvSpPr>
            <a:spLocks xmlns:a="http://schemas.openxmlformats.org/drawingml/2006/main" noGrp="1"/>
          </p:cNvSpPr>
          <p:nvPr/>
        </p:nvSpPr>
        <p:spPr>
          <a:xfrm xmlns:a="http://schemas.openxmlformats.org/drawingml/2006/main">
            <a:off x="2200656" y="4467225"/>
            <a:ext cx="8872728" cy="0"/>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7" name="">
            <a:extLst xmlns:a="http://schemas.openxmlformats.org/drawingml/2006/main">
              <a:ext uri="{FF2B5EF4-FFF2-40B4-BE49-F238E27FC236}">
                <a16:creationId xmlns:a16="http://schemas.microsoft.com/office/drawing/2014/main" id="{99A5826A-E83A-41D2-A8C9-2103589302EF}"/>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Horizontal offsets separate intervals visually. Both models are adjusted. Their difference cannot isolate one covariate.</a:t>
            </a:r>
          </a:p>
        </p:txBody>
      </p:sp>
      <p:sp>
        <p:nvSpPr>
          <p:cNvPr id="8" name="">
            <a:extLst xmlns:a="http://schemas.openxmlformats.org/drawingml/2006/main">
              <a:ext uri="{FF2B5EF4-FFF2-40B4-BE49-F238E27FC236}">
                <a16:creationId xmlns:a16="http://schemas.microsoft.com/office/drawing/2014/main" id="{F0E39AC3-BBD9-49F2-9924-D07224A0D93F}"/>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9" name="">
            <a:extLst xmlns:a="http://schemas.openxmlformats.org/drawingml/2006/main">
              <a:ext uri="{FF2B5EF4-FFF2-40B4-BE49-F238E27FC236}">
                <a16:creationId xmlns:a16="http://schemas.microsoft.com/office/drawing/2014/main" id="{DCE96AF2-3BCB-4B09-AEC7-F48CE441DEB9}"/>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45</a:t>
            </a:r>
          </a:p>
        </p:txBody>
      </p:sp>
      <p:sp>
        <p:nvSpPr>
          <p:cNvPr id="15" name="Evidence label: 5">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1819275" y="4714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0">
                <ns0:solidFill>
                  <ns0:srgbClr val="203247"/>
                </ns0:solidFill>
                <ns0:latin typeface="Noto Sans"/>
              </ns0:rPr>
              <ns0:t>5</ns0:t>
            </ns0:r>
          </ns0:p>
        </p:txBody>
      </p:sp>
      <p:sp>
        <p:nvSpPr>
          <p:cNvPr id="16" name="Evidence label: 10">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3819525" y="4714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0">
                <ns0:solidFill>
                  <ns0:srgbClr val="203247"/>
                </ns0:solidFill>
                <ns0:latin typeface="Noto Sans"/>
              </ns0:rPr>
              <ns0:t>10</ns0:t>
            </ns0:r>
          </ns0:p>
        </p:txBody>
      </p:sp>
      <p:sp>
        <p:nvSpPr>
          <p:cNvPr id="17" name="Evidence label: 15">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5829300" y="4714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0">
                <ns0:solidFill>
                  <ns0:srgbClr val="203247"/>
                </ns0:solidFill>
                <ns0:latin typeface="Noto Sans"/>
              </ns0:rPr>
              <ns0:t>15</ns0:t>
            </ns0:r>
          </ns0:p>
        </p:txBody>
      </p:sp>
      <p:sp>
        <p:nvSpPr>
          <p:cNvPr id="18" name="Evidence label: 20">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7839075" y="4714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0">
                <ns0:solidFill>
                  <ns0:srgbClr val="203247"/>
                </ns0:solidFill>
                <ns0:latin typeface="Noto Sans"/>
              </ns0:rPr>
              <ns0:t>20</ns0:t>
            </ns0:r>
          </ns0:p>
        </p:txBody>
      </p:sp>
      <p:sp>
        <p:nvSpPr>
          <p:cNvPr id="19" name="Evidence label: 25">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9839325" y="4714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0">
                <ns0:solidFill>
                  <ns0:srgbClr val="203247"/>
                </ns0:solidFill>
                <ns0:latin typeface="Noto Sans"/>
              </ns0:rPr>
              <ns0:t>25</ns0:t>
            </ns0:r>
          </ns0:p>
        </p:txBody>
      </p:sp>
      <p:sp>
        <p:nvSpPr>
          <p:cNvPr id="20" name="Evidence label: Usual energy from added sugar (%)">
            <a:extLst xmlns:a="http://schemas.openxmlformats.org/drawingml/2006/main">
              <a:ext uri="{FF2B5EF4-FFF2-40B4-BE49-F238E27FC236}">
                <a16:creationId xmlns:a16="http://schemas.microsoft.com/office/drawing/2014/main" id="{58CA148A-D210-4B5E-941A-5F0E5635B539}"/>
              </a:ext>
            </a:extLst>
          </p:cNvPr>
          <p:cNvSpPr>
            <a:spLocks xmlns:a="http://schemas.openxmlformats.org/drawingml/2006/main" noGrp="1"/>
          </p:cNvSpPr>
          <p:nvPr/>
        </p:nvSpPr>
        <p:spPr>
          <a:xfrm xmlns:a="http://schemas.openxmlformats.org/drawingml/2006/main">
            <a:off x="2476500" y="5067300"/>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650" b="1">
                <ns0:solidFill>
                  <ns0:srgbClr val="203247"/>
                </ns0:solidFill>
                <ns0:latin typeface="Noto Sans"/>
              </ns0:rPr>
              <ns0:t>Usual energy from added sugar (%)</ns0:t>
            </ns0:r>
          </ns0:p>
        </p:txBody>
      </p:sp>
    </p:spTree>
    <p:extLst>
      <p:ext uri="{BB962C8B-B14F-4D97-AF65-F5344CB8AC3E}">
        <p14:creationId xmlns:p14="http://schemas.microsoft.com/office/powerpoint/2010/main" val="15433583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8ADDCC-F2A4-4B0D-8189-3ED7D80FA859}"/>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sugar estimates on a logarithmic axis</a:t>
            </a:r>
          </a:p>
        </p:txBody>
      </p:sp>
      <p:sp>
        <p:nvSpPr>
          <p:cNvPr id="2" name="">
            <a:extLst xmlns:a="http://schemas.openxmlformats.org/drawingml/2006/main">
              <a:ext uri="{FF2B5EF4-FFF2-40B4-BE49-F238E27FC236}">
                <a16:creationId xmlns:a16="http://schemas.microsoft.com/office/drawing/2014/main" id="{5693FCA9-4E63-49A4-BC83-89394DD10B7E}"/>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The data stay the same. Multiplicative spacing changes.</a:t>
            </a:r>
          </a:p>
        </p:txBody>
      </p:sp>
      <p:graphicFrame>
        <p:nvGraphicFramePr>
          <p:cNvPr id="13"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e661a62f31b44d23"/>
          </a:graphicData>
        </a:graphic>
      </p:graphicFrame>
      <p:sp>
        <p:nvSpPr>
          <p:cNvPr id="4" name="">
            <a:extLst xmlns:a="http://schemas.openxmlformats.org/drawingml/2006/main">
              <a:ext uri="{FF2B5EF4-FFF2-40B4-BE49-F238E27FC236}">
                <a16:creationId xmlns:a16="http://schemas.microsoft.com/office/drawing/2014/main" id="{8D3C1656-9A4C-4A6D-85CF-84BB6FDF827A}"/>
              </a:ext>
            </a:extLst>
          </p:cNvPr>
          <p:cNvSpPr>
            <a:spLocks xmlns:a="http://schemas.openxmlformats.org/drawingml/2006/main" noGrp="1"/>
          </p:cNvSpPr>
          <p:nvPr/>
        </p:nvSpPr>
        <p:spPr>
          <a:xfrm xmlns:a="http://schemas.openxmlformats.org/drawingml/2006/main">
            <a:off x="2200656" y="4207317"/>
            <a:ext cx="8872728" cy="0"/>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5" name="">
            <a:extLst xmlns:a="http://schemas.openxmlformats.org/drawingml/2006/main">
              <a:ext uri="{FF2B5EF4-FFF2-40B4-BE49-F238E27FC236}">
                <a16:creationId xmlns:a16="http://schemas.microsoft.com/office/drawing/2014/main" id="{4806021D-1766-4B1E-9491-1C629F867C38}"/>
              </a:ext>
            </a:extLst>
          </p:cNvPr>
          <p:cNvSpPr>
            <a:spLocks xmlns:a="http://schemas.openxmlformats.org/drawingml/2006/main" noGrp="1"/>
          </p:cNvSpPr>
          <p:nvPr/>
        </p:nvSpPr>
        <p:spPr>
          <a:xfrm xmlns:a="http://schemas.openxmlformats.org/drawingml/2006/main">
            <a:off x="1743456" y="4054917"/>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650" b="0">
                <a:solidFill>
                  <a:srgbClr val="203247"/>
                </a:solidFill>
                <a:latin typeface="Noto Sans"/>
                <a:ea typeface="Noto Sans"/>
                <a:cs typeface="Noto Sans"/>
              </a:defRPr>
            </a:pPr>
            <a:r>
              <a:rPr sz="1650" b="0">
                <a:solidFill>
                  <a:srgbClr val="203247"/>
                </a:solidFill>
                <a:latin typeface="Noto Sans"/>
                <a:ea typeface="Noto Sans"/>
                <a:cs typeface="Noto Sans"/>
              </a:rPr>
              <a:t>1</a:t>
            </a:r>
          </a:p>
        </p:txBody>
      </p:sp>
      <p:sp>
        <p:nvSpPr>
          <p:cNvPr id="6" name="">
            <a:extLst xmlns:a="http://schemas.openxmlformats.org/drawingml/2006/main">
              <a:ext uri="{FF2B5EF4-FFF2-40B4-BE49-F238E27FC236}">
                <a16:creationId xmlns:a16="http://schemas.microsoft.com/office/drawing/2014/main" id="{96D59D7D-62E0-4199-AA8D-F9ABE30DFE4E}"/>
              </a:ext>
            </a:extLst>
          </p:cNvPr>
          <p:cNvSpPr>
            <a:spLocks xmlns:a="http://schemas.openxmlformats.org/drawingml/2006/main" noGrp="1"/>
          </p:cNvSpPr>
          <p:nvPr/>
        </p:nvSpPr>
        <p:spPr>
          <a:xfrm xmlns:a="http://schemas.openxmlformats.org/drawingml/2006/main">
            <a:off x="1743456" y="3098450"/>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650" b="0">
                <a:solidFill>
                  <a:srgbClr val="203247"/>
                </a:solidFill>
                <a:latin typeface="Noto Sans"/>
                <a:ea typeface="Noto Sans"/>
                <a:cs typeface="Noto Sans"/>
              </a:defRPr>
            </a:pPr>
            <a:r>
              <a:rPr sz="1650" b="0">
                <a:solidFill>
                  <a:srgbClr val="203247"/>
                </a:solidFill>
                <a:latin typeface="Noto Sans"/>
                <a:ea typeface="Noto Sans"/>
                <a:cs typeface="Noto Sans"/>
              </a:rPr>
              <a:t>2</a:t>
            </a:r>
          </a:p>
        </p:txBody>
      </p:sp>
      <p:sp>
        <p:nvSpPr>
          <p:cNvPr id="7" name="">
            <a:extLst xmlns:a="http://schemas.openxmlformats.org/drawingml/2006/main">
              <a:ext uri="{FF2B5EF4-FFF2-40B4-BE49-F238E27FC236}">
                <a16:creationId xmlns:a16="http://schemas.microsoft.com/office/drawing/2014/main" id="{D253EA5D-6B8A-4B01-A7DE-39B7A528F662}"/>
              </a:ext>
            </a:extLst>
          </p:cNvPr>
          <p:cNvSpPr>
            <a:spLocks xmlns:a="http://schemas.openxmlformats.org/drawingml/2006/main" noGrp="1"/>
          </p:cNvSpPr>
          <p:nvPr/>
        </p:nvSpPr>
        <p:spPr>
          <a:xfrm xmlns:a="http://schemas.openxmlformats.org/drawingml/2006/main">
            <a:off x="1743456" y="2141982"/>
            <a:ext cx="38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650" b="0">
                <a:solidFill>
                  <a:srgbClr val="203247"/>
                </a:solidFill>
                <a:latin typeface="Noto Sans"/>
                <a:ea typeface="Noto Sans"/>
                <a:cs typeface="Noto Sans"/>
              </a:defRPr>
            </a:pPr>
            <a:r>
              <a:rPr sz="1650" b="0">
                <a:solidFill>
                  <a:srgbClr val="203247"/>
                </a:solidFill>
                <a:latin typeface="Noto Sans"/>
                <a:ea typeface="Noto Sans"/>
                <a:cs typeface="Noto Sans"/>
              </a:rPr>
              <a:t>4</a:t>
            </a:r>
          </a:p>
        </p:txBody>
      </p:sp>
      <p:sp>
        <p:nvSpPr>
          <p:cNvPr id="8" name="">
            <a:extLst xmlns:a="http://schemas.openxmlformats.org/drawingml/2006/main">
              <a:ext uri="{FF2B5EF4-FFF2-40B4-BE49-F238E27FC236}">
                <a16:creationId xmlns:a16="http://schemas.microsoft.com/office/drawing/2014/main" id="{82F55F05-A43D-41B0-933D-43D8288C9ACC}"/>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Same estimates and intervals as the repaired sugar figure. Log spacing encodes multiplicative distance.</a:t>
            </a:r>
          </a:p>
        </p:txBody>
      </p:sp>
      <p:sp>
        <p:nvSpPr>
          <p:cNvPr id="9" name="">
            <a:extLst xmlns:a="http://schemas.openxmlformats.org/drawingml/2006/main">
              <a:ext uri="{FF2B5EF4-FFF2-40B4-BE49-F238E27FC236}">
                <a16:creationId xmlns:a16="http://schemas.microsoft.com/office/drawing/2014/main" id="{DF30CF7A-62FD-4726-B563-57B903AA2A7B}"/>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10" name="">
            <a:extLst xmlns:a="http://schemas.openxmlformats.org/drawingml/2006/main">
              <a:ext uri="{FF2B5EF4-FFF2-40B4-BE49-F238E27FC236}">
                <a16:creationId xmlns:a16="http://schemas.microsoft.com/office/drawing/2014/main" id="{DE6F7D48-AAD3-4CBF-9B2B-074769748A57}"/>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46</a:t>
            </a:r>
          </a:p>
        </p:txBody>
      </p:sp>
    </p:spTree>
    <p:extLst>
      <p:ext uri="{BB962C8B-B14F-4D97-AF65-F5344CB8AC3E}">
        <p14:creationId xmlns:p14="http://schemas.microsoft.com/office/powerpoint/2010/main" val="87797268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F0BCE9A-02D7-4111-9078-457826CFFBAB}"/>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Hazard, cumulative risk, and the reported HR</a:t>
            </a:r>
          </a:p>
        </p:txBody>
      </p:sp>
      <p:sp>
        <p:nvSpPr>
          <p:cNvPr id="2" name="">
            <a:extLst xmlns:a="http://schemas.openxmlformats.org/drawingml/2006/main">
              <a:ext uri="{FF2B5EF4-FFF2-40B4-BE49-F238E27FC236}">
                <a16:creationId xmlns:a16="http://schemas.microsoft.com/office/drawing/2014/main" id="{4D5E5FDC-9F7A-49A5-B1EC-CCD5D47857F8}"/>
              </a:ext>
            </a:extLst>
          </p:cNvPr>
          <p:cNvSpPr>
            <a:spLocks xmlns:a="http://schemas.openxmlformats.org/drawingml/2006/main" noGrp="1"/>
          </p:cNvSpPr>
          <p:nvPr/>
        </p:nvSpPr>
        <p:spPr>
          <a:xfrm xmlns:a="http://schemas.openxmlformats.org/drawingml/2006/main">
            <a:off x="685800" y="18288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R(t) = P(T ≤ t)</a:t>
            </a:r>
          </a:p>
        </p:txBody>
      </p:sp>
      <p:sp>
        <p:nvSpPr>
          <p:cNvPr id="3" name="">
            <a:extLst xmlns:a="http://schemas.openxmlformats.org/drawingml/2006/main">
              <a:ext uri="{FF2B5EF4-FFF2-40B4-BE49-F238E27FC236}">
                <a16:creationId xmlns:a16="http://schemas.microsoft.com/office/drawing/2014/main" id="{45D875DA-7B36-425E-A853-289E17978E0C}"/>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h(t) = limΔt→0 P(t ≤ T &lt; t+Δt | T ≥ t)/Δt</a:t>
            </a:r>
          </a:p>
        </p:txBody>
      </p:sp>
      <p:sp>
        <p:nvSpPr>
          <p:cNvPr id="4" name="">
            <a:extLst xmlns:a="http://schemas.openxmlformats.org/drawingml/2006/main">
              <a:ext uri="{FF2B5EF4-FFF2-40B4-BE49-F238E27FC236}">
                <a16:creationId xmlns:a16="http://schemas.microsoft.com/office/drawing/2014/main" id="{66F1AFE2-F8CF-4CEE-9D34-056BCE37933D}"/>
              </a:ext>
            </a:extLst>
          </p:cNvPr>
          <p:cNvSpPr>
            <a:spLocks xmlns:a="http://schemas.openxmlformats.org/drawingml/2006/main" noGrp="1"/>
          </p:cNvSpPr>
          <p:nvPr/>
        </p:nvSpPr>
        <p:spPr>
          <a:xfrm xmlns:a="http://schemas.openxmlformats.org/drawingml/2006/main">
            <a:off x="685800" y="3409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203247"/>
                </a:solidFill>
                <a:latin typeface="Noto Sans"/>
                <a:ea typeface="Noto Sans"/>
                <a:cs typeface="Noto Sans"/>
              </a:defRPr>
            </a:pPr>
            <a:r>
              <a:rPr sz="2250" b="1">
                <a:solidFill>
                  <a:srgbClr val="203247"/>
                </a:solidFill>
                <a:latin typeface="Noto Sans"/>
                <a:ea typeface="Noto Sans"/>
                <a:cs typeface="Noto Sans"/>
              </a:rPr>
              <a:t>HR(t) = hE(t)/hR(t)</a:t>
            </a:r>
          </a:p>
        </p:txBody>
      </p:sp>
      <p:sp>
        <p:nvSpPr>
          <p:cNvPr id="5" name="">
            <a:extLst xmlns:a="http://schemas.openxmlformats.org/drawingml/2006/main">
              <a:ext uri="{FF2B5EF4-FFF2-40B4-BE49-F238E27FC236}">
                <a16:creationId xmlns:a16="http://schemas.microsoft.com/office/drawing/2014/main" id="{C9157949-7DD5-40B7-AFB4-EF98838A0377}"/>
              </a:ext>
            </a:extLst>
          </p:cNvPr>
          <p:cNvSpPr>
            <a:spLocks xmlns:a="http://schemas.openxmlformats.org/drawingml/2006/main" noGrp="1"/>
          </p:cNvSpPr>
          <p:nvPr/>
        </p:nvSpPr>
        <p:spPr>
          <a:xfrm xmlns:a="http://schemas.openxmlformats.org/drawingml/2006/main">
            <a:off x="685800" y="43338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A hazard conditions on being event-free at time t.</a:t>
            </a:r>
          </a:p>
        </p:txBody>
      </p:sp>
      <p:sp>
        <p:nvSpPr>
          <p:cNvPr id="6" name="">
            <a:extLst xmlns:a="http://schemas.openxmlformats.org/drawingml/2006/main">
              <a:ext uri="{FF2B5EF4-FFF2-40B4-BE49-F238E27FC236}">
                <a16:creationId xmlns:a16="http://schemas.microsoft.com/office/drawing/2014/main" id="{898FB8FA-2C05-4B87-BC6E-352FCD3F6946}"/>
              </a:ext>
            </a:extLst>
          </p:cNvPr>
          <p:cNvSpPr>
            <a:spLocks xmlns:a="http://schemas.openxmlformats.org/drawingml/2006/main" noGrp="1"/>
          </p:cNvSpPr>
          <p:nvPr/>
        </p:nvSpPr>
        <p:spPr>
          <a:xfrm xmlns:a="http://schemas.openxmlformats.org/drawingml/2006/main">
            <a:off x="685800" y="4867275"/>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087E8B"/>
                </a:solidFill>
                <a:latin typeface="Noto Sans"/>
                <a:ea typeface="Noto Sans"/>
                <a:cs typeface="Noto Sans"/>
              </a:defRPr>
            </a:pPr>
            <a:r>
              <a:rPr sz="1950" b="0">
                <a:solidFill>
                  <a:srgbClr val="087E8B"/>
                </a:solidFill>
                <a:latin typeface="Noto Sans"/>
                <a:ea typeface="Noto Sans"/>
                <a:cs typeface="Noto Sans"/>
              </a:rPr>
              <a:t>HR 2.03 does not specify an absolute mortality risk.</a:t>
            </a:r>
          </a:p>
        </p:txBody>
      </p:sp>
      <p:sp>
        <p:nvSpPr>
          <p:cNvPr id="7" name="">
            <a:extLst xmlns:a="http://schemas.openxmlformats.org/drawingml/2006/main">
              <a:ext uri="{FF2B5EF4-FFF2-40B4-BE49-F238E27FC236}">
                <a16:creationId xmlns:a16="http://schemas.microsoft.com/office/drawing/2014/main" id="{8C233490-ACAC-41D8-B1C7-B9CF41CCE6A4}"/>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8" name="">
            <a:extLst xmlns:a="http://schemas.openxmlformats.org/drawingml/2006/main">
              <a:ext uri="{FF2B5EF4-FFF2-40B4-BE49-F238E27FC236}">
                <a16:creationId xmlns:a16="http://schemas.microsoft.com/office/drawing/2014/main" id="{29D4D7F4-E64E-4781-BE40-4F6B8333920F}"/>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47</a:t>
            </a:r>
          </a:p>
        </p:txBody>
      </p:sp>
    </p:spTree>
    <p:extLst>
      <p:ext uri="{BB962C8B-B14F-4D97-AF65-F5344CB8AC3E}">
        <p14:creationId xmlns:p14="http://schemas.microsoft.com/office/powerpoint/2010/main" val="92533966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EADF06-038E-47C0-88EA-7CFFF9EA66B4}"/>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Absolute risk also needs a baseline</a:t>
            </a:r>
          </a:p>
        </p:txBody>
      </p:sp>
      <p:sp>
        <p:nvSpPr>
          <p:cNvPr id="2" name="">
            <a:extLst xmlns:a="http://schemas.openxmlformats.org/drawingml/2006/main">
              <a:ext uri="{FF2B5EF4-FFF2-40B4-BE49-F238E27FC236}">
                <a16:creationId xmlns:a16="http://schemas.microsoft.com/office/drawing/2014/main" id="{7F69B2A9-2FFF-47FB-A941-5761A71AAFEF}"/>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Under proportional hazards: R_E = 1 − (1 − R_ref)^HR.</a:t>
            </a:r>
          </a:p>
        </p:txBody>
      </p:sp>
      <p:graphicFrame>
        <p:nvGraphicFramePr>
          <p:cNvPr id="9" name="Chart"/>
          <p:cNvGraphicFramePr/>
          <p:nvPr/>
        </p:nvGraphicFramePr>
        <p:xfrm>
          <a:off xmlns:a="http://schemas.openxmlformats.org/drawingml/2006/main" x="685800" y="2095500"/>
          <a:ext xmlns:a="http://schemas.openxmlformats.org/drawingml/2006/main" cx="10820400" cy="3314700"/>
        </p:xfrm>
        <a:graphic xmlns:a="http://schemas.openxmlformats.org/drawingml/2006/main">
          <a:graphicData uri="http://schemas.openxmlformats.org/drawingml/2006/chart">
            <c:chart xmlns:r="http://schemas.openxmlformats.org/officeDocument/2006/relationships" xmlns:c="http://schemas.openxmlformats.org/drawingml/2006/chart" r:id="Rfbe24d18cf9f42c9"/>
          </a:graphicData>
        </a:graphic>
      </p:graphicFrame>
      <p:sp>
        <p:nvSpPr>
          <p:cNvPr id="4" name="">
            <a:extLst xmlns:a="http://schemas.openxmlformats.org/drawingml/2006/main">
              <a:ext uri="{FF2B5EF4-FFF2-40B4-BE49-F238E27FC236}">
                <a16:creationId xmlns:a16="http://schemas.microsoft.com/office/drawing/2014/main" id="{BBBB753E-56A2-48EA-895B-87DA93F42853}"/>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Mathematical illustration under proportional hazards. Baseline risks are hypothetical and are not NHANES findings.</a:t>
            </a:r>
          </a:p>
        </p:txBody>
      </p:sp>
      <p:sp>
        <p:nvSpPr>
          <p:cNvPr id="5" name="">
            <a:extLst xmlns:a="http://schemas.openxmlformats.org/drawingml/2006/main">
              <a:ext uri="{FF2B5EF4-FFF2-40B4-BE49-F238E27FC236}">
                <a16:creationId xmlns:a16="http://schemas.microsoft.com/office/drawing/2014/main" id="{4CB5F2B2-FC3A-4E22-8804-C87EB3489305}"/>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 · Optional extension</a:t>
            </a:r>
          </a:p>
        </p:txBody>
      </p:sp>
      <p:sp>
        <p:nvSpPr>
          <p:cNvPr id="6" name="">
            <a:extLst xmlns:a="http://schemas.openxmlformats.org/drawingml/2006/main">
              <a:ext uri="{FF2B5EF4-FFF2-40B4-BE49-F238E27FC236}">
                <a16:creationId xmlns:a16="http://schemas.microsoft.com/office/drawing/2014/main" id="{77F050BE-9277-4430-9F30-68B42A601561}"/>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48</a:t>
            </a:r>
          </a:p>
        </p:txBody>
      </p:sp>
      <p:sp>
        <p:nvSpPr>
          <p:cNvPr id="10" name="Evidence label: Illustration: HR = 2.03">
            <a:extLst xmlns:a="http://schemas.openxmlformats.org/drawingml/2006/main">
              <a:ext uri="{FF2B5EF4-FFF2-40B4-BE49-F238E27FC236}">
                <a16:creationId xmlns:a16="http://schemas.microsoft.com/office/drawing/2014/main" id="{A6EADF06-038E-47C0-88EA-7CFFF9EA66B4}"/>
              </a:ext>
            </a:extLst>
          </p:cNvPr>
          <p:cNvSpPr>
            <a:spLocks xmlns:a="http://schemas.openxmlformats.org/drawingml/2006/main" noGrp="1"/>
          </p:cNvSpPr>
          <p:nvPr/>
        </p:nvSpPr>
        <p:spPr>
          <a:xfrm xmlns:a="http://schemas.openxmlformats.org/drawingml/2006/main">
            <a:off x="685800" y="5448300"/>
            <a:ext cx="541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575" b="1">
                <ns0:solidFill>
                  <ns0:srgbClr val="D37D24"/>
                </ns0:solidFill>
                <ns0:latin typeface="Noto Sans"/>
              </ns0:rPr>
              <ns0:t>Illustration: HR = 2.03</ns0:t>
            </ns0:r>
          </ns0:p>
        </p:txBody>
      </p:sp>
      <p:sp>
        <p:nvSpPr>
          <p:cNvPr id="11" name="Evidence label: Equal-risk reference: HR = 1">
            <a:extLst xmlns:a="http://schemas.openxmlformats.org/drawingml/2006/main">
              <a:ext uri="{FF2B5EF4-FFF2-40B4-BE49-F238E27FC236}">
                <a16:creationId xmlns:a16="http://schemas.microsoft.com/office/drawing/2014/main" id="{A6EADF06-038E-47C0-88EA-7CFFF9EA66B4}"/>
              </a:ext>
            </a:extLst>
          </p:cNvPr>
          <p:cNvSpPr>
            <a:spLocks xmlns:a="http://schemas.openxmlformats.org/drawingml/2006/main" noGrp="1"/>
          </p:cNvSpPr>
          <p:nvPr/>
        </p:nvSpPr>
        <p:spPr>
          <a:xfrm xmlns:a="http://schemas.openxmlformats.org/drawingml/2006/main">
            <a:off x="6096000" y="5448300"/>
            <a:ext cx="541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ns0:p xmlns:ns0="http://schemas.openxmlformats.org/drawingml/2006/main">
            <ns0:pPr algn="ctr"/>
            <ns0:r>
              <ns0:rPr sz="1575" b="1">
                <ns0:solidFill>
                  <ns0:srgbClr val="5C6E80"/>
                </ns0:solidFill>
                <ns0:latin typeface="Noto Sans"/>
              </ns0:rPr>
              <ns0:t>Equal-risk reference: HR = 1</ns0:t>
            </ns0:r>
          </ns0:p>
        </p:txBody>
      </p:sp>
    </p:spTree>
    <p:extLst>
      <p:ext uri="{BB962C8B-B14F-4D97-AF65-F5344CB8AC3E}">
        <p14:creationId xmlns:p14="http://schemas.microsoft.com/office/powerpoint/2010/main" val="140533136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7614BBD-452E-4C83-96ED-820409AFCDCC}"/>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added-sugar finding</a:t>
            </a:r>
          </a:p>
        </p:txBody>
      </p:sp>
      <p:sp>
        <p:nvSpPr>
          <p:cNvPr id="2" name="">
            <a:extLst xmlns:a="http://schemas.openxmlformats.org/drawingml/2006/main">
              <a:ext uri="{FF2B5EF4-FFF2-40B4-BE49-F238E27FC236}">
                <a16:creationId xmlns:a16="http://schemas.microsoft.com/office/drawing/2014/main" id="{217A7C80-72AB-469B-BB63-492A1F41FCA3}"/>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Higher added-sugar intake retained a positive association with cardiovascular mortality.</a:t>
            </a:r>
          </a:p>
        </p:txBody>
      </p:sp>
      <p:sp>
        <p:nvSpPr>
          <p:cNvPr id="3" name="">
            <a:extLst xmlns:a="http://schemas.openxmlformats.org/drawingml/2006/main">
              <a:ext uri="{FF2B5EF4-FFF2-40B4-BE49-F238E27FC236}">
                <a16:creationId xmlns:a16="http://schemas.microsoft.com/office/drawing/2014/main" id="{F96CEA6B-D3D6-4D45-A2A2-E1BB204DAB03}"/>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The full model includes total cholesterol. The association therefore survives that reported adjustment.</a:t>
            </a:r>
          </a:p>
        </p:txBody>
      </p:sp>
      <p:sp>
        <p:nvSpPr>
          <p:cNvPr id="4" name="">
            <a:extLst xmlns:a="http://schemas.openxmlformats.org/drawingml/2006/main">
              <a:ext uri="{FF2B5EF4-FFF2-40B4-BE49-F238E27FC236}">
                <a16:creationId xmlns:a16="http://schemas.microsoft.com/office/drawing/2014/main" id="{731E70E8-6185-40F3-9C97-7BDB4514433D}"/>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The cohort does not identify the causal mechanism or prove that sugar replaces LDL as a contributor.</a:t>
            </a:r>
          </a:p>
        </p:txBody>
      </p:sp>
      <p:sp>
        <p:nvSpPr>
          <p:cNvPr id="5" name="">
            <a:extLst xmlns:a="http://schemas.openxmlformats.org/drawingml/2006/main">
              <a:ext uri="{FF2B5EF4-FFF2-40B4-BE49-F238E27FC236}">
                <a16:creationId xmlns:a16="http://schemas.microsoft.com/office/drawing/2014/main" id="{2116C315-0610-44B7-A336-74EBBB37ABC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E93B8CD1-596A-4FA5-8908-391B4F1A935F}"/>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49</a:t>
            </a:r>
          </a:p>
        </p:txBody>
      </p:sp>
    </p:spTree>
    <p:extLst>
      <p:ext uri="{BB962C8B-B14F-4D97-AF65-F5344CB8AC3E}">
        <p14:creationId xmlns:p14="http://schemas.microsoft.com/office/powerpoint/2010/main" val="180307740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C3735E-9B58-428D-9CF7-E99C919B5564}"/>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A figure specification before plotting</a:t>
            </a:r>
          </a:p>
        </p:txBody>
      </p:sp>
      <p:sp>
        <p:nvSpPr>
          <p:cNvPr id="2" name="">
            <a:extLst xmlns:a="http://schemas.openxmlformats.org/drawingml/2006/main">
              <a:ext uri="{FF2B5EF4-FFF2-40B4-BE49-F238E27FC236}">
                <a16:creationId xmlns:a16="http://schemas.microsoft.com/office/drawing/2014/main" id="{2909C384-6079-4282-93C0-C6E3CF45909B}"/>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Question: what comparison must the reader understand?</a:t>
            </a:r>
          </a:p>
        </p:txBody>
      </p:sp>
      <p:sp>
        <p:nvSpPr>
          <p:cNvPr id="3" name="">
            <a:extLst xmlns:a="http://schemas.openxmlformats.org/drawingml/2006/main">
              <a:ext uri="{FF2B5EF4-FFF2-40B4-BE49-F238E27FC236}">
                <a16:creationId xmlns:a16="http://schemas.microsoft.com/office/drawing/2014/main" id="{1F679563-193B-4732-BF09-FD6FE9B5F154}"/>
              </a:ext>
            </a:extLst>
          </p:cNvPr>
          <p:cNvSpPr>
            <a:spLocks xmlns:a="http://schemas.openxmlformats.org/drawingml/2006/main" noGrp="1"/>
          </p:cNvSpPr>
          <p:nvPr/>
        </p:nvSpPr>
        <p:spPr>
          <a:xfrm xmlns:a="http://schemas.openxmlformats.org/drawingml/2006/main">
            <a:off x="685800" y="2743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Quantity: which units, endpoint, denominator, and time frame?</a:t>
            </a:r>
          </a:p>
        </p:txBody>
      </p:sp>
      <p:sp>
        <p:nvSpPr>
          <p:cNvPr id="4" name="">
            <a:extLst xmlns:a="http://schemas.openxmlformats.org/drawingml/2006/main">
              <a:ext uri="{FF2B5EF4-FFF2-40B4-BE49-F238E27FC236}">
                <a16:creationId xmlns:a16="http://schemas.microsoft.com/office/drawing/2014/main" id="{3D609054-0550-4007-867F-AEE7D5682A24}"/>
              </a:ext>
            </a:extLst>
          </p:cNvPr>
          <p:cNvSpPr>
            <a:spLocks xmlns:a="http://schemas.openxmlformats.org/drawingml/2006/main" noGrp="1"/>
          </p:cNvSpPr>
          <p:nvPr/>
        </p:nvSpPr>
        <p:spPr>
          <a:xfrm xmlns:a="http://schemas.openxmlformats.org/drawingml/2006/main">
            <a:off x="685800" y="3676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Display: which position or length, scale, and reference?</a:t>
            </a:r>
          </a:p>
        </p:txBody>
      </p:sp>
      <p:sp>
        <p:nvSpPr>
          <p:cNvPr id="5" name="">
            <a:extLst xmlns:a="http://schemas.openxmlformats.org/drawingml/2006/main">
              <a:ext uri="{FF2B5EF4-FFF2-40B4-BE49-F238E27FC236}">
                <a16:creationId xmlns:a16="http://schemas.microsoft.com/office/drawing/2014/main" id="{0264A492-DB46-48F9-9E00-8770D33C4C13}"/>
              </a:ext>
            </a:extLst>
          </p:cNvPr>
          <p:cNvSpPr>
            <a:spLocks xmlns:a="http://schemas.openxmlformats.org/drawingml/2006/main" noGrp="1"/>
          </p:cNvSpPr>
          <p:nvPr/>
        </p:nvSpPr>
        <p:spPr>
          <a:xfrm xmlns:a="http://schemas.openxmlformats.org/drawingml/2006/main">
            <a:off x="685800" y="4610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Evidence: which interval, source, and caption?</a:t>
            </a:r>
          </a:p>
        </p:txBody>
      </p:sp>
      <p:sp>
        <p:nvSpPr>
          <p:cNvPr id="6" name="">
            <a:extLst xmlns:a="http://schemas.openxmlformats.org/drawingml/2006/main">
              <a:ext uri="{FF2B5EF4-FFF2-40B4-BE49-F238E27FC236}">
                <a16:creationId xmlns:a16="http://schemas.microsoft.com/office/drawing/2014/main" id="{C7AD7C20-39EB-421C-88EA-5E7BEDD4AC86}"/>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D434DDAE-08F4-493E-8C23-A3948BF7B8DA}"/>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50</a:t>
            </a:r>
          </a:p>
        </p:txBody>
      </p:sp>
    </p:spTree>
    <p:extLst>
      <p:ext uri="{BB962C8B-B14F-4D97-AF65-F5344CB8AC3E}">
        <p14:creationId xmlns:p14="http://schemas.microsoft.com/office/powerpoint/2010/main" val="476734025"/>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43C5C05-AF42-46E9-AB43-9C8B876A6251}"/>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evidence closes all three pitches</a:t>
            </a:r>
          </a:p>
        </p:txBody>
      </p:sp>
      <p:sp>
        <p:nvSpPr>
          <p:cNvPr id="2" name="">
            <a:extLst xmlns:a="http://schemas.openxmlformats.org/drawingml/2006/main">
              <a:ext uri="{FF2B5EF4-FFF2-40B4-BE49-F238E27FC236}">
                <a16:creationId xmlns:a16="http://schemas.microsoft.com/office/drawing/2014/main" id="{0F5ECFE6-A2A1-4DC3-A244-2895B328D0A3}"/>
              </a:ext>
            </a:extLst>
          </p:cNvPr>
          <p:cNvSpPr>
            <a:spLocks xmlns:a="http://schemas.openxmlformats.org/drawingml/2006/main" noGrp="1"/>
          </p:cNvSpPr>
          <p:nvPr/>
        </p:nvSpPr>
        <p:spPr>
          <a:xfrm xmlns:a="http://schemas.openxmlformats.org/drawingml/2006/main">
            <a:off x="685800" y="13906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1">
                <a:solidFill>
                  <a:srgbClr val="087E8B"/>
                </a:solidFill>
                <a:latin typeface="Noto Sans"/>
                <a:ea typeface="Noto Sans"/>
                <a:cs typeface="Noto Sans"/>
              </a:defRPr>
            </a:pPr>
            <a:r>
              <a:rPr sz="1875" b="1">
                <a:solidFill>
                  <a:srgbClr val="087E8B"/>
                </a:solidFill>
                <a:latin typeface="Noto Sans"/>
                <a:ea typeface="Noto Sans"/>
                <a:cs typeface="Noto Sans"/>
              </a:rPr>
              <a:t>Different designs and endpoints receive separate panels.</a:t>
            </a:r>
          </a:p>
        </p:txBody>
      </p:sp>
      <p:sp>
        <p:nvSpPr>
          <p:cNvPr id="3" name="">
            <a:extLst xmlns:a="http://schemas.openxmlformats.org/drawingml/2006/main">
              <a:ext uri="{FF2B5EF4-FFF2-40B4-BE49-F238E27FC236}">
                <a16:creationId xmlns:a16="http://schemas.microsoft.com/office/drawing/2014/main" id="{6CDF6C57-E036-474F-B2B2-364461FBD722}"/>
              </a:ext>
            </a:extLst>
          </p:cNvPr>
          <p:cNvSpPr>
            <a:spLocks xmlns:a="http://schemas.openxmlformats.org/drawingml/2006/main" noGrp="1"/>
          </p:cNvSpPr>
          <p:nvPr/>
        </p:nvSpPr>
        <p:spPr>
          <a:xfrm xmlns:a="http://schemas.openxmlformats.org/drawingml/2006/main">
            <a:off x="685800" y="1981200"/>
            <a:ext cx="340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203247"/>
                </a:solidFill>
                <a:latin typeface="Noto Sans"/>
                <a:ea typeface="Noto Sans"/>
                <a:cs typeface="Noto Sans"/>
              </a:defRPr>
            </a:pPr>
            <a:r>
              <a:rPr sz="1725" b="1">
                <a:solidFill>
                  <a:srgbClr val="203247"/>
                </a:solidFill>
                <a:latin typeface="Noto Sans"/>
                <a:ea typeface="Noto Sans"/>
                <a:cs typeface="Noto Sans"/>
              </a:rPr>
              <a:t>LDL-lowering treatment: HPS</a:t>
            </a:r>
          </a:p>
        </p:txBody>
      </p:sp>
      <p:graphicFrame>
        <p:nvGraphicFramePr>
          <p:cNvPr id="20" name="Chart"/>
          <p:cNvGraphicFramePr/>
          <p:nvPr/>
        </p:nvGraphicFramePr>
        <p:xfrm>
          <a:off xmlns:a="http://schemas.openxmlformats.org/drawingml/2006/main" x="685800" y="2552700"/>
          <a:ext xmlns:a="http://schemas.openxmlformats.org/drawingml/2006/main" cx="3403600" cy="2781300"/>
        </p:xfrm>
        <a:graphic xmlns:a="http://schemas.openxmlformats.org/drawingml/2006/main">
          <a:graphicData uri="http://schemas.openxmlformats.org/drawingml/2006/chart">
            <c:chart xmlns:r="http://schemas.openxmlformats.org/officeDocument/2006/relationships" xmlns:c="http://schemas.openxmlformats.org/drawingml/2006/chart" r:id="R3181f7b0aec54d2e"/>
          </a:graphicData>
        </a:graphic>
      </p:graphicFrame>
      <p:sp>
        <p:nvSpPr>
          <p:cNvPr id="5" name="">
            <a:extLst xmlns:a="http://schemas.openxmlformats.org/drawingml/2006/main">
              <a:ext uri="{FF2B5EF4-FFF2-40B4-BE49-F238E27FC236}">
                <a16:creationId xmlns:a16="http://schemas.microsoft.com/office/drawing/2014/main" id="{D8F046A3-7471-40A8-98B4-F13C97FEB181}"/>
              </a:ext>
            </a:extLst>
          </p:cNvPr>
          <p:cNvSpPr>
            <a:spLocks xmlns:a="http://schemas.openxmlformats.org/drawingml/2006/main" noGrp="1"/>
          </p:cNvSpPr>
          <p:nvPr/>
        </p:nvSpPr>
        <p:spPr>
          <a:xfrm xmlns:a="http://schemas.openxmlformats.org/drawingml/2006/main">
            <a:off x="4394200" y="1981200"/>
            <a:ext cx="340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203247"/>
                </a:solidFill>
                <a:latin typeface="Noto Sans"/>
                <a:ea typeface="Noto Sans"/>
                <a:cs typeface="Noto Sans"/>
              </a:defRPr>
            </a:pPr>
            <a:r>
              <a:rPr sz="1725" b="1">
                <a:solidFill>
                  <a:srgbClr val="203247"/>
                </a:solidFill>
                <a:latin typeface="Noto Sans"/>
                <a:ea typeface="Noto Sans"/>
                <a:cs typeface="Noto Sans"/>
              </a:rPr>
              <a:t>HDL-raising add-on: AIM-HIGH</a:t>
            </a:r>
          </a:p>
        </p:txBody>
      </p:sp>
      <p:graphicFrame>
        <p:nvGraphicFramePr>
          <p:cNvPr id="22" name="Chart"/>
          <p:cNvGraphicFramePr/>
          <p:nvPr/>
        </p:nvGraphicFramePr>
        <p:xfrm>
          <a:off xmlns:a="http://schemas.openxmlformats.org/drawingml/2006/main" x="4394200" y="2552700"/>
          <a:ext xmlns:a="http://schemas.openxmlformats.org/drawingml/2006/main" cx="3403600" cy="2781300"/>
        </p:xfrm>
        <a:graphic xmlns:a="http://schemas.openxmlformats.org/drawingml/2006/main">
          <a:graphicData uri="http://schemas.openxmlformats.org/drawingml/2006/chart">
            <c:chart xmlns:r="http://schemas.openxmlformats.org/officeDocument/2006/relationships" xmlns:c="http://schemas.openxmlformats.org/drawingml/2006/chart" r:id="R8eac735170464580"/>
          </a:graphicData>
        </a:graphic>
      </p:graphicFrame>
      <p:sp>
        <p:nvSpPr>
          <p:cNvPr id="7" name="">
            <a:extLst xmlns:a="http://schemas.openxmlformats.org/drawingml/2006/main">
              <a:ext uri="{FF2B5EF4-FFF2-40B4-BE49-F238E27FC236}">
                <a16:creationId xmlns:a16="http://schemas.microsoft.com/office/drawing/2014/main" id="{96435FBC-D700-43AC-B526-80E353DF6AF7}"/>
              </a:ext>
            </a:extLst>
          </p:cNvPr>
          <p:cNvSpPr>
            <a:spLocks xmlns:a="http://schemas.openxmlformats.org/drawingml/2006/main" noGrp="1"/>
          </p:cNvSpPr>
          <p:nvPr/>
        </p:nvSpPr>
        <p:spPr>
          <a:xfrm xmlns:a="http://schemas.openxmlformats.org/drawingml/2006/main">
            <a:off x="8102600" y="1981200"/>
            <a:ext cx="3403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725" b="1">
                <a:solidFill>
                  <a:srgbClr val="203247"/>
                </a:solidFill>
                <a:latin typeface="Noto Sans"/>
                <a:ea typeface="Noto Sans"/>
                <a:cs typeface="Noto Sans"/>
              </a:defRPr>
            </a:pPr>
            <a:r>
              <a:rPr sz="1725" b="1">
                <a:solidFill>
                  <a:srgbClr val="203247"/>
                </a:solidFill>
                <a:latin typeface="Noto Sans"/>
                <a:ea typeface="Noto Sans"/>
                <a:cs typeface="Noto Sans"/>
              </a:rPr>
              <a:t>Added sugar: linked cohort</a:t>
            </a:r>
          </a:p>
        </p:txBody>
      </p:sp>
      <p:sp>
        <p:nvSpPr>
          <p:cNvPr id="8" name="">
            <a:extLst xmlns:a="http://schemas.openxmlformats.org/drawingml/2006/main">
              <a:ext uri="{FF2B5EF4-FFF2-40B4-BE49-F238E27FC236}">
                <a16:creationId xmlns:a16="http://schemas.microsoft.com/office/drawing/2014/main" id="{1EC8D924-934C-474C-992A-17C60FF12011}"/>
              </a:ext>
            </a:extLst>
          </p:cNvPr>
          <p:cNvSpPr>
            <a:spLocks xmlns:a="http://schemas.openxmlformats.org/drawingml/2006/main" noGrp="1"/>
          </p:cNvSpPr>
          <p:nvPr/>
        </p:nvSpPr>
        <p:spPr>
          <a:xfrm xmlns:a="http://schemas.openxmlformats.org/drawingml/2006/main">
            <a:off x="8102600" y="3545015"/>
            <a:ext cx="7429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203247"/>
                </a:solidFill>
                <a:latin typeface="Noto Sans"/>
                <a:ea typeface="Noto Sans"/>
                <a:cs typeface="Noto Sans"/>
              </a:defRPr>
            </a:pPr>
            <a:r>
              <a:rPr sz="1350" b="0">
                <a:solidFill>
                  <a:srgbClr val="203247"/>
                </a:solidFill>
                <a:latin typeface="Noto Sans"/>
                <a:ea typeface="Noto Sans"/>
                <a:cs typeface="Noto Sans"/>
              </a:rPr>
              <a:t>Adjusted</a:t>
            </a:r>
          </a:p>
        </p:txBody>
      </p:sp>
      <p:graphicFrame>
        <p:nvGraphicFramePr>
          <p:cNvPr id="25" name="Chart"/>
          <p:cNvGraphicFramePr/>
          <p:nvPr/>
        </p:nvGraphicFramePr>
        <p:xfrm>
          <a:off xmlns:a="http://schemas.openxmlformats.org/drawingml/2006/main" x="8921750" y="2552700"/>
          <a:ext xmlns:a="http://schemas.openxmlformats.org/drawingml/2006/main" cx="2584450" cy="2781300"/>
        </p:xfrm>
        <a:graphic xmlns:a="http://schemas.openxmlformats.org/drawingml/2006/main">
          <a:graphicData uri="http://schemas.openxmlformats.org/drawingml/2006/chart">
            <c:chart xmlns:r="http://schemas.openxmlformats.org/officeDocument/2006/relationships" xmlns:c="http://schemas.openxmlformats.org/drawingml/2006/chart" r:id="Rc7955d2a62cf4ec2"/>
          </a:graphicData>
        </a:graphic>
      </p:graphicFrame>
      <p:sp>
        <p:nvSpPr>
          <p:cNvPr id="10" name="">
            <a:extLst xmlns:a="http://schemas.openxmlformats.org/drawingml/2006/main">
              <a:ext uri="{FF2B5EF4-FFF2-40B4-BE49-F238E27FC236}">
                <a16:creationId xmlns:a16="http://schemas.microsoft.com/office/drawing/2014/main" id="{F55B1E0F-E0BD-4AB0-9BEC-169D68EBCE38}"/>
              </a:ext>
            </a:extLst>
          </p:cNvPr>
          <p:cNvSpPr>
            <a:spLocks xmlns:a="http://schemas.openxmlformats.org/drawingml/2006/main" noGrp="1"/>
          </p:cNvSpPr>
          <p:nvPr/>
        </p:nvSpPr>
        <p:spPr>
          <a:xfrm xmlns:a="http://schemas.openxmlformats.org/drawingml/2006/main">
            <a:off x="9358371" y="2775204"/>
            <a:ext cx="0" cy="1863471"/>
          </a:xfrm>
          <a:prstGeom xmlns:a="http://schemas.openxmlformats.org/drawingml/2006/main" prst="line">
            <a:avLst/>
          </a:prstGeom>
          <a:noFill xmlns:a="http://schemas.openxmlformats.org/drawingml/2006/main"/>
          <a:ln xmlns:a="http://schemas.openxmlformats.org/drawingml/2006/main" w="14288">
            <a:solidFill>
              <a:srgbClr val="94A5B2"/>
            </a:solidFill>
            <a:prstDash val="dash"/>
          </a:ln>
        </p:spPr>
      </p:sp>
      <p:sp>
        <p:nvSpPr>
          <p:cNvPr id="11" name="">
            <a:extLst xmlns:a="http://schemas.openxmlformats.org/drawingml/2006/main">
              <a:ext uri="{FF2B5EF4-FFF2-40B4-BE49-F238E27FC236}">
                <a16:creationId xmlns:a16="http://schemas.microsoft.com/office/drawing/2014/main" id="{18D9F32A-02C4-4C8F-A4A6-2D1EF110E09B}"/>
              </a:ext>
            </a:extLst>
          </p:cNvPr>
          <p:cNvSpPr>
            <a:spLocks xmlns:a="http://schemas.openxmlformats.org/drawingml/2006/main" noGrp="1"/>
          </p:cNvSpPr>
          <p:nvPr/>
        </p:nvSpPr>
        <p:spPr>
          <a:xfrm xmlns:a="http://schemas.openxmlformats.org/drawingml/2006/main">
            <a:off x="9120246" y="471487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203247"/>
                </a:solidFill>
                <a:latin typeface="Noto Sans"/>
                <a:ea typeface="Noto Sans"/>
                <a:cs typeface="Noto Sans"/>
              </a:defRPr>
            </a:pPr>
            <a:r>
              <a:rPr sz="1350" b="0">
                <a:solidFill>
                  <a:srgbClr val="203247"/>
                </a:solidFill>
                <a:latin typeface="Noto Sans"/>
                <a:ea typeface="Noto Sans"/>
                <a:cs typeface="Noto Sans"/>
              </a:rPr>
              <a:t>1</a:t>
            </a:r>
          </a:p>
        </p:txBody>
      </p:sp>
      <p:sp>
        <p:nvSpPr>
          <p:cNvPr id="12" name="">
            <a:extLst xmlns:a="http://schemas.openxmlformats.org/drawingml/2006/main">
              <a:ext uri="{FF2B5EF4-FFF2-40B4-BE49-F238E27FC236}">
                <a16:creationId xmlns:a16="http://schemas.microsoft.com/office/drawing/2014/main" id="{27FC4F59-F6EA-499C-9568-A146E74778A7}"/>
              </a:ext>
            </a:extLst>
          </p:cNvPr>
          <p:cNvSpPr>
            <a:spLocks xmlns:a="http://schemas.openxmlformats.org/drawingml/2006/main" noGrp="1"/>
          </p:cNvSpPr>
          <p:nvPr/>
        </p:nvSpPr>
        <p:spPr>
          <a:xfrm xmlns:a="http://schemas.openxmlformats.org/drawingml/2006/main">
            <a:off x="10155394" y="471487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203247"/>
                </a:solidFill>
                <a:latin typeface="Noto Sans"/>
                <a:ea typeface="Noto Sans"/>
                <a:cs typeface="Noto Sans"/>
              </a:defRPr>
            </a:pPr>
            <a:r>
              <a:rPr sz="1350" b="0">
                <a:solidFill>
                  <a:srgbClr val="203247"/>
                </a:solidFill>
                <a:latin typeface="Noto Sans"/>
                <a:ea typeface="Noto Sans"/>
                <a:cs typeface="Noto Sans"/>
              </a:rPr>
              <a:t>2</a:t>
            </a:r>
          </a:p>
        </p:txBody>
      </p:sp>
      <p:sp>
        <p:nvSpPr>
          <p:cNvPr id="13" name="">
            <a:extLst xmlns:a="http://schemas.openxmlformats.org/drawingml/2006/main">
              <a:ext uri="{FF2B5EF4-FFF2-40B4-BE49-F238E27FC236}">
                <a16:creationId xmlns:a16="http://schemas.microsoft.com/office/drawing/2014/main" id="{88529F76-35AB-4D80-98BE-E856A17D0B64}"/>
              </a:ext>
            </a:extLst>
          </p:cNvPr>
          <p:cNvSpPr>
            <a:spLocks xmlns:a="http://schemas.openxmlformats.org/drawingml/2006/main" noGrp="1"/>
          </p:cNvSpPr>
          <p:nvPr/>
        </p:nvSpPr>
        <p:spPr>
          <a:xfrm xmlns:a="http://schemas.openxmlformats.org/drawingml/2006/main">
            <a:off x="11190541" y="471487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350" b="0">
                <a:solidFill>
                  <a:srgbClr val="203247"/>
                </a:solidFill>
                <a:latin typeface="Noto Sans"/>
                <a:ea typeface="Noto Sans"/>
                <a:cs typeface="Noto Sans"/>
              </a:defRPr>
            </a:pPr>
            <a:r>
              <a:rPr sz="1350" b="0">
                <a:solidFill>
                  <a:srgbClr val="203247"/>
                </a:solidFill>
                <a:latin typeface="Noto Sans"/>
                <a:ea typeface="Noto Sans"/>
                <a:cs typeface="Noto Sans"/>
              </a:rPr>
              <a:t>4</a:t>
            </a:r>
          </a:p>
        </p:txBody>
      </p:sp>
      <p:sp>
        <p:nvSpPr>
          <p:cNvPr id="14" name="">
            <a:extLst xmlns:a="http://schemas.openxmlformats.org/drawingml/2006/main">
              <a:ext uri="{FF2B5EF4-FFF2-40B4-BE49-F238E27FC236}">
                <a16:creationId xmlns:a16="http://schemas.microsoft.com/office/drawing/2014/main" id="{3E5599F0-AD58-4917-B9FD-3EC24D7E62AA}"/>
              </a:ext>
            </a:extLst>
          </p:cNvPr>
          <p:cNvSpPr>
            <a:spLocks xmlns:a="http://schemas.openxmlformats.org/drawingml/2006/main" noGrp="1"/>
          </p:cNvSpPr>
          <p:nvPr/>
        </p:nvSpPr>
        <p:spPr>
          <a:xfrm xmlns:a="http://schemas.openxmlformats.org/drawingml/2006/main">
            <a:off x="685800" y="5876925"/>
            <a:ext cx="10820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500" b="0">
                <a:solidFill>
                  <a:srgbClr val="5C6E80"/>
                </a:solidFill>
                <a:latin typeface="Noto Sans"/>
                <a:ea typeface="Noto Sans"/>
                <a:cs typeface="Noto Sans"/>
              </a:defRPr>
            </a:pPr>
            <a:r>
              <a:rPr sz="1500" b="0">
                <a:solidFill>
                  <a:srgbClr val="5C6E80"/>
                </a:solidFill>
                <a:latin typeface="Noto Sans"/>
                <a:ea typeface="Noto Sans"/>
                <a:cs typeface="Noto Sans"/>
              </a:rPr>
              <a:t>Separate study-specific panels. Treatment effects and cohort associations retain their distinct interpretations.</a:t>
            </a:r>
          </a:p>
        </p:txBody>
      </p:sp>
      <p:sp>
        <p:nvSpPr>
          <p:cNvPr id="15" name="">
            <a:extLst xmlns:a="http://schemas.openxmlformats.org/drawingml/2006/main">
              <a:ext uri="{FF2B5EF4-FFF2-40B4-BE49-F238E27FC236}">
                <a16:creationId xmlns:a16="http://schemas.microsoft.com/office/drawing/2014/main" id="{A4BFC29C-EF7A-4C8F-B04A-43656443B80B}"/>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16" name="">
            <a:extLst xmlns:a="http://schemas.openxmlformats.org/drawingml/2006/main">
              <a:ext uri="{FF2B5EF4-FFF2-40B4-BE49-F238E27FC236}">
                <a16:creationId xmlns:a16="http://schemas.microsoft.com/office/drawing/2014/main" id="{09A9558E-7E47-4D01-AC7C-2977A016D568}"/>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51</a:t>
            </a:r>
          </a:p>
        </p:txBody>
      </p:sp>
    </p:spTree>
    <p:extLst>
      <p:ext uri="{BB962C8B-B14F-4D97-AF65-F5344CB8AC3E}">
        <p14:creationId xmlns:p14="http://schemas.microsoft.com/office/powerpoint/2010/main" val="411015390"/>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69C9C8-FB49-43D5-8785-0641C90D53E0}"/>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evidence workshop</a:t>
            </a:r>
          </a:p>
        </p:txBody>
      </p:sp>
      <p:sp>
        <p:nvSpPr>
          <p:cNvPr id="2" name="">
            <a:extLst xmlns:a="http://schemas.openxmlformats.org/drawingml/2006/main">
              <a:ext uri="{FF2B5EF4-FFF2-40B4-BE49-F238E27FC236}">
                <a16:creationId xmlns:a16="http://schemas.microsoft.com/office/drawing/2014/main" id="{FF5C3E0E-F6B9-449A-A9C6-C110CA21FD3B}"/>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Choose one of the three incomplete pitches.</a:t>
            </a:r>
          </a:p>
        </p:txBody>
      </p:sp>
      <p:sp>
        <p:nvSpPr>
          <p:cNvPr id="3" name="">
            <a:extLst xmlns:a="http://schemas.openxmlformats.org/drawingml/2006/main">
              <a:ext uri="{FF2B5EF4-FFF2-40B4-BE49-F238E27FC236}">
                <a16:creationId xmlns:a16="http://schemas.microsoft.com/office/drawing/2014/main" id="{E22E57C0-C3EA-4E6C-B1DD-FB6C9C6E335E}"/>
              </a:ext>
            </a:extLst>
          </p:cNvPr>
          <p:cNvSpPr>
            <a:spLocks xmlns:a="http://schemas.openxmlformats.org/drawingml/2006/main" noGrp="1"/>
          </p:cNvSpPr>
          <p:nvPr/>
        </p:nvSpPr>
        <p:spPr>
          <a:xfrm xmlns:a="http://schemas.openxmlformats.org/drawingml/2006/main">
            <a:off x="685800" y="2743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Calculate one effect or exposure quantity from the supplied tables.</a:t>
            </a:r>
          </a:p>
        </p:txBody>
      </p:sp>
      <p:sp>
        <p:nvSpPr>
          <p:cNvPr id="4" name="">
            <a:extLst xmlns:a="http://schemas.openxmlformats.org/drawingml/2006/main">
              <a:ext uri="{FF2B5EF4-FFF2-40B4-BE49-F238E27FC236}">
                <a16:creationId xmlns:a16="http://schemas.microsoft.com/office/drawing/2014/main" id="{2603ECDB-31CF-48B7-8D07-F9C49ABB9035}"/>
              </a:ext>
            </a:extLst>
          </p:cNvPr>
          <p:cNvSpPr>
            <a:spLocks xmlns:a="http://schemas.openxmlformats.org/drawingml/2006/main" noGrp="1"/>
          </p:cNvSpPr>
          <p:nvPr/>
        </p:nvSpPr>
        <p:spPr>
          <a:xfrm xmlns:a="http://schemas.openxmlformats.org/drawingml/2006/main">
            <a:off x="685800" y="3676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Sketch a repaired chart and explain each change.</a:t>
            </a:r>
          </a:p>
        </p:txBody>
      </p:sp>
      <p:sp>
        <p:nvSpPr>
          <p:cNvPr id="5" name="">
            <a:extLst xmlns:a="http://schemas.openxmlformats.org/drawingml/2006/main">
              <a:ext uri="{FF2B5EF4-FFF2-40B4-BE49-F238E27FC236}">
                <a16:creationId xmlns:a16="http://schemas.microsoft.com/office/drawing/2014/main" id="{5F30DEF8-4346-4CBF-8688-62AB30E6836F}"/>
              </a:ext>
            </a:extLst>
          </p:cNvPr>
          <p:cNvSpPr>
            <a:spLocks xmlns:a="http://schemas.openxmlformats.org/drawingml/2006/main" noGrp="1"/>
          </p:cNvSpPr>
          <p:nvPr/>
        </p:nvSpPr>
        <p:spPr>
          <a:xfrm xmlns:a="http://schemas.openxmlformats.org/drawingml/2006/main">
            <a:off x="685800" y="4610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Write three sentences that answer the editor’s question.</a:t>
            </a:r>
          </a:p>
        </p:txBody>
      </p:sp>
      <p:sp>
        <p:nvSpPr>
          <p:cNvPr id="6" name="">
            <a:extLst xmlns:a="http://schemas.openxmlformats.org/drawingml/2006/main">
              <a:ext uri="{FF2B5EF4-FFF2-40B4-BE49-F238E27FC236}">
                <a16:creationId xmlns:a16="http://schemas.microsoft.com/office/drawing/2014/main" id="{1759D45B-08C6-4AA5-A929-86C8FE4B29E7}"/>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002FCA70-7EA1-409D-A6B4-0A35422FD017}"/>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52</a:t>
            </a:r>
          </a:p>
        </p:txBody>
      </p:sp>
    </p:spTree>
    <p:extLst>
      <p:ext uri="{BB962C8B-B14F-4D97-AF65-F5344CB8AC3E}">
        <p14:creationId xmlns:p14="http://schemas.microsoft.com/office/powerpoint/2010/main" val="181206779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E44DBE-62D6-4DD9-8C58-9137E6D228C0}"/>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The publication verdict</a:t>
            </a:r>
          </a:p>
        </p:txBody>
      </p:sp>
      <p:sp>
        <p:nvSpPr>
          <p:cNvPr id="2" name="">
            <a:extLst xmlns:a="http://schemas.openxmlformats.org/drawingml/2006/main">
              <a:ext uri="{FF2B5EF4-FFF2-40B4-BE49-F238E27FC236}">
                <a16:creationId xmlns:a16="http://schemas.microsoft.com/office/drawing/2014/main" id="{C116B1B6-0C74-48D9-8BE1-ADEED0AC03A9}"/>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LDL is a causal contributor. HPS demonstrates benefit from LDL-lowering treatment.</a:t>
            </a:r>
          </a:p>
        </p:txBody>
      </p:sp>
      <p:sp>
        <p:nvSpPr>
          <p:cNvPr id="3" name="">
            <a:extLst xmlns:a="http://schemas.openxmlformats.org/drawingml/2006/main">
              <a:ext uri="{FF2B5EF4-FFF2-40B4-BE49-F238E27FC236}">
                <a16:creationId xmlns:a16="http://schemas.microsoft.com/office/drawing/2014/main" id="{F260B0A8-3516-46CC-8EA0-0D1307F4DD50}"/>
              </a:ext>
            </a:extLst>
          </p:cNvPr>
          <p:cNvSpPr>
            <a:spLocks xmlns:a="http://schemas.openxmlformats.org/drawingml/2006/main" noGrp="1"/>
          </p:cNvSpPr>
          <p:nvPr/>
        </p:nvSpPr>
        <p:spPr>
          <a:xfrm xmlns:a="http://schemas.openxmlformats.org/drawingml/2006/main">
            <a:off x="685800" y="2743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Raising HDL with niacin did not demonstrate added patient benefit in AIM-HIGH.</a:t>
            </a:r>
          </a:p>
        </p:txBody>
      </p:sp>
      <p:sp>
        <p:nvSpPr>
          <p:cNvPr id="4" name="">
            <a:extLst xmlns:a="http://schemas.openxmlformats.org/drawingml/2006/main">
              <a:ext uri="{FF2B5EF4-FFF2-40B4-BE49-F238E27FC236}">
                <a16:creationId xmlns:a16="http://schemas.microsoft.com/office/drawing/2014/main" id="{EE672FBD-8216-4520-A449-7364EA8BE934}"/>
              </a:ext>
            </a:extLst>
          </p:cNvPr>
          <p:cNvSpPr>
            <a:spLocks xmlns:a="http://schemas.openxmlformats.org/drawingml/2006/main" noGrp="1"/>
          </p:cNvSpPr>
          <p:nvPr/>
        </p:nvSpPr>
        <p:spPr>
          <a:xfrm xmlns:a="http://schemas.openxmlformats.org/drawingml/2006/main">
            <a:off x="685800" y="3676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Higher added sugar retained an adjusted mortality association.</a:t>
            </a:r>
          </a:p>
        </p:txBody>
      </p:sp>
      <p:sp>
        <p:nvSpPr>
          <p:cNvPr id="5" name="">
            <a:extLst xmlns:a="http://schemas.openxmlformats.org/drawingml/2006/main">
              <a:ext uri="{FF2B5EF4-FFF2-40B4-BE49-F238E27FC236}">
                <a16:creationId xmlns:a16="http://schemas.microsoft.com/office/drawing/2014/main" id="{171F4132-F75E-46AF-BA94-3506E5F4AE4B}"/>
              </a:ext>
            </a:extLst>
          </p:cNvPr>
          <p:cNvSpPr>
            <a:spLocks xmlns:a="http://schemas.openxmlformats.org/drawingml/2006/main" noGrp="1"/>
          </p:cNvSpPr>
          <p:nvPr/>
        </p:nvSpPr>
        <p:spPr>
          <a:xfrm xmlns:a="http://schemas.openxmlformats.org/drawingml/2006/main">
            <a:off x="685800" y="4610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1">
                <a:solidFill>
                  <a:srgbClr val="087E8B"/>
                </a:solidFill>
                <a:latin typeface="Noto Sans"/>
                <a:ea typeface="Noto Sans"/>
                <a:cs typeface="Noto Sans"/>
              </a:defRPr>
            </a:pPr>
            <a:r>
              <a:rPr sz="2325" b="1">
                <a:solidFill>
                  <a:srgbClr val="087E8B"/>
                </a:solidFill>
                <a:latin typeface="Noto Sans"/>
                <a:ea typeface="Noto Sans"/>
                <a:cs typeface="Noto Sans"/>
              </a:rPr>
              <a:t>“Sugar versus cholesterol” is a false choice.</a:t>
            </a:r>
          </a:p>
        </p:txBody>
      </p:sp>
      <p:sp>
        <p:nvSpPr>
          <p:cNvPr id="6" name="">
            <a:extLst xmlns:a="http://schemas.openxmlformats.org/drawingml/2006/main">
              <a:ext uri="{FF2B5EF4-FFF2-40B4-BE49-F238E27FC236}">
                <a16:creationId xmlns:a16="http://schemas.microsoft.com/office/drawing/2014/main" id="{31160E1E-DE61-44AF-9CEE-F695C5CF0C83}"/>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051AAD0F-F45D-48C7-A7B7-38B4CBEEC7FE}"/>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53</a:t>
            </a:r>
          </a:p>
        </p:txBody>
      </p:sp>
    </p:spTree>
    <p:extLst>
      <p:ext uri="{BB962C8B-B14F-4D97-AF65-F5344CB8AC3E}">
        <p14:creationId xmlns:p14="http://schemas.microsoft.com/office/powerpoint/2010/main" val="1107036266"/>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0A1504-6070-4F96-8710-E4209E7689D7}"/>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Exit ticket: a quantitative conclusion</a:t>
            </a:r>
          </a:p>
        </p:txBody>
      </p:sp>
      <p:sp>
        <p:nvSpPr>
          <p:cNvPr id="2" name="">
            <a:extLst xmlns:a="http://schemas.openxmlformats.org/drawingml/2006/main">
              <a:ext uri="{FF2B5EF4-FFF2-40B4-BE49-F238E27FC236}">
                <a16:creationId xmlns:a16="http://schemas.microsoft.com/office/drawing/2014/main" id="{4609641E-3585-41AB-AF27-E9B872B93831}"/>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What does “54 fewer per 1,000” describe?</a:t>
            </a:r>
          </a:p>
        </p:txBody>
      </p:sp>
      <p:sp>
        <p:nvSpPr>
          <p:cNvPr id="3" name="">
            <a:extLst xmlns:a="http://schemas.openxmlformats.org/drawingml/2006/main">
              <a:ext uri="{FF2B5EF4-FFF2-40B4-BE49-F238E27FC236}">
                <a16:creationId xmlns:a16="http://schemas.microsoft.com/office/drawing/2014/main" id="{E33421D7-FA4E-4749-A8EA-8DFA47DB108B}"/>
              </a:ext>
            </a:extLst>
          </p:cNvPr>
          <p:cNvSpPr>
            <a:spLocks xmlns:a="http://schemas.openxmlformats.org/drawingml/2006/main" noGrp="1"/>
          </p:cNvSpPr>
          <p:nvPr/>
        </p:nvSpPr>
        <p:spPr>
          <a:xfrm xmlns:a="http://schemas.openxmlformats.org/drawingml/2006/main">
            <a:off x="685800" y="2743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Why can the HDL biomarker result and trial result coexist?</a:t>
            </a:r>
          </a:p>
        </p:txBody>
      </p:sp>
      <p:sp>
        <p:nvSpPr>
          <p:cNvPr id="4" name="">
            <a:extLst xmlns:a="http://schemas.openxmlformats.org/drawingml/2006/main">
              <a:ext uri="{FF2B5EF4-FFF2-40B4-BE49-F238E27FC236}">
                <a16:creationId xmlns:a16="http://schemas.microsoft.com/office/drawing/2014/main" id="{18132592-6D85-4A54-8EBC-57682D4C63CA}"/>
              </a:ext>
            </a:extLst>
          </p:cNvPr>
          <p:cNvSpPr>
            <a:spLocks xmlns:a="http://schemas.openxmlformats.org/drawingml/2006/main" noGrp="1"/>
          </p:cNvSpPr>
          <p:nvPr/>
        </p:nvSpPr>
        <p:spPr>
          <a:xfrm xmlns:a="http://schemas.openxmlformats.org/drawingml/2006/main">
            <a:off x="685800" y="3676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What does the sugar model establish after total-cholesterol adjustment?</a:t>
            </a:r>
          </a:p>
        </p:txBody>
      </p:sp>
      <p:sp>
        <p:nvSpPr>
          <p:cNvPr id="5" name="">
            <a:extLst xmlns:a="http://schemas.openxmlformats.org/drawingml/2006/main">
              <a:ext uri="{FF2B5EF4-FFF2-40B4-BE49-F238E27FC236}">
                <a16:creationId xmlns:a16="http://schemas.microsoft.com/office/drawing/2014/main" id="{B4A98D78-1A2C-43B7-B746-DE37ED8D2B1E}"/>
              </a:ext>
            </a:extLst>
          </p:cNvPr>
          <p:cNvSpPr>
            <a:spLocks xmlns:a="http://schemas.openxmlformats.org/drawingml/2006/main" noGrp="1"/>
          </p:cNvSpPr>
          <p:nvPr/>
        </p:nvSpPr>
        <p:spPr>
          <a:xfrm xmlns:a="http://schemas.openxmlformats.org/drawingml/2006/main">
            <a:off x="685800" y="4610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Which chart repair most changed your first verdict?</a:t>
            </a:r>
          </a:p>
        </p:txBody>
      </p:sp>
      <p:sp>
        <p:nvSpPr>
          <p:cNvPr id="6" name="">
            <a:extLst xmlns:a="http://schemas.openxmlformats.org/drawingml/2006/main">
              <a:ext uri="{FF2B5EF4-FFF2-40B4-BE49-F238E27FC236}">
                <a16:creationId xmlns:a16="http://schemas.microsoft.com/office/drawing/2014/main" id="{76220695-8DB9-4F73-AB80-77C9B2E97244}"/>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25F28764-4B7D-4735-A1A9-338C35FCD9BE}"/>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54</a:t>
            </a:r>
          </a:p>
        </p:txBody>
      </p:sp>
    </p:spTree>
    <p:extLst>
      <p:ext uri="{BB962C8B-B14F-4D97-AF65-F5344CB8AC3E}">
        <p14:creationId xmlns:p14="http://schemas.microsoft.com/office/powerpoint/2010/main" val="81214188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E6A389-3FA4-409A-8E43-8EABCEC88198}"/>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Primary data sources</a:t>
            </a:r>
          </a:p>
        </p:txBody>
      </p:sp>
      <p:sp>
        <p:nvSpPr>
          <p:cNvPr id="2" name="">
            <a:extLst xmlns:a="http://schemas.openxmlformats.org/drawingml/2006/main">
              <a:ext uri="{FF2B5EF4-FFF2-40B4-BE49-F238E27FC236}">
                <a16:creationId xmlns:a16="http://schemas.microsoft.com/office/drawing/2014/main" id="{638506BC-1657-4D7E-81DB-80D699E7E75D}"/>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HPS Collaborative Group, Lancet (2002)</a:t>
            </a:r>
          </a:p>
        </p:txBody>
      </p:sp>
      <p:sp>
        <p:nvSpPr>
          <p:cNvPr id="3" name="">
            <a:extLst xmlns:a="http://schemas.openxmlformats.org/drawingml/2006/main">
              <a:ext uri="{FF2B5EF4-FFF2-40B4-BE49-F238E27FC236}">
                <a16:creationId xmlns:a16="http://schemas.microsoft.com/office/drawing/2014/main" id="{C9AB681D-62BF-4D27-9677-C9695DB2E115}"/>
              </a:ext>
            </a:extLst>
          </p:cNvPr>
          <p:cNvSpPr>
            <a:spLocks xmlns:a="http://schemas.openxmlformats.org/drawingml/2006/main" noGrp="1"/>
          </p:cNvSpPr>
          <p:nvPr/>
        </p:nvSpPr>
        <p:spPr>
          <a:xfrm xmlns:a="http://schemas.openxmlformats.org/drawingml/2006/main">
            <a:off x="685800" y="2743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AIM-HIGH Investigators, NEJM (2011)</a:t>
            </a:r>
          </a:p>
        </p:txBody>
      </p:sp>
      <p:sp>
        <p:nvSpPr>
          <p:cNvPr id="4" name="">
            <a:extLst xmlns:a="http://schemas.openxmlformats.org/drawingml/2006/main">
              <a:ext uri="{FF2B5EF4-FFF2-40B4-BE49-F238E27FC236}">
                <a16:creationId xmlns:a16="http://schemas.microsoft.com/office/drawing/2014/main" id="{2E7C9E24-F7B6-4110-98CB-D3803EE3AAC9}"/>
              </a:ext>
            </a:extLst>
          </p:cNvPr>
          <p:cNvSpPr>
            <a:spLocks xmlns:a="http://schemas.openxmlformats.org/drawingml/2006/main" noGrp="1"/>
          </p:cNvSpPr>
          <p:nvPr/>
        </p:nvSpPr>
        <p:spPr>
          <a:xfrm xmlns:a="http://schemas.openxmlformats.org/drawingml/2006/main">
            <a:off x="685800" y="36766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Yang et al., JAMA Internal Medicine (2014)</a:t>
            </a:r>
          </a:p>
        </p:txBody>
      </p:sp>
      <p:sp>
        <p:nvSpPr>
          <p:cNvPr id="5" name="">
            <a:extLst xmlns:a="http://schemas.openxmlformats.org/drawingml/2006/main">
              <a:ext uri="{FF2B5EF4-FFF2-40B4-BE49-F238E27FC236}">
                <a16:creationId xmlns:a16="http://schemas.microsoft.com/office/drawing/2014/main" id="{0198AA1B-486D-4BB3-B31D-946D8BB0C843}"/>
              </a:ext>
            </a:extLst>
          </p:cNvPr>
          <p:cNvSpPr>
            <a:spLocks xmlns:a="http://schemas.openxmlformats.org/drawingml/2006/main" noGrp="1"/>
          </p:cNvSpPr>
          <p:nvPr/>
        </p:nvSpPr>
        <p:spPr>
          <a:xfrm xmlns:a="http://schemas.openxmlformats.org/drawingml/2006/main">
            <a:off x="685800" y="46101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Source links and definitions are in data_dictionary.md.</a:t>
            </a:r>
          </a:p>
        </p:txBody>
      </p:sp>
      <p:sp>
        <p:nvSpPr>
          <p:cNvPr id="6" name="">
            <a:extLst xmlns:a="http://schemas.openxmlformats.org/drawingml/2006/main">
              <a:ext uri="{FF2B5EF4-FFF2-40B4-BE49-F238E27FC236}">
                <a16:creationId xmlns:a16="http://schemas.microsoft.com/office/drawing/2014/main" id="{8D8F26B2-3AED-43B8-A1C6-03976897E78B}"/>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7" name="">
            <a:extLst xmlns:a="http://schemas.openxmlformats.org/drawingml/2006/main">
              <a:ext uri="{FF2B5EF4-FFF2-40B4-BE49-F238E27FC236}">
                <a16:creationId xmlns:a16="http://schemas.microsoft.com/office/drawing/2014/main" id="{B0162826-54C0-4668-A5A6-708C38351321}"/>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55</a:t>
            </a:r>
          </a:p>
        </p:txBody>
      </p:sp>
    </p:spTree>
    <p:extLst>
      <p:ext uri="{BB962C8B-B14F-4D97-AF65-F5344CB8AC3E}">
        <p14:creationId xmlns:p14="http://schemas.microsoft.com/office/powerpoint/2010/main" val="107256438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BB171A-61E3-4C75-8A8B-3EE70BC5C5BF}"/>
              </a:ext>
            </a:extLst>
          </p:cNvPr>
          <p:cNvSpPr>
            <a:spLocks xmlns:a="http://schemas.openxmlformats.org/drawingml/2006/main" noGrp="1"/>
          </p:cNvSpPr>
          <p:nvPr/>
        </p:nvSpPr>
        <p:spPr>
          <a:xfrm xmlns:a="http://schemas.openxmlformats.org/drawingml/2006/main">
            <a:off x="685800" y="3810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300" b="1">
                <a:solidFill>
                  <a:srgbClr val="203247"/>
                </a:solidFill>
                <a:latin typeface="Noto Sans"/>
                <a:ea typeface="Noto Sans"/>
                <a:cs typeface="Noto Sans"/>
              </a:defRPr>
            </a:pPr>
            <a:r>
              <a:rPr sz="3300" b="1">
                <a:solidFill>
                  <a:srgbClr val="203247"/>
                </a:solidFill>
                <a:latin typeface="Noto Sans"/>
                <a:ea typeface="Noto Sans"/>
                <a:cs typeface="Noto Sans"/>
              </a:rPr>
              <a:t>Evidence synthesis and historical context</a:t>
            </a:r>
          </a:p>
        </p:txBody>
      </p:sp>
      <p:sp>
        <p:nvSpPr>
          <p:cNvPr id="2" name="">
            <a:extLst xmlns:a="http://schemas.openxmlformats.org/drawingml/2006/main">
              <a:ext uri="{FF2B5EF4-FFF2-40B4-BE49-F238E27FC236}">
                <a16:creationId xmlns:a16="http://schemas.microsoft.com/office/drawing/2014/main" id="{619CAE61-FD2A-41ED-94F7-FAA520D0D8DF}"/>
              </a:ext>
            </a:extLst>
          </p:cNvPr>
          <p:cNvSpPr>
            <a:spLocks xmlns:a="http://schemas.openxmlformats.org/drawingml/2006/main" noGrp="1"/>
          </p:cNvSpPr>
          <p:nvPr/>
        </p:nvSpPr>
        <p:spPr>
          <a:xfrm xmlns:a="http://schemas.openxmlformats.org/drawingml/2006/main">
            <a:off x="685800" y="18097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Ference et al. (2017): converging evidence on LDL causality</a:t>
            </a:r>
          </a:p>
        </p:txBody>
      </p:sp>
      <p:sp>
        <p:nvSpPr>
          <p:cNvPr id="3" name="">
            <a:extLst xmlns:a="http://schemas.openxmlformats.org/drawingml/2006/main">
              <a:ext uri="{FF2B5EF4-FFF2-40B4-BE49-F238E27FC236}">
                <a16:creationId xmlns:a16="http://schemas.microsoft.com/office/drawing/2014/main" id="{12F9A717-0A80-4076-A7E3-3B94720061A9}"/>
              </a:ext>
            </a:extLst>
          </p:cNvPr>
          <p:cNvSpPr>
            <a:spLocks xmlns:a="http://schemas.openxmlformats.org/drawingml/2006/main" noGrp="1"/>
          </p:cNvSpPr>
          <p:nvPr/>
        </p:nvSpPr>
        <p:spPr>
          <a:xfrm xmlns:a="http://schemas.openxmlformats.org/drawingml/2006/main">
            <a:off x="685800" y="28765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Kearns, Schmidt, and Glantz (2016): sugar-industry documents</a:t>
            </a:r>
          </a:p>
        </p:txBody>
      </p:sp>
      <p:sp>
        <p:nvSpPr>
          <p:cNvPr id="4" name="">
            <a:extLst xmlns:a="http://schemas.openxmlformats.org/drawingml/2006/main">
              <a:ext uri="{FF2B5EF4-FFF2-40B4-BE49-F238E27FC236}">
                <a16:creationId xmlns:a16="http://schemas.microsoft.com/office/drawing/2014/main" id="{E4660226-3926-431F-8C44-802C42218128}"/>
              </a:ext>
            </a:extLst>
          </p:cNvPr>
          <p:cNvSpPr>
            <a:spLocks xmlns:a="http://schemas.openxmlformats.org/drawingml/2006/main" noGrp="1"/>
          </p:cNvSpPr>
          <p:nvPr/>
        </p:nvSpPr>
        <p:spPr>
          <a:xfrm xmlns:a="http://schemas.openxmlformats.org/drawingml/2006/main">
            <a:off x="685800" y="39433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325" b="0">
                <a:solidFill>
                  <a:srgbClr val="203247"/>
                </a:solidFill>
                <a:latin typeface="Noto Sans"/>
                <a:ea typeface="Noto Sans"/>
                <a:cs typeface="Noto Sans"/>
              </a:defRPr>
            </a:pPr>
            <a:r>
              <a:rPr sz="2325" b="0">
                <a:solidFill>
                  <a:srgbClr val="203247"/>
                </a:solidFill>
                <a:latin typeface="Noto Sans"/>
                <a:ea typeface="Noto Sans"/>
                <a:cs typeface="Noto Sans"/>
              </a:rPr>
              <a:t>These sources support the broader conclusion and opening context.</a:t>
            </a:r>
          </a:p>
        </p:txBody>
      </p:sp>
      <p:sp>
        <p:nvSpPr>
          <p:cNvPr id="5" name="">
            <a:extLst xmlns:a="http://schemas.openxmlformats.org/drawingml/2006/main">
              <a:ext uri="{FF2B5EF4-FFF2-40B4-BE49-F238E27FC236}">
                <a16:creationId xmlns:a16="http://schemas.microsoft.com/office/drawing/2014/main" id="{F4CF80FF-963E-4502-87DF-97542C77236D}"/>
              </a:ext>
            </a:extLst>
          </p:cNvPr>
          <p:cNvSpPr>
            <a:spLocks xmlns:a="http://schemas.openxmlformats.org/drawingml/2006/main" noGrp="1"/>
          </p:cNvSpPr>
          <p:nvPr/>
        </p:nvSpPr>
        <p:spPr>
          <a:xfrm xmlns:a="http://schemas.openxmlformats.org/drawingml/2006/main">
            <a:off x="685800" y="65341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200" b="0">
                <a:solidFill>
                  <a:srgbClr val="5C6E80"/>
                </a:solidFill>
                <a:latin typeface="Noto Sans"/>
                <a:ea typeface="Noto Sans"/>
                <a:cs typeface="Noto Sans"/>
              </a:defRPr>
            </a:pPr>
            <a:r>
              <a:rPr sz="1200" b="0">
                <a:solidFill>
                  <a:srgbClr val="5C6E80"/>
                </a:solidFill>
                <a:latin typeface="Noto Sans"/>
                <a:ea typeface="Noto Sans"/>
                <a:cs typeface="Noto Sans"/>
              </a:rPr>
              <a:t>AI-854 · Lecture 5</a:t>
            </a:r>
          </a:p>
        </p:txBody>
      </p:sp>
      <p:sp>
        <p:nvSpPr>
          <p:cNvPr id="6" name="">
            <a:extLst xmlns:a="http://schemas.openxmlformats.org/drawingml/2006/main">
              <a:ext uri="{FF2B5EF4-FFF2-40B4-BE49-F238E27FC236}">
                <a16:creationId xmlns:a16="http://schemas.microsoft.com/office/drawing/2014/main" id="{63349725-2F92-4AE7-B85B-3A91491BF8A9}"/>
              </a:ext>
            </a:extLst>
          </p:cNvPr>
          <p:cNvSpPr>
            <a:spLocks xmlns:a="http://schemas.openxmlformats.org/drawingml/2006/main" noGrp="1"/>
          </p:cNvSpPr>
          <p:nvPr/>
        </p:nvSpPr>
        <p:spPr>
          <a:xfrm xmlns:a="http://schemas.openxmlformats.org/drawingml/2006/main">
            <a:off x="11049000" y="65341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200" b="0">
                <a:solidFill>
                  <a:srgbClr val="5C6E80"/>
                </a:solidFill>
                <a:latin typeface="Noto Sans"/>
                <a:ea typeface="Noto Sans"/>
                <a:cs typeface="Noto Sans"/>
              </a:defRPr>
            </a:pPr>
            <a:r>
              <a:rPr sz="1200" b="0">
                <a:solidFill>
                  <a:srgbClr val="5C6E80"/>
                </a:solidFill>
                <a:latin typeface="Noto Sans"/>
                <a:ea typeface="Noto Sans"/>
                <a:cs typeface="Noto Sans"/>
              </a:rPr>
              <a:t>56</a:t>
            </a:r>
          </a:p>
        </p:txBody>
      </p:sp>
    </p:spTree>
    <p:extLst>
      <p:ext uri="{BB962C8B-B14F-4D97-AF65-F5344CB8AC3E}">
        <p14:creationId xmlns:p14="http://schemas.microsoft.com/office/powerpoint/2010/main" val="163269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2026-10-04T13:24:38.5240000Z</dcterms:created>
  <dcterms:modified xsi:type="dcterms:W3CDTF">2026-10-04T13:24:38.5240000Z</dcterms:modified>
</coreProperties>
</file>